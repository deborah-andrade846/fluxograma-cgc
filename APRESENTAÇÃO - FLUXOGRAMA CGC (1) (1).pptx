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theme/theme3.xml" ContentType="application/vnd.openxmlformats-officedocument.theme+xml"/>
  <Override PartName="/ppt/tags/tag7.xml" ContentType="application/vnd.openxmlformats-officedocument.presentationml.tags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theme/theme4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theme/theme5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6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4"/>
    <p:sldMasterId id="2147483708" r:id="rId5"/>
    <p:sldMasterId id="2147483771" r:id="rId6"/>
    <p:sldMasterId id="2147483862" r:id="rId7"/>
    <p:sldMasterId id="2147483894" r:id="rId8"/>
  </p:sldMasterIdLst>
  <p:notesMasterIdLst>
    <p:notesMasterId r:id="rId25"/>
  </p:notesMasterIdLst>
  <p:sldIdLst>
    <p:sldId id="4034" r:id="rId9"/>
    <p:sldId id="4027" r:id="rId10"/>
    <p:sldId id="4039" r:id="rId11"/>
    <p:sldId id="4040" r:id="rId12"/>
    <p:sldId id="4029" r:id="rId13"/>
    <p:sldId id="4030" r:id="rId14"/>
    <p:sldId id="4032" r:id="rId15"/>
    <p:sldId id="4031" r:id="rId16"/>
    <p:sldId id="4033" r:id="rId17"/>
    <p:sldId id="4035" r:id="rId18"/>
    <p:sldId id="4041" r:id="rId19"/>
    <p:sldId id="4042" r:id="rId20"/>
    <p:sldId id="4044" r:id="rId21"/>
    <p:sldId id="4045" r:id="rId22"/>
    <p:sldId id="4046" r:id="rId23"/>
    <p:sldId id="4037" r:id="rId24"/>
  </p:sldIdLst>
  <p:sldSz cx="12192000" cy="6858000"/>
  <p:notesSz cx="6858000" cy="9144000"/>
  <p:custDataLst>
    <p:tags r:id="rId26"/>
  </p:custData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ernanda Novaes Carvalho" initials="" lastIdx="5" clrIdx="0">
    <p:extLst>
      <p:ext uri="{19B8F6BF-5375-455C-9EA6-DF929625EA0E}">
        <p15:presenceInfo xmlns:p15="http://schemas.microsoft.com/office/powerpoint/2012/main" userId="S::fernanda.carvalho@auraminerals.com::0a46e2fd-da96-41be-9fc5-40750f6daa3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614D"/>
    <a:srgbClr val="2D3D70"/>
    <a:srgbClr val="F3F5FA"/>
    <a:srgbClr val="E8E8EB"/>
    <a:srgbClr val="CDC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 varScale="1">
        <p:scale>
          <a:sx n="76" d="100"/>
          <a:sy n="76" d="100"/>
        </p:scale>
        <p:origin x="45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borah Giovana de Andrade Gonçalves" userId="2da15a45-2c4f-4530-baac-9088d56830b2" providerId="ADAL" clId="{139D8E33-A3C6-472A-8147-296DD3B6A6F9}"/>
    <pc:docChg chg="undo custSel addSld delSld modSld sldOrd">
      <pc:chgData name="Deborah Giovana de Andrade Gonçalves" userId="2da15a45-2c4f-4530-baac-9088d56830b2" providerId="ADAL" clId="{139D8E33-A3C6-472A-8147-296DD3B6A6F9}" dt="2026-03-02T01:16:34.647" v="2546"/>
      <pc:docMkLst>
        <pc:docMk/>
      </pc:docMkLst>
      <pc:sldChg chg="addSp modSp mod">
        <pc:chgData name="Deborah Giovana de Andrade Gonçalves" userId="2da15a45-2c4f-4530-baac-9088d56830b2" providerId="ADAL" clId="{139D8E33-A3C6-472A-8147-296DD3B6A6F9}" dt="2026-03-02T01:15:22.946" v="2540" actId="20577"/>
        <pc:sldMkLst>
          <pc:docMk/>
          <pc:sldMk cId="3250731116" sldId="4034"/>
        </pc:sldMkLst>
        <pc:spChg chg="mod">
          <ac:chgData name="Deborah Giovana de Andrade Gonçalves" userId="2da15a45-2c4f-4530-baac-9088d56830b2" providerId="ADAL" clId="{139D8E33-A3C6-472A-8147-296DD3B6A6F9}" dt="2026-03-02T01:15:22.946" v="2540" actId="20577"/>
          <ac:spMkLst>
            <pc:docMk/>
            <pc:sldMk cId="3250731116" sldId="4034"/>
            <ac:spMk id="3" creationId="{1B6D97F7-7504-F26B-AB13-82329A94D133}"/>
          </ac:spMkLst>
        </pc:spChg>
      </pc:sldChg>
      <pc:sldChg chg="modSp add mod ord">
        <pc:chgData name="Deborah Giovana de Andrade Gonçalves" userId="2da15a45-2c4f-4530-baac-9088d56830b2" providerId="ADAL" clId="{139D8E33-A3C6-472A-8147-296DD3B6A6F9}" dt="2026-03-02T01:16:34.647" v="2546"/>
        <pc:sldMkLst>
          <pc:docMk/>
          <pc:sldMk cId="1997420466" sldId="4039"/>
        </pc:sldMkLst>
        <pc:spChg chg="mod">
          <ac:chgData name="Deborah Giovana de Andrade Gonçalves" userId="2da15a45-2c4f-4530-baac-9088d56830b2" providerId="ADAL" clId="{139D8E33-A3C6-472A-8147-296DD3B6A6F9}" dt="2026-03-02T01:16:34.647" v="2546"/>
          <ac:spMkLst>
            <pc:docMk/>
            <pc:sldMk cId="1997420466" sldId="4039"/>
            <ac:spMk id="2" creationId="{2E105737-4AF7-39B5-1349-20B4EDC07EC1}"/>
          </ac:spMkLst>
        </pc:spChg>
      </pc:sldChg>
      <pc:sldChg chg="addSp modSp add mod">
        <pc:chgData name="Deborah Giovana de Andrade Gonçalves" userId="2da15a45-2c4f-4530-baac-9088d56830b2" providerId="ADAL" clId="{139D8E33-A3C6-472A-8147-296DD3B6A6F9}" dt="2026-03-02T01:03:56.758" v="2478"/>
        <pc:sldMkLst>
          <pc:docMk/>
          <pc:sldMk cId="1899501624" sldId="4040"/>
        </pc:sldMkLst>
        <pc:spChg chg="mod">
          <ac:chgData name="Deborah Giovana de Andrade Gonçalves" userId="2da15a45-2c4f-4530-baac-9088d56830b2" providerId="ADAL" clId="{139D8E33-A3C6-472A-8147-296DD3B6A6F9}" dt="2026-03-02T01:03:56.758" v="2478"/>
          <ac:spMkLst>
            <pc:docMk/>
            <pc:sldMk cId="1899501624" sldId="4040"/>
            <ac:spMk id="2" creationId="{94048535-EB0D-E335-CDE2-69C5DEAA3749}"/>
          </ac:spMkLst>
        </pc:spChg>
      </pc:sldChg>
      <pc:sldChg chg="modSp add mod">
        <pc:chgData name="Deborah Giovana de Andrade Gonçalves" userId="2da15a45-2c4f-4530-baac-9088d56830b2" providerId="ADAL" clId="{139D8E33-A3C6-472A-8147-296DD3B6A6F9}" dt="2026-03-02T01:06:53.494" v="2502" actId="1036"/>
        <pc:sldMkLst>
          <pc:docMk/>
          <pc:sldMk cId="2721425797" sldId="4041"/>
        </pc:sldMkLst>
        <pc:spChg chg="mod">
          <ac:chgData name="Deborah Giovana de Andrade Gonçalves" userId="2da15a45-2c4f-4530-baac-9088d56830b2" providerId="ADAL" clId="{139D8E33-A3C6-472A-8147-296DD3B6A6F9}" dt="2026-03-02T01:06:53.494" v="2502" actId="1036"/>
          <ac:spMkLst>
            <pc:docMk/>
            <pc:sldMk cId="2721425797" sldId="4041"/>
            <ac:spMk id="2" creationId="{AA5AEC29-8254-E516-D812-F55FD8149500}"/>
          </ac:spMkLst>
        </pc:spChg>
      </pc:sldChg>
      <pc:sldChg chg="modSp add mod">
        <pc:chgData name="Deborah Giovana de Andrade Gonçalves" userId="2da15a45-2c4f-4530-baac-9088d56830b2" providerId="ADAL" clId="{139D8E33-A3C6-472A-8147-296DD3B6A6F9}" dt="2026-03-02T01:07:58.632" v="2507" actId="20577"/>
        <pc:sldMkLst>
          <pc:docMk/>
          <pc:sldMk cId="103238228" sldId="4042"/>
        </pc:sldMkLst>
        <pc:spChg chg="mod">
          <ac:chgData name="Deborah Giovana de Andrade Gonçalves" userId="2da15a45-2c4f-4530-baac-9088d56830b2" providerId="ADAL" clId="{139D8E33-A3C6-472A-8147-296DD3B6A6F9}" dt="2026-03-02T01:07:58.632" v="2507" actId="20577"/>
          <ac:spMkLst>
            <pc:docMk/>
            <pc:sldMk cId="103238228" sldId="4042"/>
            <ac:spMk id="2" creationId="{ECAC3252-EF2E-AA04-FE13-DF7E2F6534F5}"/>
          </ac:spMkLst>
        </pc:spChg>
      </pc:sldChg>
      <pc:sldChg chg="modSp add mod">
        <pc:chgData name="Deborah Giovana de Andrade Gonçalves" userId="2da15a45-2c4f-4530-baac-9088d56830b2" providerId="ADAL" clId="{139D8E33-A3C6-472A-8147-296DD3B6A6F9}" dt="2026-03-02T01:08:42.718" v="2511"/>
        <pc:sldMkLst>
          <pc:docMk/>
          <pc:sldMk cId="2231861476" sldId="4044"/>
        </pc:sldMkLst>
        <pc:spChg chg="mod">
          <ac:chgData name="Deborah Giovana de Andrade Gonçalves" userId="2da15a45-2c4f-4530-baac-9088d56830b2" providerId="ADAL" clId="{139D8E33-A3C6-472A-8147-296DD3B6A6F9}" dt="2026-03-02T01:08:42.718" v="2511"/>
          <ac:spMkLst>
            <pc:docMk/>
            <pc:sldMk cId="2231861476" sldId="4044"/>
            <ac:spMk id="2" creationId="{1EDD2001-3055-B8E3-77EF-117B62D98445}"/>
          </ac:spMkLst>
        </pc:spChg>
      </pc:sldChg>
      <pc:sldChg chg="modSp add mod">
        <pc:chgData name="Deborah Giovana de Andrade Gonçalves" userId="2da15a45-2c4f-4530-baac-9088d56830b2" providerId="ADAL" clId="{139D8E33-A3C6-472A-8147-296DD3B6A6F9}" dt="2026-03-02T01:09:21.955" v="2514" actId="5793"/>
        <pc:sldMkLst>
          <pc:docMk/>
          <pc:sldMk cId="1975006135" sldId="4045"/>
        </pc:sldMkLst>
        <pc:spChg chg="mod">
          <ac:chgData name="Deborah Giovana de Andrade Gonçalves" userId="2da15a45-2c4f-4530-baac-9088d56830b2" providerId="ADAL" clId="{139D8E33-A3C6-472A-8147-296DD3B6A6F9}" dt="2026-03-02T01:09:21.955" v="2514" actId="5793"/>
          <ac:spMkLst>
            <pc:docMk/>
            <pc:sldMk cId="1975006135" sldId="4045"/>
            <ac:spMk id="2" creationId="{26849135-8247-9334-E726-E80EBEADBC47}"/>
          </ac:spMkLst>
        </pc:spChg>
        <pc:spChg chg="mod">
          <ac:chgData name="Deborah Giovana de Andrade Gonçalves" userId="2da15a45-2c4f-4530-baac-9088d56830b2" providerId="ADAL" clId="{139D8E33-A3C6-472A-8147-296DD3B6A6F9}" dt="2026-03-02T00:21:43.247" v="1844"/>
          <ac:spMkLst>
            <pc:docMk/>
            <pc:sldMk cId="1975006135" sldId="4045"/>
            <ac:spMk id="3" creationId="{78466F1B-133E-8F30-E69B-51B544CB9310}"/>
          </ac:spMkLst>
        </pc:spChg>
      </pc:sldChg>
      <pc:sldChg chg="modSp add mod">
        <pc:chgData name="Deborah Giovana de Andrade Gonçalves" userId="2da15a45-2c4f-4530-baac-9088d56830b2" providerId="ADAL" clId="{139D8E33-A3C6-472A-8147-296DD3B6A6F9}" dt="2026-03-02T01:11:34.562" v="2527" actId="20577"/>
        <pc:sldMkLst>
          <pc:docMk/>
          <pc:sldMk cId="673909313" sldId="4046"/>
        </pc:sldMkLst>
        <pc:spChg chg="mod">
          <ac:chgData name="Deborah Giovana de Andrade Gonçalves" userId="2da15a45-2c4f-4530-baac-9088d56830b2" providerId="ADAL" clId="{139D8E33-A3C6-472A-8147-296DD3B6A6F9}" dt="2026-03-02T01:11:34.562" v="2527" actId="20577"/>
          <ac:spMkLst>
            <pc:docMk/>
            <pc:sldMk cId="673909313" sldId="4046"/>
            <ac:spMk id="2" creationId="{1BB3E1C3-9A9A-97C9-A6C4-C07796FEA8E3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F11D5E-0CC4-4361-97AB-5A34EF3BC3F6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pt-BR"/>
        </a:p>
      </dgm:t>
    </dgm:pt>
    <dgm:pt modelId="{9C6B8737-4AE8-4F5C-8CE9-064068D210AA}">
      <dgm:prSet phldrT="[Texto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pt-BR" sz="1400" dirty="0"/>
            <a:t>Absorção do contrato </a:t>
          </a:r>
        </a:p>
      </dgm:t>
    </dgm:pt>
    <dgm:pt modelId="{5C0B9405-236A-49D1-86E9-048E57FFB57C}" type="parTrans" cxnId="{EEDE8E8B-6DFA-49E2-B693-A223676FF7DB}">
      <dgm:prSet/>
      <dgm:spPr/>
      <dgm:t>
        <a:bodyPr/>
        <a:lstStyle/>
        <a:p>
          <a:endParaRPr lang="pt-BR"/>
        </a:p>
      </dgm:t>
    </dgm:pt>
    <dgm:pt modelId="{4B458B82-5ECD-465D-B828-AF2EC18CBCFF}" type="sibTrans" cxnId="{EEDE8E8B-6DFA-49E2-B693-A223676FF7DB}">
      <dgm:prSet/>
      <dgm:spPr/>
      <dgm:t>
        <a:bodyPr/>
        <a:lstStyle/>
        <a:p>
          <a:endParaRPr lang="pt-BR"/>
        </a:p>
      </dgm:t>
    </dgm:pt>
    <dgm:pt modelId="{275902D7-3C2A-42F7-BF41-45ADFC566CC1}">
      <dgm:prSet phldrT="[Texto]" custT="1"/>
      <dgm:spPr/>
      <dgm:t>
        <a:bodyPr/>
        <a:lstStyle/>
        <a:p>
          <a:pPr rtl="0"/>
          <a:r>
            <a:rPr lang="pt-BR" sz="1400" dirty="0"/>
            <a:t>Criação do boletim de</a:t>
          </a:r>
          <a:r>
            <a:rPr lang="pt-BR" sz="1400" dirty="0">
              <a:latin typeface="Montserrat"/>
            </a:rPr>
            <a:t> medição</a:t>
          </a:r>
          <a:endParaRPr lang="pt-BR" sz="1400" dirty="0"/>
        </a:p>
      </dgm:t>
    </dgm:pt>
    <dgm:pt modelId="{323327A2-B44A-4189-9DA6-FF1A1CD8738E}" type="parTrans" cxnId="{FC18A16B-FC1C-473E-BD50-158BC42AC93E}">
      <dgm:prSet/>
      <dgm:spPr/>
      <dgm:t>
        <a:bodyPr/>
        <a:lstStyle/>
        <a:p>
          <a:endParaRPr lang="pt-BR"/>
        </a:p>
      </dgm:t>
    </dgm:pt>
    <dgm:pt modelId="{30A13D25-96B7-4D4A-BB44-2286DB3426F3}" type="sibTrans" cxnId="{FC18A16B-FC1C-473E-BD50-158BC42AC93E}">
      <dgm:prSet/>
      <dgm:spPr/>
      <dgm:t>
        <a:bodyPr/>
        <a:lstStyle/>
        <a:p>
          <a:endParaRPr lang="pt-BR"/>
        </a:p>
      </dgm:t>
    </dgm:pt>
    <dgm:pt modelId="{85CAFD12-3F6C-47D8-A1F6-1B35E5F39C7D}">
      <dgm:prSet phldrT="[Texto]" custT="1"/>
      <dgm:spPr/>
      <dgm:t>
        <a:bodyPr/>
        <a:lstStyle/>
        <a:p>
          <a:r>
            <a:rPr lang="pt-BR" sz="1400" dirty="0"/>
            <a:t>Inserir fornecedor na planilha de medição</a:t>
          </a:r>
        </a:p>
      </dgm:t>
    </dgm:pt>
    <dgm:pt modelId="{EEDA3759-B878-49D6-AD96-EC99FB54D7CE}" type="parTrans" cxnId="{F55EB59B-7628-4025-96B5-B68C478D7AEE}">
      <dgm:prSet/>
      <dgm:spPr/>
      <dgm:t>
        <a:bodyPr/>
        <a:lstStyle/>
        <a:p>
          <a:endParaRPr lang="pt-BR"/>
        </a:p>
      </dgm:t>
    </dgm:pt>
    <dgm:pt modelId="{E60521D6-5751-421C-B678-A09463622864}" type="sibTrans" cxnId="{F55EB59B-7628-4025-96B5-B68C478D7AEE}">
      <dgm:prSet/>
      <dgm:spPr/>
      <dgm:t>
        <a:bodyPr/>
        <a:lstStyle/>
        <a:p>
          <a:endParaRPr lang="pt-BR"/>
        </a:p>
      </dgm:t>
    </dgm:pt>
    <dgm:pt modelId="{B0E0FF2B-A5F0-47EC-B15E-7BF0538B6BF6}">
      <dgm:prSet phldrT="[Texto]" custT="1"/>
      <dgm:spPr/>
      <dgm:t>
        <a:bodyPr/>
        <a:lstStyle/>
        <a:p>
          <a:r>
            <a:rPr lang="pt-BR" sz="1400" dirty="0"/>
            <a:t>Criação da pasta - contrato</a:t>
          </a:r>
        </a:p>
      </dgm:t>
    </dgm:pt>
    <dgm:pt modelId="{98A3C433-DC6A-4043-90AA-4884ED63D324}" type="parTrans" cxnId="{00DC01C5-578C-478A-8230-94274366744A}">
      <dgm:prSet/>
      <dgm:spPr/>
      <dgm:t>
        <a:bodyPr/>
        <a:lstStyle/>
        <a:p>
          <a:endParaRPr lang="pt-BR"/>
        </a:p>
      </dgm:t>
    </dgm:pt>
    <dgm:pt modelId="{F60248DD-6103-4388-962F-41CD2144D6F2}" type="sibTrans" cxnId="{00DC01C5-578C-478A-8230-94274366744A}">
      <dgm:prSet/>
      <dgm:spPr/>
      <dgm:t>
        <a:bodyPr/>
        <a:lstStyle/>
        <a:p>
          <a:endParaRPr lang="pt-BR"/>
        </a:p>
      </dgm:t>
    </dgm:pt>
    <dgm:pt modelId="{A819A2EE-BA0C-42C5-95A4-E62F7A17065B}">
      <dgm:prSet phldrT="[Texto]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BR" sz="1400" dirty="0"/>
            <a:t>Leitura do contrato </a:t>
          </a:r>
        </a:p>
      </dgm:t>
    </dgm:pt>
    <dgm:pt modelId="{A9C1710F-B0E8-44E7-B20E-514BD4E79983}" type="parTrans" cxnId="{5B85074C-FF3F-416C-A5CD-03E5B7236971}">
      <dgm:prSet/>
      <dgm:spPr/>
      <dgm:t>
        <a:bodyPr/>
        <a:lstStyle/>
        <a:p>
          <a:endParaRPr lang="pt-BR"/>
        </a:p>
      </dgm:t>
    </dgm:pt>
    <dgm:pt modelId="{8989BEA5-F8C1-4AFB-962B-469ABCE7393D}" type="sibTrans" cxnId="{5B85074C-FF3F-416C-A5CD-03E5B7236971}">
      <dgm:prSet/>
      <dgm:spPr/>
      <dgm:t>
        <a:bodyPr/>
        <a:lstStyle/>
        <a:p>
          <a:endParaRPr lang="pt-BR"/>
        </a:p>
      </dgm:t>
    </dgm:pt>
    <dgm:pt modelId="{8C08D6F9-CE93-40E1-8776-847D93CF7AE0}" type="pres">
      <dgm:prSet presAssocID="{BFF11D5E-0CC4-4361-97AB-5A34EF3BC3F6}" presName="Name0" presStyleCnt="0">
        <dgm:presLayoutVars>
          <dgm:dir/>
          <dgm:animLvl val="lvl"/>
          <dgm:resizeHandles val="exact"/>
        </dgm:presLayoutVars>
      </dgm:prSet>
      <dgm:spPr/>
    </dgm:pt>
    <dgm:pt modelId="{D22A615B-0D36-494B-B008-F2773020E3A8}" type="pres">
      <dgm:prSet presAssocID="{9C6B8737-4AE8-4F5C-8CE9-064068D210AA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6407702E-6BAB-4377-98BA-B34B96107923}" type="pres">
      <dgm:prSet presAssocID="{4B458B82-5ECD-465D-B828-AF2EC18CBCFF}" presName="parTxOnlySpace" presStyleCnt="0"/>
      <dgm:spPr/>
    </dgm:pt>
    <dgm:pt modelId="{DB38C1A7-C8EA-4C5F-9981-1752A888B7D5}" type="pres">
      <dgm:prSet presAssocID="{A819A2EE-BA0C-42C5-95A4-E62F7A17065B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8770FE8B-8EDE-4DC4-806F-D2E43D2C9D6C}" type="pres">
      <dgm:prSet presAssocID="{8989BEA5-F8C1-4AFB-962B-469ABCE7393D}" presName="parTxOnlySpace" presStyleCnt="0"/>
      <dgm:spPr/>
    </dgm:pt>
    <dgm:pt modelId="{8AFFC4CA-3456-46ED-9933-62931ECE2F73}" type="pres">
      <dgm:prSet presAssocID="{85CAFD12-3F6C-47D8-A1F6-1B35E5F39C7D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D0C6BDC-681F-4CEC-AE6A-B06B94CD4E3F}" type="pres">
      <dgm:prSet presAssocID="{E60521D6-5751-421C-B678-A09463622864}" presName="parTxOnlySpace" presStyleCnt="0"/>
      <dgm:spPr/>
    </dgm:pt>
    <dgm:pt modelId="{26FC4583-1059-411C-BAB4-053377530B5A}" type="pres">
      <dgm:prSet presAssocID="{B0E0FF2B-A5F0-47EC-B15E-7BF0538B6BF6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8B8A11EA-14DE-4723-AF79-4074854D100B}" type="pres">
      <dgm:prSet presAssocID="{F60248DD-6103-4388-962F-41CD2144D6F2}" presName="parTxOnlySpace" presStyleCnt="0"/>
      <dgm:spPr/>
    </dgm:pt>
    <dgm:pt modelId="{19F30892-1E82-4F20-8FA5-C8A68F29EA94}" type="pres">
      <dgm:prSet presAssocID="{275902D7-3C2A-42F7-BF41-45ADFC566CC1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10CF773C-493F-48EA-801F-8EB0C5829240}" type="presOf" srcId="{275902D7-3C2A-42F7-BF41-45ADFC566CC1}" destId="{19F30892-1E82-4F20-8FA5-C8A68F29EA94}" srcOrd="0" destOrd="0" presId="urn:microsoft.com/office/officeart/2005/8/layout/chevron1"/>
    <dgm:cxn modelId="{9426353F-93E2-4808-AF6B-B01000E8DE4B}" type="presOf" srcId="{B0E0FF2B-A5F0-47EC-B15E-7BF0538B6BF6}" destId="{26FC4583-1059-411C-BAB4-053377530B5A}" srcOrd="0" destOrd="0" presId="urn:microsoft.com/office/officeart/2005/8/layout/chevron1"/>
    <dgm:cxn modelId="{FC18A16B-FC1C-473E-BD50-158BC42AC93E}" srcId="{BFF11D5E-0CC4-4361-97AB-5A34EF3BC3F6}" destId="{275902D7-3C2A-42F7-BF41-45ADFC566CC1}" srcOrd="4" destOrd="0" parTransId="{323327A2-B44A-4189-9DA6-FF1A1CD8738E}" sibTransId="{30A13D25-96B7-4D4A-BB44-2286DB3426F3}"/>
    <dgm:cxn modelId="{5B85074C-FF3F-416C-A5CD-03E5B7236971}" srcId="{BFF11D5E-0CC4-4361-97AB-5A34EF3BC3F6}" destId="{A819A2EE-BA0C-42C5-95A4-E62F7A17065B}" srcOrd="1" destOrd="0" parTransId="{A9C1710F-B0E8-44E7-B20E-514BD4E79983}" sibTransId="{8989BEA5-F8C1-4AFB-962B-469ABCE7393D}"/>
    <dgm:cxn modelId="{EEDE8E8B-6DFA-49E2-B693-A223676FF7DB}" srcId="{BFF11D5E-0CC4-4361-97AB-5A34EF3BC3F6}" destId="{9C6B8737-4AE8-4F5C-8CE9-064068D210AA}" srcOrd="0" destOrd="0" parTransId="{5C0B9405-236A-49D1-86E9-048E57FFB57C}" sibTransId="{4B458B82-5ECD-465D-B828-AF2EC18CBCFF}"/>
    <dgm:cxn modelId="{F55EB59B-7628-4025-96B5-B68C478D7AEE}" srcId="{BFF11D5E-0CC4-4361-97AB-5A34EF3BC3F6}" destId="{85CAFD12-3F6C-47D8-A1F6-1B35E5F39C7D}" srcOrd="2" destOrd="0" parTransId="{EEDA3759-B878-49D6-AD96-EC99FB54D7CE}" sibTransId="{E60521D6-5751-421C-B678-A09463622864}"/>
    <dgm:cxn modelId="{300FBBA7-5005-4B69-AC12-1AF64A385356}" type="presOf" srcId="{A819A2EE-BA0C-42C5-95A4-E62F7A17065B}" destId="{DB38C1A7-C8EA-4C5F-9981-1752A888B7D5}" srcOrd="0" destOrd="0" presId="urn:microsoft.com/office/officeart/2005/8/layout/chevron1"/>
    <dgm:cxn modelId="{00DC01C5-578C-478A-8230-94274366744A}" srcId="{BFF11D5E-0CC4-4361-97AB-5A34EF3BC3F6}" destId="{B0E0FF2B-A5F0-47EC-B15E-7BF0538B6BF6}" srcOrd="3" destOrd="0" parTransId="{98A3C433-DC6A-4043-90AA-4884ED63D324}" sibTransId="{F60248DD-6103-4388-962F-41CD2144D6F2}"/>
    <dgm:cxn modelId="{BDDF6BC7-CF4F-444A-9566-E9B21DCC4A8E}" type="presOf" srcId="{9C6B8737-4AE8-4F5C-8CE9-064068D210AA}" destId="{D22A615B-0D36-494B-B008-F2773020E3A8}" srcOrd="0" destOrd="0" presId="urn:microsoft.com/office/officeart/2005/8/layout/chevron1"/>
    <dgm:cxn modelId="{013CACCE-B938-41CF-979F-FB8CDFA71CE3}" type="presOf" srcId="{85CAFD12-3F6C-47D8-A1F6-1B35E5F39C7D}" destId="{8AFFC4CA-3456-46ED-9933-62931ECE2F73}" srcOrd="0" destOrd="0" presId="urn:microsoft.com/office/officeart/2005/8/layout/chevron1"/>
    <dgm:cxn modelId="{630AA2E5-B595-49E5-B808-274E76625C38}" type="presOf" srcId="{BFF11D5E-0CC4-4361-97AB-5A34EF3BC3F6}" destId="{8C08D6F9-CE93-40E1-8776-847D93CF7AE0}" srcOrd="0" destOrd="0" presId="urn:microsoft.com/office/officeart/2005/8/layout/chevron1"/>
    <dgm:cxn modelId="{01D7AD21-FE93-4D29-B530-C98AFDD1E1D2}" type="presParOf" srcId="{8C08D6F9-CE93-40E1-8776-847D93CF7AE0}" destId="{D22A615B-0D36-494B-B008-F2773020E3A8}" srcOrd="0" destOrd="0" presId="urn:microsoft.com/office/officeart/2005/8/layout/chevron1"/>
    <dgm:cxn modelId="{79B7B945-9F1C-43B4-9638-4DE10F1B6902}" type="presParOf" srcId="{8C08D6F9-CE93-40E1-8776-847D93CF7AE0}" destId="{6407702E-6BAB-4377-98BA-B34B96107923}" srcOrd="1" destOrd="0" presId="urn:microsoft.com/office/officeart/2005/8/layout/chevron1"/>
    <dgm:cxn modelId="{674EFB8D-ED9A-4DE5-8A00-71F1D9B221EA}" type="presParOf" srcId="{8C08D6F9-CE93-40E1-8776-847D93CF7AE0}" destId="{DB38C1A7-C8EA-4C5F-9981-1752A888B7D5}" srcOrd="2" destOrd="0" presId="urn:microsoft.com/office/officeart/2005/8/layout/chevron1"/>
    <dgm:cxn modelId="{F09E0DE3-5962-4017-8DAF-4DC0CEED2C43}" type="presParOf" srcId="{8C08D6F9-CE93-40E1-8776-847D93CF7AE0}" destId="{8770FE8B-8EDE-4DC4-806F-D2E43D2C9D6C}" srcOrd="3" destOrd="0" presId="urn:microsoft.com/office/officeart/2005/8/layout/chevron1"/>
    <dgm:cxn modelId="{C5AC9979-736D-408D-A6CD-5FBA5CA182FC}" type="presParOf" srcId="{8C08D6F9-CE93-40E1-8776-847D93CF7AE0}" destId="{8AFFC4CA-3456-46ED-9933-62931ECE2F73}" srcOrd="4" destOrd="0" presId="urn:microsoft.com/office/officeart/2005/8/layout/chevron1"/>
    <dgm:cxn modelId="{040A8FC3-AEE4-4225-8901-DD59235C8FE6}" type="presParOf" srcId="{8C08D6F9-CE93-40E1-8776-847D93CF7AE0}" destId="{0D0C6BDC-681F-4CEC-AE6A-B06B94CD4E3F}" srcOrd="5" destOrd="0" presId="urn:microsoft.com/office/officeart/2005/8/layout/chevron1"/>
    <dgm:cxn modelId="{FD72B3A4-EDBF-4277-A77D-E0EC6278C70C}" type="presParOf" srcId="{8C08D6F9-CE93-40E1-8776-847D93CF7AE0}" destId="{26FC4583-1059-411C-BAB4-053377530B5A}" srcOrd="6" destOrd="0" presId="urn:microsoft.com/office/officeart/2005/8/layout/chevron1"/>
    <dgm:cxn modelId="{9B4EE568-0CFE-4842-B5B5-B148E4DCB835}" type="presParOf" srcId="{8C08D6F9-CE93-40E1-8776-847D93CF7AE0}" destId="{8B8A11EA-14DE-4723-AF79-4074854D100B}" srcOrd="7" destOrd="0" presId="urn:microsoft.com/office/officeart/2005/8/layout/chevron1"/>
    <dgm:cxn modelId="{EA895BF5-CBFF-436B-BEFB-AF9F1DB8946E}" type="presParOf" srcId="{8C08D6F9-CE93-40E1-8776-847D93CF7AE0}" destId="{19F30892-1E82-4F20-8FA5-C8A68F29EA94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77F1571-9912-46CB-B645-1CFC4EDFCA48}" type="doc">
      <dgm:prSet loTypeId="urn:microsoft.com/office/officeart/2005/8/layout/bProcess3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973EEBEC-F37B-46B8-9462-50034C76504F}">
      <dgm:prSet phldrT="[Texto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BR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MEDIÇÃO</a:t>
          </a:r>
        </a:p>
      </dgm:t>
    </dgm:pt>
    <dgm:pt modelId="{9D3E5B6F-2878-4654-8C1A-D7C257D9391D}" type="sibTrans" cxnId="{208A87F6-DBB7-48F3-87E0-983F26A44E36}">
      <dgm:prSet/>
      <dgm:spPr/>
      <dgm:t>
        <a:bodyPr/>
        <a:lstStyle/>
        <a:p>
          <a:endParaRPr lang="pt-BR"/>
        </a:p>
      </dgm:t>
    </dgm:pt>
    <dgm:pt modelId="{85D3F0BD-A750-4460-ABF8-21C4C30E31EB}" type="parTrans" cxnId="{208A87F6-DBB7-48F3-87E0-983F26A44E36}">
      <dgm:prSet/>
      <dgm:spPr/>
      <dgm:t>
        <a:bodyPr/>
        <a:lstStyle/>
        <a:p>
          <a:endParaRPr lang="pt-BR"/>
        </a:p>
      </dgm:t>
    </dgm:pt>
    <dgm:pt modelId="{D3E632F7-02B7-4F83-BADF-784EFBE21C09}">
      <dgm:prSet phldrT="[Texto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BR" dirty="0"/>
            <a:t>CGC – Recebe BM + evidências = Analise</a:t>
          </a:r>
        </a:p>
      </dgm:t>
    </dgm:pt>
    <dgm:pt modelId="{5E1B1061-1B79-4F33-8327-73ABF91A5959}" type="parTrans" cxnId="{C7CA91EF-3BE5-489C-AB42-FDEB3D478F35}">
      <dgm:prSet/>
      <dgm:spPr/>
      <dgm:t>
        <a:bodyPr/>
        <a:lstStyle/>
        <a:p>
          <a:endParaRPr lang="pt-BR"/>
        </a:p>
      </dgm:t>
    </dgm:pt>
    <dgm:pt modelId="{A8A7533E-23E5-452F-91A6-89053F5449B7}" type="sibTrans" cxnId="{C7CA91EF-3BE5-489C-AB42-FDEB3D478F35}">
      <dgm:prSet/>
      <dgm:spPr/>
      <dgm:t>
        <a:bodyPr/>
        <a:lstStyle/>
        <a:p>
          <a:endParaRPr lang="pt-BR"/>
        </a:p>
      </dgm:t>
    </dgm:pt>
    <dgm:pt modelId="{E8B99521-40C0-4C19-A1A7-6687A372F6C7}">
      <dgm:prSet phldrT="[Texto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BR" dirty="0"/>
            <a:t>Fornecedor Envio BM + evidências dos serviços prestado no portal </a:t>
          </a:r>
          <a:r>
            <a:rPr lang="pt-BR" dirty="0" err="1"/>
            <a:t>sigec</a:t>
          </a:r>
          <a:r>
            <a:rPr lang="pt-BR" dirty="0"/>
            <a:t> web ou e-mail da CGC</a:t>
          </a:r>
        </a:p>
      </dgm:t>
    </dgm:pt>
    <dgm:pt modelId="{3435B279-CD52-46B0-9E70-CD3517570A70}" type="parTrans" cxnId="{3396DF07-3784-4905-8F88-17E02A40A4C7}">
      <dgm:prSet/>
      <dgm:spPr/>
      <dgm:t>
        <a:bodyPr/>
        <a:lstStyle/>
        <a:p>
          <a:endParaRPr lang="pt-BR"/>
        </a:p>
      </dgm:t>
    </dgm:pt>
    <dgm:pt modelId="{3D9D40C0-8A2E-4EEE-B100-98A5DCFD92A7}" type="sibTrans" cxnId="{3396DF07-3784-4905-8F88-17E02A40A4C7}">
      <dgm:prSet/>
      <dgm:spPr/>
      <dgm:t>
        <a:bodyPr/>
        <a:lstStyle/>
        <a:p>
          <a:endParaRPr lang="pt-BR"/>
        </a:p>
      </dgm:t>
    </dgm:pt>
    <dgm:pt modelId="{C52F0C63-66CE-428A-A816-16CEC545A797}">
      <dgm:prSet phldrT="[Texto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BR" dirty="0"/>
            <a:t>Aprovação BM </a:t>
          </a:r>
        </a:p>
      </dgm:t>
    </dgm:pt>
    <dgm:pt modelId="{238D9C23-EDB4-46EE-8C00-FE3E92250F5C}" type="parTrans" cxnId="{A1D4847B-D5BB-4665-A3D1-1B8B7BBFA3EC}">
      <dgm:prSet/>
      <dgm:spPr/>
      <dgm:t>
        <a:bodyPr/>
        <a:lstStyle/>
        <a:p>
          <a:endParaRPr lang="pt-BR"/>
        </a:p>
      </dgm:t>
    </dgm:pt>
    <dgm:pt modelId="{461B53FA-EDA3-420E-9E5E-134DE19D1FA5}" type="sibTrans" cxnId="{A1D4847B-D5BB-4665-A3D1-1B8B7BBFA3EC}">
      <dgm:prSet/>
      <dgm:spPr/>
      <dgm:t>
        <a:bodyPr/>
        <a:lstStyle/>
        <a:p>
          <a:endParaRPr lang="pt-BR"/>
        </a:p>
      </dgm:t>
    </dgm:pt>
    <dgm:pt modelId="{5C3DC3F6-EA60-4E5C-9057-050C376B156C}">
      <dgm:prSet phldrT="[Texto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BR" dirty="0"/>
            <a:t>Fiscal do contrato – Analisar documentos no </a:t>
          </a:r>
          <a:r>
            <a:rPr lang="pt-BR" dirty="0" err="1"/>
            <a:t>sigec</a:t>
          </a:r>
          <a:r>
            <a:rPr lang="pt-BR" dirty="0"/>
            <a:t> web – </a:t>
          </a:r>
        </a:p>
        <a:p>
          <a:r>
            <a:rPr lang="pt-BR" dirty="0"/>
            <a:t>Aprovado – Anexa rateio.</a:t>
          </a:r>
        </a:p>
        <a:p>
          <a:r>
            <a:rPr lang="pt-BR" dirty="0"/>
            <a:t>Reprovado – volta fluxo.</a:t>
          </a:r>
        </a:p>
      </dgm:t>
    </dgm:pt>
    <dgm:pt modelId="{EF0B4460-92B2-4A61-9EE0-BBF91B87E98B}" type="parTrans" cxnId="{93B4C215-5EA0-4DBA-9C83-C1DC94B3C097}">
      <dgm:prSet/>
      <dgm:spPr/>
      <dgm:t>
        <a:bodyPr/>
        <a:lstStyle/>
        <a:p>
          <a:endParaRPr lang="pt-BR"/>
        </a:p>
      </dgm:t>
    </dgm:pt>
    <dgm:pt modelId="{D598473A-C1AD-459E-A20E-5F792CBFF305}" type="sibTrans" cxnId="{93B4C215-5EA0-4DBA-9C83-C1DC94B3C097}">
      <dgm:prSet/>
      <dgm:spPr/>
      <dgm:t>
        <a:bodyPr/>
        <a:lstStyle/>
        <a:p>
          <a:endParaRPr lang="pt-BR"/>
        </a:p>
      </dgm:t>
    </dgm:pt>
    <dgm:pt modelId="{DE43A3E5-6D96-4707-A4DA-0C6003A544D3}">
      <dgm:prSet phldrT="[Texto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BR" dirty="0"/>
            <a:t>CGC – Gerar OC no IFS / anexar OC </a:t>
          </a:r>
          <a:r>
            <a:rPr lang="pt-BR" dirty="0" err="1"/>
            <a:t>sigec</a:t>
          </a:r>
          <a:r>
            <a:rPr lang="pt-BR" dirty="0"/>
            <a:t> web</a:t>
          </a:r>
        </a:p>
      </dgm:t>
    </dgm:pt>
    <dgm:pt modelId="{83F0BA3E-37B4-4549-962E-F8A41DF5081E}" type="parTrans" cxnId="{98AB5408-850B-43EE-90ED-1B28F370320B}">
      <dgm:prSet/>
      <dgm:spPr/>
      <dgm:t>
        <a:bodyPr/>
        <a:lstStyle/>
        <a:p>
          <a:endParaRPr lang="pt-BR"/>
        </a:p>
      </dgm:t>
    </dgm:pt>
    <dgm:pt modelId="{FC9A02ED-3D19-44EC-B030-8A367965E47A}" type="sibTrans" cxnId="{98AB5408-850B-43EE-90ED-1B28F370320B}">
      <dgm:prSet/>
      <dgm:spPr/>
      <dgm:t>
        <a:bodyPr/>
        <a:lstStyle/>
        <a:p>
          <a:endParaRPr lang="pt-BR"/>
        </a:p>
      </dgm:t>
    </dgm:pt>
    <dgm:pt modelId="{AFE13FC6-87C4-4B76-8093-4E7BD3723518}">
      <dgm:prSet phldrT="[Texto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BR" dirty="0"/>
            <a:t>Fornecedor – anexa NF no </a:t>
          </a:r>
          <a:r>
            <a:rPr lang="pt-BR" dirty="0" err="1"/>
            <a:t>sigec</a:t>
          </a:r>
          <a:r>
            <a:rPr lang="pt-BR" dirty="0"/>
            <a:t> web</a:t>
          </a:r>
        </a:p>
      </dgm:t>
    </dgm:pt>
    <dgm:pt modelId="{3F36DD2F-77F7-471E-A9E8-90288A1C140A}" type="parTrans" cxnId="{8351B827-4E04-4E27-948C-EDB2C693EF50}">
      <dgm:prSet/>
      <dgm:spPr/>
      <dgm:t>
        <a:bodyPr/>
        <a:lstStyle/>
        <a:p>
          <a:endParaRPr lang="pt-BR"/>
        </a:p>
      </dgm:t>
    </dgm:pt>
    <dgm:pt modelId="{C7064769-57CC-45D9-BC3C-00724C2DBA8F}" type="sibTrans" cxnId="{8351B827-4E04-4E27-948C-EDB2C693EF50}">
      <dgm:prSet/>
      <dgm:spPr/>
      <dgm:t>
        <a:bodyPr/>
        <a:lstStyle/>
        <a:p>
          <a:endParaRPr lang="pt-BR"/>
        </a:p>
      </dgm:t>
    </dgm:pt>
    <dgm:pt modelId="{E91DD972-BB1F-4BFD-9D07-507E21FF9725}">
      <dgm:prSet phldrT="[Texto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BR" dirty="0"/>
            <a:t>CGC – imprime NF </a:t>
          </a:r>
        </a:p>
        <a:p>
          <a:r>
            <a:rPr lang="pt-BR" dirty="0"/>
            <a:t>Verifica se a OC foi aprovada</a:t>
          </a:r>
        </a:p>
      </dgm:t>
    </dgm:pt>
    <dgm:pt modelId="{3648F2C5-9FCF-412B-8B7D-9153E869DD23}" type="parTrans" cxnId="{A7F48353-2804-4309-B8D5-56596FE278D9}">
      <dgm:prSet/>
      <dgm:spPr/>
      <dgm:t>
        <a:bodyPr/>
        <a:lstStyle/>
        <a:p>
          <a:endParaRPr lang="pt-BR"/>
        </a:p>
      </dgm:t>
    </dgm:pt>
    <dgm:pt modelId="{9DDE1B98-398B-4FE0-B5B7-B4FB1DB86A86}" type="sibTrans" cxnId="{A7F48353-2804-4309-B8D5-56596FE278D9}">
      <dgm:prSet/>
      <dgm:spPr/>
      <dgm:t>
        <a:bodyPr/>
        <a:lstStyle/>
        <a:p>
          <a:endParaRPr lang="pt-BR"/>
        </a:p>
      </dgm:t>
    </dgm:pt>
    <dgm:pt modelId="{A892C119-9467-43AF-81B0-E630A3E7880A}">
      <dgm:prSet phldrT="[Texto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BR" dirty="0"/>
            <a:t>CGC – protocola NF + entregar no setor fiscal</a:t>
          </a:r>
        </a:p>
      </dgm:t>
    </dgm:pt>
    <dgm:pt modelId="{D7A65FC1-3607-464A-B70F-F2E603B4C732}" type="parTrans" cxnId="{19B65ED0-68B1-4EC3-89BC-8C2A5E22001D}">
      <dgm:prSet/>
      <dgm:spPr/>
      <dgm:t>
        <a:bodyPr/>
        <a:lstStyle/>
        <a:p>
          <a:endParaRPr lang="pt-BR"/>
        </a:p>
      </dgm:t>
    </dgm:pt>
    <dgm:pt modelId="{2800DCDA-52ED-459C-97CF-2765EFE3A462}" type="sibTrans" cxnId="{19B65ED0-68B1-4EC3-89BC-8C2A5E22001D}">
      <dgm:prSet/>
      <dgm:spPr/>
      <dgm:t>
        <a:bodyPr/>
        <a:lstStyle/>
        <a:p>
          <a:endParaRPr lang="pt-BR"/>
        </a:p>
      </dgm:t>
    </dgm:pt>
    <dgm:pt modelId="{AD03991D-9414-422C-AC70-1B3B87A8BAD7}">
      <dgm:prSet phldrT="[Texto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algn="l"/>
          <a:endParaRPr lang="pt-BR" dirty="0"/>
        </a:p>
      </dgm:t>
    </dgm:pt>
    <dgm:pt modelId="{FE58D691-32ED-4905-B99A-14DC4D977CD1}" type="sibTrans" cxnId="{E2F8C645-2C88-4537-A93E-F1BC8EE44BDB}">
      <dgm:prSet/>
      <dgm:spPr/>
      <dgm:t>
        <a:bodyPr/>
        <a:lstStyle/>
        <a:p>
          <a:endParaRPr lang="pt-BR"/>
        </a:p>
      </dgm:t>
    </dgm:pt>
    <dgm:pt modelId="{46BD55A7-E447-4BB8-BE31-C99B09653EBE}" type="parTrans" cxnId="{E2F8C645-2C88-4537-A93E-F1BC8EE44BDB}">
      <dgm:prSet/>
      <dgm:spPr/>
      <dgm:t>
        <a:bodyPr/>
        <a:lstStyle/>
        <a:p>
          <a:endParaRPr lang="pt-BR"/>
        </a:p>
      </dgm:t>
    </dgm:pt>
    <dgm:pt modelId="{F16F0F87-B83E-4CF4-A6F8-FA3500DDC743}">
      <dgm:prSet phldrT="[Texto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BR" dirty="0"/>
            <a:t>Finalizado processo de medição - CGC.</a:t>
          </a:r>
        </a:p>
      </dgm:t>
    </dgm:pt>
    <dgm:pt modelId="{A032E2E5-F714-44BF-840C-3BB794B6206A}" type="parTrans" cxnId="{2E55C0D6-F67A-495F-89C5-2D3A7CD4D4B6}">
      <dgm:prSet/>
      <dgm:spPr/>
      <dgm:t>
        <a:bodyPr/>
        <a:lstStyle/>
        <a:p>
          <a:endParaRPr lang="pt-BR"/>
        </a:p>
      </dgm:t>
    </dgm:pt>
    <dgm:pt modelId="{897C0295-3F6F-4EB2-A386-829DF9FD860B}" type="sibTrans" cxnId="{2E55C0D6-F67A-495F-89C5-2D3A7CD4D4B6}">
      <dgm:prSet/>
      <dgm:spPr/>
      <dgm:t>
        <a:bodyPr/>
        <a:lstStyle/>
        <a:p>
          <a:endParaRPr lang="pt-BR"/>
        </a:p>
      </dgm:t>
    </dgm:pt>
    <dgm:pt modelId="{D69106D3-E6DB-4CC0-8682-2B9931BE612E}" type="pres">
      <dgm:prSet presAssocID="{D77F1571-9912-46CB-B645-1CFC4EDFCA48}" presName="Name0" presStyleCnt="0">
        <dgm:presLayoutVars>
          <dgm:dir/>
          <dgm:resizeHandles val="exact"/>
        </dgm:presLayoutVars>
      </dgm:prSet>
      <dgm:spPr/>
    </dgm:pt>
    <dgm:pt modelId="{7B9E0F38-7654-4142-951B-619EA2131A0C}" type="pres">
      <dgm:prSet presAssocID="{973EEBEC-F37B-46B8-9462-50034C76504F}" presName="node" presStyleLbl="node1" presStyleIdx="0" presStyleCnt="11">
        <dgm:presLayoutVars>
          <dgm:bulletEnabled val="1"/>
        </dgm:presLayoutVars>
      </dgm:prSet>
      <dgm:spPr/>
    </dgm:pt>
    <dgm:pt modelId="{A38F919A-44E8-4D91-9C51-8F80BCF6CD72}" type="pres">
      <dgm:prSet presAssocID="{9D3E5B6F-2878-4654-8C1A-D7C257D9391D}" presName="sibTrans" presStyleLbl="sibTrans1D1" presStyleIdx="0" presStyleCnt="10"/>
      <dgm:spPr/>
    </dgm:pt>
    <dgm:pt modelId="{A50DB59C-6507-4C26-9466-8B4DD2506C24}" type="pres">
      <dgm:prSet presAssocID="{9D3E5B6F-2878-4654-8C1A-D7C257D9391D}" presName="connectorText" presStyleLbl="sibTrans1D1" presStyleIdx="0" presStyleCnt="10"/>
      <dgm:spPr/>
    </dgm:pt>
    <dgm:pt modelId="{47002D5A-5B4E-4850-B485-49E43D422137}" type="pres">
      <dgm:prSet presAssocID="{E8B99521-40C0-4C19-A1A7-6687A372F6C7}" presName="node" presStyleLbl="node1" presStyleIdx="1" presStyleCnt="11">
        <dgm:presLayoutVars>
          <dgm:bulletEnabled val="1"/>
        </dgm:presLayoutVars>
      </dgm:prSet>
      <dgm:spPr/>
    </dgm:pt>
    <dgm:pt modelId="{67BABC45-BB75-432D-95EE-19E73EF73105}" type="pres">
      <dgm:prSet presAssocID="{3D9D40C0-8A2E-4EEE-B100-98A5DCFD92A7}" presName="sibTrans" presStyleLbl="sibTrans1D1" presStyleIdx="1" presStyleCnt="10"/>
      <dgm:spPr/>
    </dgm:pt>
    <dgm:pt modelId="{2AC2DEDF-16A0-46D7-B235-EEE1F5D7A692}" type="pres">
      <dgm:prSet presAssocID="{3D9D40C0-8A2E-4EEE-B100-98A5DCFD92A7}" presName="connectorText" presStyleLbl="sibTrans1D1" presStyleIdx="1" presStyleCnt="10"/>
      <dgm:spPr/>
    </dgm:pt>
    <dgm:pt modelId="{E9F4F89B-4CCB-4643-B151-E86691AF12B5}" type="pres">
      <dgm:prSet presAssocID="{D3E632F7-02B7-4F83-BADF-784EFBE21C09}" presName="node" presStyleLbl="node1" presStyleIdx="2" presStyleCnt="11">
        <dgm:presLayoutVars>
          <dgm:bulletEnabled val="1"/>
        </dgm:presLayoutVars>
      </dgm:prSet>
      <dgm:spPr/>
    </dgm:pt>
    <dgm:pt modelId="{993C5A07-C1C7-4D9E-8161-E95B15B53818}" type="pres">
      <dgm:prSet presAssocID="{A8A7533E-23E5-452F-91A6-89053F5449B7}" presName="sibTrans" presStyleLbl="sibTrans1D1" presStyleIdx="2" presStyleCnt="10"/>
      <dgm:spPr/>
    </dgm:pt>
    <dgm:pt modelId="{7DFF1E4F-520A-41F8-A537-61411866FC0E}" type="pres">
      <dgm:prSet presAssocID="{A8A7533E-23E5-452F-91A6-89053F5449B7}" presName="connectorText" presStyleLbl="sibTrans1D1" presStyleIdx="2" presStyleCnt="10"/>
      <dgm:spPr/>
    </dgm:pt>
    <dgm:pt modelId="{C6400DAD-BD85-4B37-8613-E610BDC30734}" type="pres">
      <dgm:prSet presAssocID="{C52F0C63-66CE-428A-A816-16CEC545A797}" presName="node" presStyleLbl="node1" presStyleIdx="3" presStyleCnt="11">
        <dgm:presLayoutVars>
          <dgm:bulletEnabled val="1"/>
        </dgm:presLayoutVars>
      </dgm:prSet>
      <dgm:spPr/>
    </dgm:pt>
    <dgm:pt modelId="{4B5C52EB-958C-46B4-ACCB-52F72DB920E3}" type="pres">
      <dgm:prSet presAssocID="{461B53FA-EDA3-420E-9E5E-134DE19D1FA5}" presName="sibTrans" presStyleLbl="sibTrans1D1" presStyleIdx="3" presStyleCnt="10"/>
      <dgm:spPr/>
    </dgm:pt>
    <dgm:pt modelId="{DEA1FD73-259C-4587-B57F-56071C510F6B}" type="pres">
      <dgm:prSet presAssocID="{461B53FA-EDA3-420E-9E5E-134DE19D1FA5}" presName="connectorText" presStyleLbl="sibTrans1D1" presStyleIdx="3" presStyleCnt="10"/>
      <dgm:spPr/>
    </dgm:pt>
    <dgm:pt modelId="{44F36C95-CAC4-4DD9-B1FD-DEFB9E39A4F9}" type="pres">
      <dgm:prSet presAssocID="{AD03991D-9414-422C-AC70-1B3B87A8BAD7}" presName="node" presStyleLbl="node1" presStyleIdx="4" presStyleCnt="11">
        <dgm:presLayoutVars>
          <dgm:bulletEnabled val="1"/>
        </dgm:presLayoutVars>
      </dgm:prSet>
      <dgm:spPr/>
    </dgm:pt>
    <dgm:pt modelId="{AF899CC2-5A65-48B2-A538-17AFAF4EF8B8}" type="pres">
      <dgm:prSet presAssocID="{FE58D691-32ED-4905-B99A-14DC4D977CD1}" presName="sibTrans" presStyleLbl="sibTrans1D1" presStyleIdx="4" presStyleCnt="10"/>
      <dgm:spPr/>
    </dgm:pt>
    <dgm:pt modelId="{578DD2DC-F72D-49FD-8C06-451D351E3670}" type="pres">
      <dgm:prSet presAssocID="{FE58D691-32ED-4905-B99A-14DC4D977CD1}" presName="connectorText" presStyleLbl="sibTrans1D1" presStyleIdx="4" presStyleCnt="10"/>
      <dgm:spPr/>
    </dgm:pt>
    <dgm:pt modelId="{5F827D6B-FDBD-4B4C-91EC-98F83C7646A8}" type="pres">
      <dgm:prSet presAssocID="{5C3DC3F6-EA60-4E5C-9057-050C376B156C}" presName="node" presStyleLbl="node1" presStyleIdx="5" presStyleCnt="11">
        <dgm:presLayoutVars>
          <dgm:bulletEnabled val="1"/>
        </dgm:presLayoutVars>
      </dgm:prSet>
      <dgm:spPr/>
    </dgm:pt>
    <dgm:pt modelId="{E10F34DF-3B87-4C14-84BB-D30081823CF9}" type="pres">
      <dgm:prSet presAssocID="{D598473A-C1AD-459E-A20E-5F792CBFF305}" presName="sibTrans" presStyleLbl="sibTrans1D1" presStyleIdx="5" presStyleCnt="10"/>
      <dgm:spPr/>
    </dgm:pt>
    <dgm:pt modelId="{DA8A468A-B5FC-4551-BC9B-F68D08E4686C}" type="pres">
      <dgm:prSet presAssocID="{D598473A-C1AD-459E-A20E-5F792CBFF305}" presName="connectorText" presStyleLbl="sibTrans1D1" presStyleIdx="5" presStyleCnt="10"/>
      <dgm:spPr/>
    </dgm:pt>
    <dgm:pt modelId="{2650FE0E-0190-4918-9E51-5C4C95A970FC}" type="pres">
      <dgm:prSet presAssocID="{DE43A3E5-6D96-4707-A4DA-0C6003A544D3}" presName="node" presStyleLbl="node1" presStyleIdx="6" presStyleCnt="11">
        <dgm:presLayoutVars>
          <dgm:bulletEnabled val="1"/>
        </dgm:presLayoutVars>
      </dgm:prSet>
      <dgm:spPr/>
    </dgm:pt>
    <dgm:pt modelId="{2E7010A4-3BD5-4C94-BF92-B5354E354F6E}" type="pres">
      <dgm:prSet presAssocID="{FC9A02ED-3D19-44EC-B030-8A367965E47A}" presName="sibTrans" presStyleLbl="sibTrans1D1" presStyleIdx="6" presStyleCnt="10"/>
      <dgm:spPr/>
    </dgm:pt>
    <dgm:pt modelId="{7490A22C-E44F-4D55-8519-941458BCED40}" type="pres">
      <dgm:prSet presAssocID="{FC9A02ED-3D19-44EC-B030-8A367965E47A}" presName="connectorText" presStyleLbl="sibTrans1D1" presStyleIdx="6" presStyleCnt="10"/>
      <dgm:spPr/>
    </dgm:pt>
    <dgm:pt modelId="{84DA9E9D-72BD-48A8-AB28-0B501F8165B4}" type="pres">
      <dgm:prSet presAssocID="{AFE13FC6-87C4-4B76-8093-4E7BD3723518}" presName="node" presStyleLbl="node1" presStyleIdx="7" presStyleCnt="11">
        <dgm:presLayoutVars>
          <dgm:bulletEnabled val="1"/>
        </dgm:presLayoutVars>
      </dgm:prSet>
      <dgm:spPr/>
    </dgm:pt>
    <dgm:pt modelId="{2F4F2804-0DF5-4CE7-B4CC-D2D6AF0672A7}" type="pres">
      <dgm:prSet presAssocID="{C7064769-57CC-45D9-BC3C-00724C2DBA8F}" presName="sibTrans" presStyleLbl="sibTrans1D1" presStyleIdx="7" presStyleCnt="10"/>
      <dgm:spPr/>
    </dgm:pt>
    <dgm:pt modelId="{D13079E5-797B-43C4-8FFB-1547A3307401}" type="pres">
      <dgm:prSet presAssocID="{C7064769-57CC-45D9-BC3C-00724C2DBA8F}" presName="connectorText" presStyleLbl="sibTrans1D1" presStyleIdx="7" presStyleCnt="10"/>
      <dgm:spPr/>
    </dgm:pt>
    <dgm:pt modelId="{C916A959-6FF6-4369-8166-5D96D2382E49}" type="pres">
      <dgm:prSet presAssocID="{E91DD972-BB1F-4BFD-9D07-507E21FF9725}" presName="node" presStyleLbl="node1" presStyleIdx="8" presStyleCnt="11">
        <dgm:presLayoutVars>
          <dgm:bulletEnabled val="1"/>
        </dgm:presLayoutVars>
      </dgm:prSet>
      <dgm:spPr/>
    </dgm:pt>
    <dgm:pt modelId="{2B692C49-EA3C-4DCC-B94D-ADC5E6516752}" type="pres">
      <dgm:prSet presAssocID="{9DDE1B98-398B-4FE0-B5B7-B4FB1DB86A86}" presName="sibTrans" presStyleLbl="sibTrans1D1" presStyleIdx="8" presStyleCnt="10"/>
      <dgm:spPr/>
    </dgm:pt>
    <dgm:pt modelId="{F59C51F0-8E75-4BDC-A0BA-85450A32CEE2}" type="pres">
      <dgm:prSet presAssocID="{9DDE1B98-398B-4FE0-B5B7-B4FB1DB86A86}" presName="connectorText" presStyleLbl="sibTrans1D1" presStyleIdx="8" presStyleCnt="10"/>
      <dgm:spPr/>
    </dgm:pt>
    <dgm:pt modelId="{B09E82BE-1B4D-4DC6-AB4A-48DB2F8946B1}" type="pres">
      <dgm:prSet presAssocID="{A892C119-9467-43AF-81B0-E630A3E7880A}" presName="node" presStyleLbl="node1" presStyleIdx="9" presStyleCnt="11" custLinFactNeighborX="1664">
        <dgm:presLayoutVars>
          <dgm:bulletEnabled val="1"/>
        </dgm:presLayoutVars>
      </dgm:prSet>
      <dgm:spPr/>
    </dgm:pt>
    <dgm:pt modelId="{D5EBB4B4-BBDB-4412-A60C-64512F7329A8}" type="pres">
      <dgm:prSet presAssocID="{2800DCDA-52ED-459C-97CF-2765EFE3A462}" presName="sibTrans" presStyleLbl="sibTrans1D1" presStyleIdx="9" presStyleCnt="10"/>
      <dgm:spPr/>
    </dgm:pt>
    <dgm:pt modelId="{1FFF0124-279F-4994-A9F7-0E6891A9ED60}" type="pres">
      <dgm:prSet presAssocID="{2800DCDA-52ED-459C-97CF-2765EFE3A462}" presName="connectorText" presStyleLbl="sibTrans1D1" presStyleIdx="9" presStyleCnt="10"/>
      <dgm:spPr/>
    </dgm:pt>
    <dgm:pt modelId="{8A2B170A-283F-4C16-8825-52C639289179}" type="pres">
      <dgm:prSet presAssocID="{F16F0F87-B83E-4CF4-A6F8-FA3500DDC743}" presName="node" presStyleLbl="node1" presStyleIdx="10" presStyleCnt="11">
        <dgm:presLayoutVars>
          <dgm:bulletEnabled val="1"/>
        </dgm:presLayoutVars>
      </dgm:prSet>
      <dgm:spPr/>
    </dgm:pt>
  </dgm:ptLst>
  <dgm:cxnLst>
    <dgm:cxn modelId="{AF188903-A876-48C2-85FC-FD1577E47107}" type="presOf" srcId="{FC9A02ED-3D19-44EC-B030-8A367965E47A}" destId="{2E7010A4-3BD5-4C94-BF92-B5354E354F6E}" srcOrd="0" destOrd="0" presId="urn:microsoft.com/office/officeart/2005/8/layout/bProcess3"/>
    <dgm:cxn modelId="{3396DF07-3784-4905-8F88-17E02A40A4C7}" srcId="{D77F1571-9912-46CB-B645-1CFC4EDFCA48}" destId="{E8B99521-40C0-4C19-A1A7-6687A372F6C7}" srcOrd="1" destOrd="0" parTransId="{3435B279-CD52-46B0-9E70-CD3517570A70}" sibTransId="{3D9D40C0-8A2E-4EEE-B100-98A5DCFD92A7}"/>
    <dgm:cxn modelId="{98AB5408-850B-43EE-90ED-1B28F370320B}" srcId="{D77F1571-9912-46CB-B645-1CFC4EDFCA48}" destId="{DE43A3E5-6D96-4707-A4DA-0C6003A544D3}" srcOrd="6" destOrd="0" parTransId="{83F0BA3E-37B4-4549-962E-F8A41DF5081E}" sibTransId="{FC9A02ED-3D19-44EC-B030-8A367965E47A}"/>
    <dgm:cxn modelId="{8ED0730E-A6F8-4732-8141-0B5879B4AD8B}" type="presOf" srcId="{E8B99521-40C0-4C19-A1A7-6687A372F6C7}" destId="{47002D5A-5B4E-4850-B485-49E43D422137}" srcOrd="0" destOrd="0" presId="urn:microsoft.com/office/officeart/2005/8/layout/bProcess3"/>
    <dgm:cxn modelId="{93B4C215-5EA0-4DBA-9C83-C1DC94B3C097}" srcId="{D77F1571-9912-46CB-B645-1CFC4EDFCA48}" destId="{5C3DC3F6-EA60-4E5C-9057-050C376B156C}" srcOrd="5" destOrd="0" parTransId="{EF0B4460-92B2-4A61-9EE0-BBF91B87E98B}" sibTransId="{D598473A-C1AD-459E-A20E-5F792CBFF305}"/>
    <dgm:cxn modelId="{4179CB17-3D98-4F21-B100-B7051E79B80A}" type="presOf" srcId="{D77F1571-9912-46CB-B645-1CFC4EDFCA48}" destId="{D69106D3-E6DB-4CC0-8682-2B9931BE612E}" srcOrd="0" destOrd="0" presId="urn:microsoft.com/office/officeart/2005/8/layout/bProcess3"/>
    <dgm:cxn modelId="{86D85020-A68A-4C48-94F6-18BBB7B6909E}" type="presOf" srcId="{3D9D40C0-8A2E-4EEE-B100-98A5DCFD92A7}" destId="{67BABC45-BB75-432D-95EE-19E73EF73105}" srcOrd="0" destOrd="0" presId="urn:microsoft.com/office/officeart/2005/8/layout/bProcess3"/>
    <dgm:cxn modelId="{6C89FD25-7839-41AE-8100-C7A376A95D48}" type="presOf" srcId="{9DDE1B98-398B-4FE0-B5B7-B4FB1DB86A86}" destId="{2B692C49-EA3C-4DCC-B94D-ADC5E6516752}" srcOrd="0" destOrd="0" presId="urn:microsoft.com/office/officeart/2005/8/layout/bProcess3"/>
    <dgm:cxn modelId="{8351B827-4E04-4E27-948C-EDB2C693EF50}" srcId="{D77F1571-9912-46CB-B645-1CFC4EDFCA48}" destId="{AFE13FC6-87C4-4B76-8093-4E7BD3723518}" srcOrd="7" destOrd="0" parTransId="{3F36DD2F-77F7-471E-A9E8-90288A1C140A}" sibTransId="{C7064769-57CC-45D9-BC3C-00724C2DBA8F}"/>
    <dgm:cxn modelId="{122B3237-AF0F-45A3-BBF4-4E2284EB0A63}" type="presOf" srcId="{AFE13FC6-87C4-4B76-8093-4E7BD3723518}" destId="{84DA9E9D-72BD-48A8-AB28-0B501F8165B4}" srcOrd="0" destOrd="0" presId="urn:microsoft.com/office/officeart/2005/8/layout/bProcess3"/>
    <dgm:cxn modelId="{5090FA3A-418A-4DDF-B983-93F675DE48D6}" type="presOf" srcId="{C7064769-57CC-45D9-BC3C-00724C2DBA8F}" destId="{2F4F2804-0DF5-4CE7-B4CC-D2D6AF0672A7}" srcOrd="0" destOrd="0" presId="urn:microsoft.com/office/officeart/2005/8/layout/bProcess3"/>
    <dgm:cxn modelId="{3702763D-FFE6-4A96-B448-78411AB44B8D}" type="presOf" srcId="{9D3E5B6F-2878-4654-8C1A-D7C257D9391D}" destId="{A38F919A-44E8-4D91-9C51-8F80BCF6CD72}" srcOrd="0" destOrd="0" presId="urn:microsoft.com/office/officeart/2005/8/layout/bProcess3"/>
    <dgm:cxn modelId="{3DC9BC5D-F088-4C11-9C72-ED4BF936A409}" type="presOf" srcId="{E91DD972-BB1F-4BFD-9D07-507E21FF9725}" destId="{C916A959-6FF6-4369-8166-5D96D2382E49}" srcOrd="0" destOrd="0" presId="urn:microsoft.com/office/officeart/2005/8/layout/bProcess3"/>
    <dgm:cxn modelId="{5F336862-2EB2-436F-9E41-C811B6C4B134}" type="presOf" srcId="{D598473A-C1AD-459E-A20E-5F792CBFF305}" destId="{DA8A468A-B5FC-4551-BC9B-F68D08E4686C}" srcOrd="1" destOrd="0" presId="urn:microsoft.com/office/officeart/2005/8/layout/bProcess3"/>
    <dgm:cxn modelId="{C764CD63-49FF-4FA7-B6F9-E5803E37266A}" type="presOf" srcId="{9D3E5B6F-2878-4654-8C1A-D7C257D9391D}" destId="{A50DB59C-6507-4C26-9466-8B4DD2506C24}" srcOrd="1" destOrd="0" presId="urn:microsoft.com/office/officeart/2005/8/layout/bProcess3"/>
    <dgm:cxn modelId="{E2F8C645-2C88-4537-A93E-F1BC8EE44BDB}" srcId="{D77F1571-9912-46CB-B645-1CFC4EDFCA48}" destId="{AD03991D-9414-422C-AC70-1B3B87A8BAD7}" srcOrd="4" destOrd="0" parTransId="{46BD55A7-E447-4BB8-BE31-C99B09653EBE}" sibTransId="{FE58D691-32ED-4905-B99A-14DC4D977CD1}"/>
    <dgm:cxn modelId="{D27C8067-22D2-421B-BC47-F05B7905A2B5}" type="presOf" srcId="{461B53FA-EDA3-420E-9E5E-134DE19D1FA5}" destId="{DEA1FD73-259C-4587-B57F-56071C510F6B}" srcOrd="1" destOrd="0" presId="urn:microsoft.com/office/officeart/2005/8/layout/bProcess3"/>
    <dgm:cxn modelId="{741A4470-6F01-4DD1-BAD7-E253449EF951}" type="presOf" srcId="{9DDE1B98-398B-4FE0-B5B7-B4FB1DB86A86}" destId="{F59C51F0-8E75-4BDC-A0BA-85450A32CEE2}" srcOrd="1" destOrd="0" presId="urn:microsoft.com/office/officeart/2005/8/layout/bProcess3"/>
    <dgm:cxn modelId="{F1541E51-42F6-4594-A42E-63B415C56D73}" type="presOf" srcId="{2800DCDA-52ED-459C-97CF-2765EFE3A462}" destId="{D5EBB4B4-BBDB-4412-A60C-64512F7329A8}" srcOrd="0" destOrd="0" presId="urn:microsoft.com/office/officeart/2005/8/layout/bProcess3"/>
    <dgm:cxn modelId="{B39D9751-FA68-4EEA-B5E8-2E13030457C6}" type="presOf" srcId="{5C3DC3F6-EA60-4E5C-9057-050C376B156C}" destId="{5F827D6B-FDBD-4B4C-91EC-98F83C7646A8}" srcOrd="0" destOrd="0" presId="urn:microsoft.com/office/officeart/2005/8/layout/bProcess3"/>
    <dgm:cxn modelId="{A7F48353-2804-4309-B8D5-56596FE278D9}" srcId="{D77F1571-9912-46CB-B645-1CFC4EDFCA48}" destId="{E91DD972-BB1F-4BFD-9D07-507E21FF9725}" srcOrd="8" destOrd="0" parTransId="{3648F2C5-9FCF-412B-8B7D-9153E869DD23}" sibTransId="{9DDE1B98-398B-4FE0-B5B7-B4FB1DB86A86}"/>
    <dgm:cxn modelId="{1516DC53-1883-4F97-B8E6-5DD857847C84}" type="presOf" srcId="{461B53FA-EDA3-420E-9E5E-134DE19D1FA5}" destId="{4B5C52EB-958C-46B4-ACCB-52F72DB920E3}" srcOrd="0" destOrd="0" presId="urn:microsoft.com/office/officeart/2005/8/layout/bProcess3"/>
    <dgm:cxn modelId="{55987C75-3240-42CF-9781-7DCDFCCB99F2}" type="presOf" srcId="{FC9A02ED-3D19-44EC-B030-8A367965E47A}" destId="{7490A22C-E44F-4D55-8519-941458BCED40}" srcOrd="1" destOrd="0" presId="urn:microsoft.com/office/officeart/2005/8/layout/bProcess3"/>
    <dgm:cxn modelId="{FBE7C958-A70B-4BC0-A490-1EF0B0625C9D}" type="presOf" srcId="{FE58D691-32ED-4905-B99A-14DC4D977CD1}" destId="{AF899CC2-5A65-48B2-A538-17AFAF4EF8B8}" srcOrd="0" destOrd="0" presId="urn:microsoft.com/office/officeart/2005/8/layout/bProcess3"/>
    <dgm:cxn modelId="{12D67B7A-7C24-406F-90E9-974E535797E2}" type="presOf" srcId="{A8A7533E-23E5-452F-91A6-89053F5449B7}" destId="{993C5A07-C1C7-4D9E-8161-E95B15B53818}" srcOrd="0" destOrd="0" presId="urn:microsoft.com/office/officeart/2005/8/layout/bProcess3"/>
    <dgm:cxn modelId="{A1D4847B-D5BB-4665-A3D1-1B8B7BBFA3EC}" srcId="{D77F1571-9912-46CB-B645-1CFC4EDFCA48}" destId="{C52F0C63-66CE-428A-A816-16CEC545A797}" srcOrd="3" destOrd="0" parTransId="{238D9C23-EDB4-46EE-8C00-FE3E92250F5C}" sibTransId="{461B53FA-EDA3-420E-9E5E-134DE19D1FA5}"/>
    <dgm:cxn modelId="{206401A9-15DD-4AEA-8B81-83657F53AFE7}" type="presOf" srcId="{A8A7533E-23E5-452F-91A6-89053F5449B7}" destId="{7DFF1E4F-520A-41F8-A537-61411866FC0E}" srcOrd="1" destOrd="0" presId="urn:microsoft.com/office/officeart/2005/8/layout/bProcess3"/>
    <dgm:cxn modelId="{6CBFB5AD-8922-4400-AFAB-EB6CBBB34DE1}" type="presOf" srcId="{2800DCDA-52ED-459C-97CF-2765EFE3A462}" destId="{1FFF0124-279F-4994-A9F7-0E6891A9ED60}" srcOrd="1" destOrd="0" presId="urn:microsoft.com/office/officeart/2005/8/layout/bProcess3"/>
    <dgm:cxn modelId="{BFE631B5-7430-4758-AC7A-15C1D563A4B3}" type="presOf" srcId="{973EEBEC-F37B-46B8-9462-50034C76504F}" destId="{7B9E0F38-7654-4142-951B-619EA2131A0C}" srcOrd="0" destOrd="0" presId="urn:microsoft.com/office/officeart/2005/8/layout/bProcess3"/>
    <dgm:cxn modelId="{FDB804BB-A66C-4697-B323-930217DA6380}" type="presOf" srcId="{C52F0C63-66CE-428A-A816-16CEC545A797}" destId="{C6400DAD-BD85-4B37-8613-E610BDC30734}" srcOrd="0" destOrd="0" presId="urn:microsoft.com/office/officeart/2005/8/layout/bProcess3"/>
    <dgm:cxn modelId="{DD84F1BD-5C7F-4339-8AB8-E0A58830580E}" type="presOf" srcId="{D598473A-C1AD-459E-A20E-5F792CBFF305}" destId="{E10F34DF-3B87-4C14-84BB-D30081823CF9}" srcOrd="0" destOrd="0" presId="urn:microsoft.com/office/officeart/2005/8/layout/bProcess3"/>
    <dgm:cxn modelId="{495537C5-AF1F-4355-8242-DAA3B6F3EFFB}" type="presOf" srcId="{F16F0F87-B83E-4CF4-A6F8-FA3500DDC743}" destId="{8A2B170A-283F-4C16-8825-52C639289179}" srcOrd="0" destOrd="0" presId="urn:microsoft.com/office/officeart/2005/8/layout/bProcess3"/>
    <dgm:cxn modelId="{DB9210CE-D2C7-4E2D-95EB-BA0D7360113C}" type="presOf" srcId="{A892C119-9467-43AF-81B0-E630A3E7880A}" destId="{B09E82BE-1B4D-4DC6-AB4A-48DB2F8946B1}" srcOrd="0" destOrd="0" presId="urn:microsoft.com/office/officeart/2005/8/layout/bProcess3"/>
    <dgm:cxn modelId="{19B65ED0-68B1-4EC3-89BC-8C2A5E22001D}" srcId="{D77F1571-9912-46CB-B645-1CFC4EDFCA48}" destId="{A892C119-9467-43AF-81B0-E630A3E7880A}" srcOrd="9" destOrd="0" parTransId="{D7A65FC1-3607-464A-B70F-F2E603B4C732}" sibTransId="{2800DCDA-52ED-459C-97CF-2765EFE3A462}"/>
    <dgm:cxn modelId="{2E55C0D6-F67A-495F-89C5-2D3A7CD4D4B6}" srcId="{D77F1571-9912-46CB-B645-1CFC4EDFCA48}" destId="{F16F0F87-B83E-4CF4-A6F8-FA3500DDC743}" srcOrd="10" destOrd="0" parTransId="{A032E2E5-F714-44BF-840C-3BB794B6206A}" sibTransId="{897C0295-3F6F-4EB2-A386-829DF9FD860B}"/>
    <dgm:cxn modelId="{00F0C7D8-DDE4-43EA-BC7D-242401A507D8}" type="presOf" srcId="{D3E632F7-02B7-4F83-BADF-784EFBE21C09}" destId="{E9F4F89B-4CCB-4643-B151-E86691AF12B5}" srcOrd="0" destOrd="0" presId="urn:microsoft.com/office/officeart/2005/8/layout/bProcess3"/>
    <dgm:cxn modelId="{F2901CE2-C4B9-4820-A41D-CA23FCBF4E10}" type="presOf" srcId="{AD03991D-9414-422C-AC70-1B3B87A8BAD7}" destId="{44F36C95-CAC4-4DD9-B1FD-DEFB9E39A4F9}" srcOrd="0" destOrd="0" presId="urn:microsoft.com/office/officeart/2005/8/layout/bProcess3"/>
    <dgm:cxn modelId="{B20021E6-FC8A-4AA4-B0EC-DA52DB44FE83}" type="presOf" srcId="{FE58D691-32ED-4905-B99A-14DC4D977CD1}" destId="{578DD2DC-F72D-49FD-8C06-451D351E3670}" srcOrd="1" destOrd="0" presId="urn:microsoft.com/office/officeart/2005/8/layout/bProcess3"/>
    <dgm:cxn modelId="{E53999EE-B77E-464E-B55E-17BFEB742BD2}" type="presOf" srcId="{C7064769-57CC-45D9-BC3C-00724C2DBA8F}" destId="{D13079E5-797B-43C4-8FFB-1547A3307401}" srcOrd="1" destOrd="0" presId="urn:microsoft.com/office/officeart/2005/8/layout/bProcess3"/>
    <dgm:cxn modelId="{C7CA91EF-3BE5-489C-AB42-FDEB3D478F35}" srcId="{D77F1571-9912-46CB-B645-1CFC4EDFCA48}" destId="{D3E632F7-02B7-4F83-BADF-784EFBE21C09}" srcOrd="2" destOrd="0" parTransId="{5E1B1061-1B79-4F33-8327-73ABF91A5959}" sibTransId="{A8A7533E-23E5-452F-91A6-89053F5449B7}"/>
    <dgm:cxn modelId="{EFB030F4-58D2-4B6B-A78C-A951400E90EB}" type="presOf" srcId="{DE43A3E5-6D96-4707-A4DA-0C6003A544D3}" destId="{2650FE0E-0190-4918-9E51-5C4C95A970FC}" srcOrd="0" destOrd="0" presId="urn:microsoft.com/office/officeart/2005/8/layout/bProcess3"/>
    <dgm:cxn modelId="{208A87F6-DBB7-48F3-87E0-983F26A44E36}" srcId="{D77F1571-9912-46CB-B645-1CFC4EDFCA48}" destId="{973EEBEC-F37B-46B8-9462-50034C76504F}" srcOrd="0" destOrd="0" parTransId="{85D3F0BD-A750-4460-ABF8-21C4C30E31EB}" sibTransId="{9D3E5B6F-2878-4654-8C1A-D7C257D9391D}"/>
    <dgm:cxn modelId="{8391B0FF-773C-439A-A8A0-0E2100805C3E}" type="presOf" srcId="{3D9D40C0-8A2E-4EEE-B100-98A5DCFD92A7}" destId="{2AC2DEDF-16A0-46D7-B235-EEE1F5D7A692}" srcOrd="1" destOrd="0" presId="urn:microsoft.com/office/officeart/2005/8/layout/bProcess3"/>
    <dgm:cxn modelId="{40851ABC-FA91-4013-9D55-2183729AFA7B}" type="presParOf" srcId="{D69106D3-E6DB-4CC0-8682-2B9931BE612E}" destId="{7B9E0F38-7654-4142-951B-619EA2131A0C}" srcOrd="0" destOrd="0" presId="urn:microsoft.com/office/officeart/2005/8/layout/bProcess3"/>
    <dgm:cxn modelId="{81B0C40B-501F-4521-87E4-A229FBBC2A83}" type="presParOf" srcId="{D69106D3-E6DB-4CC0-8682-2B9931BE612E}" destId="{A38F919A-44E8-4D91-9C51-8F80BCF6CD72}" srcOrd="1" destOrd="0" presId="urn:microsoft.com/office/officeart/2005/8/layout/bProcess3"/>
    <dgm:cxn modelId="{80DF71D2-A03C-45C4-B1FF-46B82BDAE100}" type="presParOf" srcId="{A38F919A-44E8-4D91-9C51-8F80BCF6CD72}" destId="{A50DB59C-6507-4C26-9466-8B4DD2506C24}" srcOrd="0" destOrd="0" presId="urn:microsoft.com/office/officeart/2005/8/layout/bProcess3"/>
    <dgm:cxn modelId="{37DBF947-7157-4653-B139-B2A27E6FB88D}" type="presParOf" srcId="{D69106D3-E6DB-4CC0-8682-2B9931BE612E}" destId="{47002D5A-5B4E-4850-B485-49E43D422137}" srcOrd="2" destOrd="0" presId="urn:microsoft.com/office/officeart/2005/8/layout/bProcess3"/>
    <dgm:cxn modelId="{E084542C-CB18-4E5E-A324-44F788E7B1F5}" type="presParOf" srcId="{D69106D3-E6DB-4CC0-8682-2B9931BE612E}" destId="{67BABC45-BB75-432D-95EE-19E73EF73105}" srcOrd="3" destOrd="0" presId="urn:microsoft.com/office/officeart/2005/8/layout/bProcess3"/>
    <dgm:cxn modelId="{5C743D58-F15C-4965-A443-93EEBBC32AE9}" type="presParOf" srcId="{67BABC45-BB75-432D-95EE-19E73EF73105}" destId="{2AC2DEDF-16A0-46D7-B235-EEE1F5D7A692}" srcOrd="0" destOrd="0" presId="urn:microsoft.com/office/officeart/2005/8/layout/bProcess3"/>
    <dgm:cxn modelId="{82497A07-399C-49D3-A2B4-6280C570BFA3}" type="presParOf" srcId="{D69106D3-E6DB-4CC0-8682-2B9931BE612E}" destId="{E9F4F89B-4CCB-4643-B151-E86691AF12B5}" srcOrd="4" destOrd="0" presId="urn:microsoft.com/office/officeart/2005/8/layout/bProcess3"/>
    <dgm:cxn modelId="{90E530AE-34D2-4686-AD62-E19DC924B806}" type="presParOf" srcId="{D69106D3-E6DB-4CC0-8682-2B9931BE612E}" destId="{993C5A07-C1C7-4D9E-8161-E95B15B53818}" srcOrd="5" destOrd="0" presId="urn:microsoft.com/office/officeart/2005/8/layout/bProcess3"/>
    <dgm:cxn modelId="{1863822D-DDD7-436D-81C3-1C5F19FD969D}" type="presParOf" srcId="{993C5A07-C1C7-4D9E-8161-E95B15B53818}" destId="{7DFF1E4F-520A-41F8-A537-61411866FC0E}" srcOrd="0" destOrd="0" presId="urn:microsoft.com/office/officeart/2005/8/layout/bProcess3"/>
    <dgm:cxn modelId="{8FBC8D42-9734-4BFC-877D-2169D0D92215}" type="presParOf" srcId="{D69106D3-E6DB-4CC0-8682-2B9931BE612E}" destId="{C6400DAD-BD85-4B37-8613-E610BDC30734}" srcOrd="6" destOrd="0" presId="urn:microsoft.com/office/officeart/2005/8/layout/bProcess3"/>
    <dgm:cxn modelId="{0267D185-B8F1-4704-BEE3-D315367C8020}" type="presParOf" srcId="{D69106D3-E6DB-4CC0-8682-2B9931BE612E}" destId="{4B5C52EB-958C-46B4-ACCB-52F72DB920E3}" srcOrd="7" destOrd="0" presId="urn:microsoft.com/office/officeart/2005/8/layout/bProcess3"/>
    <dgm:cxn modelId="{823BD11F-0B96-4C71-9FC8-1A5E86B2B6D9}" type="presParOf" srcId="{4B5C52EB-958C-46B4-ACCB-52F72DB920E3}" destId="{DEA1FD73-259C-4587-B57F-56071C510F6B}" srcOrd="0" destOrd="0" presId="urn:microsoft.com/office/officeart/2005/8/layout/bProcess3"/>
    <dgm:cxn modelId="{4C84691E-C513-4AF9-9ACC-0D4420D72E22}" type="presParOf" srcId="{D69106D3-E6DB-4CC0-8682-2B9931BE612E}" destId="{44F36C95-CAC4-4DD9-B1FD-DEFB9E39A4F9}" srcOrd="8" destOrd="0" presId="urn:microsoft.com/office/officeart/2005/8/layout/bProcess3"/>
    <dgm:cxn modelId="{7B6DBC1D-A799-4F39-BBD4-E90E46942A69}" type="presParOf" srcId="{D69106D3-E6DB-4CC0-8682-2B9931BE612E}" destId="{AF899CC2-5A65-48B2-A538-17AFAF4EF8B8}" srcOrd="9" destOrd="0" presId="urn:microsoft.com/office/officeart/2005/8/layout/bProcess3"/>
    <dgm:cxn modelId="{CAB98DCD-7BC3-4EDD-878D-A5BC3FC6ABF3}" type="presParOf" srcId="{AF899CC2-5A65-48B2-A538-17AFAF4EF8B8}" destId="{578DD2DC-F72D-49FD-8C06-451D351E3670}" srcOrd="0" destOrd="0" presId="urn:microsoft.com/office/officeart/2005/8/layout/bProcess3"/>
    <dgm:cxn modelId="{0BE0D026-3F51-4868-AD04-FF54642B633F}" type="presParOf" srcId="{D69106D3-E6DB-4CC0-8682-2B9931BE612E}" destId="{5F827D6B-FDBD-4B4C-91EC-98F83C7646A8}" srcOrd="10" destOrd="0" presId="urn:microsoft.com/office/officeart/2005/8/layout/bProcess3"/>
    <dgm:cxn modelId="{CFB26660-F6CF-4CAB-9496-6E19566E0A44}" type="presParOf" srcId="{D69106D3-E6DB-4CC0-8682-2B9931BE612E}" destId="{E10F34DF-3B87-4C14-84BB-D30081823CF9}" srcOrd="11" destOrd="0" presId="urn:microsoft.com/office/officeart/2005/8/layout/bProcess3"/>
    <dgm:cxn modelId="{A79A43AC-190E-47F9-8AEC-5A8284265E27}" type="presParOf" srcId="{E10F34DF-3B87-4C14-84BB-D30081823CF9}" destId="{DA8A468A-B5FC-4551-BC9B-F68D08E4686C}" srcOrd="0" destOrd="0" presId="urn:microsoft.com/office/officeart/2005/8/layout/bProcess3"/>
    <dgm:cxn modelId="{97B39BB9-6F95-47D6-970A-ADF990C132F1}" type="presParOf" srcId="{D69106D3-E6DB-4CC0-8682-2B9931BE612E}" destId="{2650FE0E-0190-4918-9E51-5C4C95A970FC}" srcOrd="12" destOrd="0" presId="urn:microsoft.com/office/officeart/2005/8/layout/bProcess3"/>
    <dgm:cxn modelId="{4A1A0A92-1814-4641-AEFC-38B8AD054E0C}" type="presParOf" srcId="{D69106D3-E6DB-4CC0-8682-2B9931BE612E}" destId="{2E7010A4-3BD5-4C94-BF92-B5354E354F6E}" srcOrd="13" destOrd="0" presId="urn:microsoft.com/office/officeart/2005/8/layout/bProcess3"/>
    <dgm:cxn modelId="{644460FE-73AC-4737-886F-14DB7EB42952}" type="presParOf" srcId="{2E7010A4-3BD5-4C94-BF92-B5354E354F6E}" destId="{7490A22C-E44F-4D55-8519-941458BCED40}" srcOrd="0" destOrd="0" presId="urn:microsoft.com/office/officeart/2005/8/layout/bProcess3"/>
    <dgm:cxn modelId="{C885AFD6-F69A-4E7F-A0F9-B233F1174EF1}" type="presParOf" srcId="{D69106D3-E6DB-4CC0-8682-2B9931BE612E}" destId="{84DA9E9D-72BD-48A8-AB28-0B501F8165B4}" srcOrd="14" destOrd="0" presId="urn:microsoft.com/office/officeart/2005/8/layout/bProcess3"/>
    <dgm:cxn modelId="{2344584D-88B2-43EE-B2F0-F13B6578DA2A}" type="presParOf" srcId="{D69106D3-E6DB-4CC0-8682-2B9931BE612E}" destId="{2F4F2804-0DF5-4CE7-B4CC-D2D6AF0672A7}" srcOrd="15" destOrd="0" presId="urn:microsoft.com/office/officeart/2005/8/layout/bProcess3"/>
    <dgm:cxn modelId="{C2E0D1D0-251F-411E-B9E3-2F7DFFA0207B}" type="presParOf" srcId="{2F4F2804-0DF5-4CE7-B4CC-D2D6AF0672A7}" destId="{D13079E5-797B-43C4-8FFB-1547A3307401}" srcOrd="0" destOrd="0" presId="urn:microsoft.com/office/officeart/2005/8/layout/bProcess3"/>
    <dgm:cxn modelId="{751302CD-49FB-4386-97FF-044D4365BE8E}" type="presParOf" srcId="{D69106D3-E6DB-4CC0-8682-2B9931BE612E}" destId="{C916A959-6FF6-4369-8166-5D96D2382E49}" srcOrd="16" destOrd="0" presId="urn:microsoft.com/office/officeart/2005/8/layout/bProcess3"/>
    <dgm:cxn modelId="{CCC5D8F6-AA88-4D4A-BEEF-13CF04FC2651}" type="presParOf" srcId="{D69106D3-E6DB-4CC0-8682-2B9931BE612E}" destId="{2B692C49-EA3C-4DCC-B94D-ADC5E6516752}" srcOrd="17" destOrd="0" presId="urn:microsoft.com/office/officeart/2005/8/layout/bProcess3"/>
    <dgm:cxn modelId="{5E6583A9-3E19-4F1B-A0CE-2D3079B09A5E}" type="presParOf" srcId="{2B692C49-EA3C-4DCC-B94D-ADC5E6516752}" destId="{F59C51F0-8E75-4BDC-A0BA-85450A32CEE2}" srcOrd="0" destOrd="0" presId="urn:microsoft.com/office/officeart/2005/8/layout/bProcess3"/>
    <dgm:cxn modelId="{A1BBB279-0622-4213-B8D8-8F684BCE9337}" type="presParOf" srcId="{D69106D3-E6DB-4CC0-8682-2B9931BE612E}" destId="{B09E82BE-1B4D-4DC6-AB4A-48DB2F8946B1}" srcOrd="18" destOrd="0" presId="urn:microsoft.com/office/officeart/2005/8/layout/bProcess3"/>
    <dgm:cxn modelId="{EEF4CD15-C4C9-4037-8341-3A282ADD06BB}" type="presParOf" srcId="{D69106D3-E6DB-4CC0-8682-2B9931BE612E}" destId="{D5EBB4B4-BBDB-4412-A60C-64512F7329A8}" srcOrd="19" destOrd="0" presId="urn:microsoft.com/office/officeart/2005/8/layout/bProcess3"/>
    <dgm:cxn modelId="{10E2F31A-5AB2-430D-B20C-E30048EFD690}" type="presParOf" srcId="{D5EBB4B4-BBDB-4412-A60C-64512F7329A8}" destId="{1FFF0124-279F-4994-A9F7-0E6891A9ED60}" srcOrd="0" destOrd="0" presId="urn:microsoft.com/office/officeart/2005/8/layout/bProcess3"/>
    <dgm:cxn modelId="{2DBDCF7D-D281-475C-94D9-A1C61D62E24E}" type="presParOf" srcId="{D69106D3-E6DB-4CC0-8682-2B9931BE612E}" destId="{8A2B170A-283F-4C16-8825-52C639289179}" srcOrd="2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2A615B-0D36-494B-B008-F2773020E3A8}">
      <dsp:nvSpPr>
        <dsp:cNvPr id="0" name=""/>
        <dsp:cNvSpPr/>
      </dsp:nvSpPr>
      <dsp:spPr>
        <a:xfrm>
          <a:off x="2460" y="1371447"/>
          <a:ext cx="2189637" cy="875855"/>
        </a:xfrm>
        <a:prstGeom prst="chevron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Absorção do contrato </a:t>
          </a:r>
        </a:p>
      </dsp:txBody>
      <dsp:txXfrm>
        <a:off x="440388" y="1371447"/>
        <a:ext cx="1313782" cy="875855"/>
      </dsp:txXfrm>
    </dsp:sp>
    <dsp:sp modelId="{DB38C1A7-C8EA-4C5F-9981-1752A888B7D5}">
      <dsp:nvSpPr>
        <dsp:cNvPr id="0" name=""/>
        <dsp:cNvSpPr/>
      </dsp:nvSpPr>
      <dsp:spPr>
        <a:xfrm>
          <a:off x="1973134" y="1371447"/>
          <a:ext cx="2189637" cy="875855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Leitura do contrato </a:t>
          </a:r>
        </a:p>
      </dsp:txBody>
      <dsp:txXfrm>
        <a:off x="2411062" y="1371447"/>
        <a:ext cx="1313782" cy="875855"/>
      </dsp:txXfrm>
    </dsp:sp>
    <dsp:sp modelId="{8AFFC4CA-3456-46ED-9933-62931ECE2F73}">
      <dsp:nvSpPr>
        <dsp:cNvPr id="0" name=""/>
        <dsp:cNvSpPr/>
      </dsp:nvSpPr>
      <dsp:spPr>
        <a:xfrm>
          <a:off x="3943808" y="1371447"/>
          <a:ext cx="2189637" cy="87585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Inserir fornecedor na planilha de medição</a:t>
          </a:r>
        </a:p>
      </dsp:txBody>
      <dsp:txXfrm>
        <a:off x="4381736" y="1371447"/>
        <a:ext cx="1313782" cy="875855"/>
      </dsp:txXfrm>
    </dsp:sp>
    <dsp:sp modelId="{26FC4583-1059-411C-BAB4-053377530B5A}">
      <dsp:nvSpPr>
        <dsp:cNvPr id="0" name=""/>
        <dsp:cNvSpPr/>
      </dsp:nvSpPr>
      <dsp:spPr>
        <a:xfrm>
          <a:off x="5914482" y="1371447"/>
          <a:ext cx="2189637" cy="87585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Criação da pasta - contrato</a:t>
          </a:r>
        </a:p>
      </dsp:txBody>
      <dsp:txXfrm>
        <a:off x="6352410" y="1371447"/>
        <a:ext cx="1313782" cy="875855"/>
      </dsp:txXfrm>
    </dsp:sp>
    <dsp:sp modelId="{19F30892-1E82-4F20-8FA5-C8A68F29EA94}">
      <dsp:nvSpPr>
        <dsp:cNvPr id="0" name=""/>
        <dsp:cNvSpPr/>
      </dsp:nvSpPr>
      <dsp:spPr>
        <a:xfrm>
          <a:off x="7885156" y="1371447"/>
          <a:ext cx="2189637" cy="87585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Criação do boletim de</a:t>
          </a:r>
          <a:r>
            <a:rPr lang="pt-BR" sz="1400" kern="1200" dirty="0">
              <a:latin typeface="Montserrat"/>
            </a:rPr>
            <a:t> medição</a:t>
          </a:r>
          <a:endParaRPr lang="pt-BR" sz="1400" kern="1200" dirty="0"/>
        </a:p>
      </dsp:txBody>
      <dsp:txXfrm>
        <a:off x="8323084" y="1371447"/>
        <a:ext cx="1313782" cy="8758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8F919A-44E8-4D91-9C51-8F80BCF6CD72}">
      <dsp:nvSpPr>
        <dsp:cNvPr id="0" name=""/>
        <dsp:cNvSpPr/>
      </dsp:nvSpPr>
      <dsp:spPr>
        <a:xfrm>
          <a:off x="2667237" y="680470"/>
          <a:ext cx="5250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506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2915878" y="723411"/>
        <a:ext cx="27783" cy="5556"/>
      </dsp:txXfrm>
    </dsp:sp>
    <dsp:sp modelId="{7B9E0F38-7654-4142-951B-619EA2131A0C}">
      <dsp:nvSpPr>
        <dsp:cNvPr id="0" name=""/>
        <dsp:cNvSpPr/>
      </dsp:nvSpPr>
      <dsp:spPr>
        <a:xfrm>
          <a:off x="253095" y="1407"/>
          <a:ext cx="2415941" cy="1449564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  <a:scene3d>
          <a:camera prst="orthographicFront"/>
          <a:lightRig rig="flat" dir="t"/>
        </a:scene3d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MEDIÇÃO</a:t>
          </a:r>
        </a:p>
      </dsp:txBody>
      <dsp:txXfrm>
        <a:off x="253095" y="1407"/>
        <a:ext cx="2415941" cy="1449564"/>
      </dsp:txXfrm>
    </dsp:sp>
    <dsp:sp modelId="{67BABC45-BB75-432D-95EE-19E73EF73105}">
      <dsp:nvSpPr>
        <dsp:cNvPr id="0" name=""/>
        <dsp:cNvSpPr/>
      </dsp:nvSpPr>
      <dsp:spPr>
        <a:xfrm>
          <a:off x="5638845" y="680470"/>
          <a:ext cx="5250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506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5887486" y="723411"/>
        <a:ext cx="27783" cy="5556"/>
      </dsp:txXfrm>
    </dsp:sp>
    <dsp:sp modelId="{47002D5A-5B4E-4850-B485-49E43D422137}">
      <dsp:nvSpPr>
        <dsp:cNvPr id="0" name=""/>
        <dsp:cNvSpPr/>
      </dsp:nvSpPr>
      <dsp:spPr>
        <a:xfrm>
          <a:off x="3224703" y="1407"/>
          <a:ext cx="2415941" cy="1449564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  <a:scene3d>
          <a:camera prst="orthographicFront"/>
          <a:lightRig rig="flat" dir="t"/>
        </a:scene3d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Fornecedor Envio BM + evidências dos serviços prestado no portal </a:t>
          </a:r>
          <a:r>
            <a:rPr lang="pt-BR" sz="1300" kern="1200" dirty="0" err="1"/>
            <a:t>sigec</a:t>
          </a:r>
          <a:r>
            <a:rPr lang="pt-BR" sz="1300" kern="1200" dirty="0"/>
            <a:t> web ou e-mail da CGC</a:t>
          </a:r>
        </a:p>
      </dsp:txBody>
      <dsp:txXfrm>
        <a:off x="3224703" y="1407"/>
        <a:ext cx="2415941" cy="1449564"/>
      </dsp:txXfrm>
    </dsp:sp>
    <dsp:sp modelId="{993C5A07-C1C7-4D9E-8161-E95B15B53818}">
      <dsp:nvSpPr>
        <dsp:cNvPr id="0" name=""/>
        <dsp:cNvSpPr/>
      </dsp:nvSpPr>
      <dsp:spPr>
        <a:xfrm>
          <a:off x="8610453" y="680470"/>
          <a:ext cx="5250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506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8859094" y="723411"/>
        <a:ext cx="27783" cy="5556"/>
      </dsp:txXfrm>
    </dsp:sp>
    <dsp:sp modelId="{E9F4F89B-4CCB-4643-B151-E86691AF12B5}">
      <dsp:nvSpPr>
        <dsp:cNvPr id="0" name=""/>
        <dsp:cNvSpPr/>
      </dsp:nvSpPr>
      <dsp:spPr>
        <a:xfrm>
          <a:off x="6196311" y="1407"/>
          <a:ext cx="2415941" cy="1449564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  <a:scene3d>
          <a:camera prst="orthographicFront"/>
          <a:lightRig rig="flat" dir="t"/>
        </a:scene3d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CGC – Recebe BM + evidências = Analise</a:t>
          </a:r>
        </a:p>
      </dsp:txBody>
      <dsp:txXfrm>
        <a:off x="6196311" y="1407"/>
        <a:ext cx="2415941" cy="1449564"/>
      </dsp:txXfrm>
    </dsp:sp>
    <dsp:sp modelId="{4B5C52EB-958C-46B4-ACCB-52F72DB920E3}">
      <dsp:nvSpPr>
        <dsp:cNvPr id="0" name=""/>
        <dsp:cNvSpPr/>
      </dsp:nvSpPr>
      <dsp:spPr>
        <a:xfrm>
          <a:off x="1461066" y="1449172"/>
          <a:ext cx="8914823" cy="525066"/>
        </a:xfrm>
        <a:custGeom>
          <a:avLst/>
          <a:gdLst/>
          <a:ahLst/>
          <a:cxnLst/>
          <a:rect l="0" t="0" r="0" b="0"/>
          <a:pathLst>
            <a:path>
              <a:moveTo>
                <a:pt x="8914823" y="0"/>
              </a:moveTo>
              <a:lnTo>
                <a:pt x="8914823" y="279633"/>
              </a:lnTo>
              <a:lnTo>
                <a:pt x="0" y="279633"/>
              </a:lnTo>
              <a:lnTo>
                <a:pt x="0" y="525066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5695175" y="1708927"/>
        <a:ext cx="446606" cy="5556"/>
      </dsp:txXfrm>
    </dsp:sp>
    <dsp:sp modelId="{C6400DAD-BD85-4B37-8613-E610BDC30734}">
      <dsp:nvSpPr>
        <dsp:cNvPr id="0" name=""/>
        <dsp:cNvSpPr/>
      </dsp:nvSpPr>
      <dsp:spPr>
        <a:xfrm>
          <a:off x="9167919" y="1407"/>
          <a:ext cx="2415941" cy="1449564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  <a:scene3d>
          <a:camera prst="orthographicFront"/>
          <a:lightRig rig="flat" dir="t"/>
        </a:scene3d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Aprovação BM </a:t>
          </a:r>
        </a:p>
      </dsp:txBody>
      <dsp:txXfrm>
        <a:off x="9167919" y="1407"/>
        <a:ext cx="2415941" cy="1449564"/>
      </dsp:txXfrm>
    </dsp:sp>
    <dsp:sp modelId="{AF899CC2-5A65-48B2-A538-17AFAF4EF8B8}">
      <dsp:nvSpPr>
        <dsp:cNvPr id="0" name=""/>
        <dsp:cNvSpPr/>
      </dsp:nvSpPr>
      <dsp:spPr>
        <a:xfrm>
          <a:off x="2667237" y="2685701"/>
          <a:ext cx="5250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506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2915878" y="2728643"/>
        <a:ext cx="27783" cy="5556"/>
      </dsp:txXfrm>
    </dsp:sp>
    <dsp:sp modelId="{44F36C95-CAC4-4DD9-B1FD-DEFB9E39A4F9}">
      <dsp:nvSpPr>
        <dsp:cNvPr id="0" name=""/>
        <dsp:cNvSpPr/>
      </dsp:nvSpPr>
      <dsp:spPr>
        <a:xfrm>
          <a:off x="253095" y="2006639"/>
          <a:ext cx="2415941" cy="1449564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  <a:scene3d>
          <a:camera prst="orthographicFront"/>
          <a:lightRig rig="flat" dir="t"/>
        </a:scene3d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 dirty="0"/>
        </a:p>
      </dsp:txBody>
      <dsp:txXfrm>
        <a:off x="253095" y="2006639"/>
        <a:ext cx="2415941" cy="1449564"/>
      </dsp:txXfrm>
    </dsp:sp>
    <dsp:sp modelId="{E10F34DF-3B87-4C14-84BB-D30081823CF9}">
      <dsp:nvSpPr>
        <dsp:cNvPr id="0" name=""/>
        <dsp:cNvSpPr/>
      </dsp:nvSpPr>
      <dsp:spPr>
        <a:xfrm>
          <a:off x="5638845" y="2685701"/>
          <a:ext cx="5250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506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5887486" y="2728643"/>
        <a:ext cx="27783" cy="5556"/>
      </dsp:txXfrm>
    </dsp:sp>
    <dsp:sp modelId="{5F827D6B-FDBD-4B4C-91EC-98F83C7646A8}">
      <dsp:nvSpPr>
        <dsp:cNvPr id="0" name=""/>
        <dsp:cNvSpPr/>
      </dsp:nvSpPr>
      <dsp:spPr>
        <a:xfrm>
          <a:off x="3224703" y="2006639"/>
          <a:ext cx="2415941" cy="1449564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  <a:scene3d>
          <a:camera prst="orthographicFront"/>
          <a:lightRig rig="flat" dir="t"/>
        </a:scene3d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Fiscal do contrato – Analisar documentos no </a:t>
          </a:r>
          <a:r>
            <a:rPr lang="pt-BR" sz="1300" kern="1200" dirty="0" err="1"/>
            <a:t>sigec</a:t>
          </a:r>
          <a:r>
            <a:rPr lang="pt-BR" sz="1300" kern="1200" dirty="0"/>
            <a:t> web – 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Aprovado – Anexa rateio.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Reprovado – volta fluxo.</a:t>
          </a:r>
        </a:p>
      </dsp:txBody>
      <dsp:txXfrm>
        <a:off x="3224703" y="2006639"/>
        <a:ext cx="2415941" cy="1449564"/>
      </dsp:txXfrm>
    </dsp:sp>
    <dsp:sp modelId="{2E7010A4-3BD5-4C94-BF92-B5354E354F6E}">
      <dsp:nvSpPr>
        <dsp:cNvPr id="0" name=""/>
        <dsp:cNvSpPr/>
      </dsp:nvSpPr>
      <dsp:spPr>
        <a:xfrm>
          <a:off x="8610453" y="2685701"/>
          <a:ext cx="5250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506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8859094" y="2728643"/>
        <a:ext cx="27783" cy="5556"/>
      </dsp:txXfrm>
    </dsp:sp>
    <dsp:sp modelId="{2650FE0E-0190-4918-9E51-5C4C95A970FC}">
      <dsp:nvSpPr>
        <dsp:cNvPr id="0" name=""/>
        <dsp:cNvSpPr/>
      </dsp:nvSpPr>
      <dsp:spPr>
        <a:xfrm>
          <a:off x="6196311" y="2006639"/>
          <a:ext cx="2415941" cy="1449564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  <a:scene3d>
          <a:camera prst="orthographicFront"/>
          <a:lightRig rig="flat" dir="t"/>
        </a:scene3d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CGC – Gerar OC no IFS / anexar OC </a:t>
          </a:r>
          <a:r>
            <a:rPr lang="pt-BR" sz="1300" kern="1200" dirty="0" err="1"/>
            <a:t>sigec</a:t>
          </a:r>
          <a:r>
            <a:rPr lang="pt-BR" sz="1300" kern="1200" dirty="0"/>
            <a:t> web</a:t>
          </a:r>
        </a:p>
      </dsp:txBody>
      <dsp:txXfrm>
        <a:off x="6196311" y="2006639"/>
        <a:ext cx="2415941" cy="1449564"/>
      </dsp:txXfrm>
    </dsp:sp>
    <dsp:sp modelId="{2F4F2804-0DF5-4CE7-B4CC-D2D6AF0672A7}">
      <dsp:nvSpPr>
        <dsp:cNvPr id="0" name=""/>
        <dsp:cNvSpPr/>
      </dsp:nvSpPr>
      <dsp:spPr>
        <a:xfrm>
          <a:off x="1461066" y="3454403"/>
          <a:ext cx="8914823" cy="525066"/>
        </a:xfrm>
        <a:custGeom>
          <a:avLst/>
          <a:gdLst/>
          <a:ahLst/>
          <a:cxnLst/>
          <a:rect l="0" t="0" r="0" b="0"/>
          <a:pathLst>
            <a:path>
              <a:moveTo>
                <a:pt x="8914823" y="0"/>
              </a:moveTo>
              <a:lnTo>
                <a:pt x="8914823" y="279633"/>
              </a:lnTo>
              <a:lnTo>
                <a:pt x="0" y="279633"/>
              </a:lnTo>
              <a:lnTo>
                <a:pt x="0" y="525066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5695175" y="3714158"/>
        <a:ext cx="446606" cy="5556"/>
      </dsp:txXfrm>
    </dsp:sp>
    <dsp:sp modelId="{84DA9E9D-72BD-48A8-AB28-0B501F8165B4}">
      <dsp:nvSpPr>
        <dsp:cNvPr id="0" name=""/>
        <dsp:cNvSpPr/>
      </dsp:nvSpPr>
      <dsp:spPr>
        <a:xfrm>
          <a:off x="9167919" y="2006639"/>
          <a:ext cx="2415941" cy="1449564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  <a:scene3d>
          <a:camera prst="orthographicFront"/>
          <a:lightRig rig="flat" dir="t"/>
        </a:scene3d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Fornecedor – anexa NF no </a:t>
          </a:r>
          <a:r>
            <a:rPr lang="pt-BR" sz="1300" kern="1200" dirty="0" err="1"/>
            <a:t>sigec</a:t>
          </a:r>
          <a:r>
            <a:rPr lang="pt-BR" sz="1300" kern="1200" dirty="0"/>
            <a:t> web</a:t>
          </a:r>
        </a:p>
      </dsp:txBody>
      <dsp:txXfrm>
        <a:off x="9167919" y="2006639"/>
        <a:ext cx="2415941" cy="1449564"/>
      </dsp:txXfrm>
    </dsp:sp>
    <dsp:sp modelId="{2B692C49-EA3C-4DCC-B94D-ADC5E6516752}">
      <dsp:nvSpPr>
        <dsp:cNvPr id="0" name=""/>
        <dsp:cNvSpPr/>
      </dsp:nvSpPr>
      <dsp:spPr>
        <a:xfrm>
          <a:off x="2667237" y="4690932"/>
          <a:ext cx="56526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5267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2934974" y="4733874"/>
        <a:ext cx="29793" cy="5556"/>
      </dsp:txXfrm>
    </dsp:sp>
    <dsp:sp modelId="{C916A959-6FF6-4369-8166-5D96D2382E49}">
      <dsp:nvSpPr>
        <dsp:cNvPr id="0" name=""/>
        <dsp:cNvSpPr/>
      </dsp:nvSpPr>
      <dsp:spPr>
        <a:xfrm>
          <a:off x="253095" y="4011870"/>
          <a:ext cx="2415941" cy="1449564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  <a:scene3d>
          <a:camera prst="orthographicFront"/>
          <a:lightRig rig="flat" dir="t"/>
        </a:scene3d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CGC – imprime NF 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Verifica se a OC foi aprovada</a:t>
          </a:r>
        </a:p>
      </dsp:txBody>
      <dsp:txXfrm>
        <a:off x="253095" y="4011870"/>
        <a:ext cx="2415941" cy="1449564"/>
      </dsp:txXfrm>
    </dsp:sp>
    <dsp:sp modelId="{D5EBB4B4-BBDB-4412-A60C-64512F7329A8}">
      <dsp:nvSpPr>
        <dsp:cNvPr id="0" name=""/>
        <dsp:cNvSpPr/>
      </dsp:nvSpPr>
      <dsp:spPr>
        <a:xfrm>
          <a:off x="5679046" y="4690932"/>
          <a:ext cx="4848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65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5908592" y="4733874"/>
        <a:ext cx="25773" cy="5556"/>
      </dsp:txXfrm>
    </dsp:sp>
    <dsp:sp modelId="{B09E82BE-1B4D-4DC6-AB4A-48DB2F8946B1}">
      <dsp:nvSpPr>
        <dsp:cNvPr id="0" name=""/>
        <dsp:cNvSpPr/>
      </dsp:nvSpPr>
      <dsp:spPr>
        <a:xfrm>
          <a:off x="3264905" y="4011870"/>
          <a:ext cx="2415941" cy="1449564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  <a:scene3d>
          <a:camera prst="orthographicFront"/>
          <a:lightRig rig="flat" dir="t"/>
        </a:scene3d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CGC – protocola NF + entregar no setor fiscal</a:t>
          </a:r>
        </a:p>
      </dsp:txBody>
      <dsp:txXfrm>
        <a:off x="3264905" y="4011870"/>
        <a:ext cx="2415941" cy="1449564"/>
      </dsp:txXfrm>
    </dsp:sp>
    <dsp:sp modelId="{8A2B170A-283F-4C16-8825-52C639289179}">
      <dsp:nvSpPr>
        <dsp:cNvPr id="0" name=""/>
        <dsp:cNvSpPr/>
      </dsp:nvSpPr>
      <dsp:spPr>
        <a:xfrm>
          <a:off x="6196311" y="4011870"/>
          <a:ext cx="2415941" cy="1449564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  <a:scene3d>
          <a:camera prst="orthographicFront"/>
          <a:lightRig rig="flat" dir="t"/>
        </a:scene3d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Finalizado processo de medição - CGC.</a:t>
          </a:r>
        </a:p>
      </dsp:txBody>
      <dsp:txXfrm>
        <a:off x="6196311" y="4011870"/>
        <a:ext cx="2415941" cy="14495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60F32A-6AA7-4C9B-AF72-BAAD5B1E6C90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C84748-6A0F-4029-92F8-C7F056C49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4116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CC2611-0808-403E-B85F-A0F5804D42E4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0764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8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0.svg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3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8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9.sv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0.svg"/><Relationship Id="rId4" Type="http://schemas.openxmlformats.org/officeDocument/2006/relationships/image" Target="../media/image32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3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8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1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45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8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45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8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0.svg"/><Relationship Id="rId4" Type="http://schemas.openxmlformats.org/officeDocument/2006/relationships/image" Target="../media/image3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0.svg"/><Relationship Id="rId4" Type="http://schemas.openxmlformats.org/officeDocument/2006/relationships/image" Target="../media/image3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0.svg"/><Relationship Id="rId4" Type="http://schemas.openxmlformats.org/officeDocument/2006/relationships/image" Target="../media/image45.sv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0.svg"/><Relationship Id="rId4" Type="http://schemas.openxmlformats.org/officeDocument/2006/relationships/image" Target="../media/image45.sv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36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8.sv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8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9.svg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3.sv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3.sv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3.sv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3.sv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3.sv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3.svg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0.svg"/><Relationship Id="rId4" Type="http://schemas.openxmlformats.org/officeDocument/2006/relationships/image" Target="../media/image32.sv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8.svg"/><Relationship Id="rId4" Type="http://schemas.openxmlformats.org/officeDocument/2006/relationships/image" Target="../media/image47.sv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sv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sv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3.sv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50.png"/><Relationship Id="rId5" Type="http://schemas.openxmlformats.org/officeDocument/2006/relationships/image" Target="../media/image49.emf"/><Relationship Id="rId4" Type="http://schemas.openxmlformats.org/officeDocument/2006/relationships/oleObject" Target="../embeddings/oleObject4.bin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8.svg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8.svg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1.svg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45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8.svg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45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8.svg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30.svg"/><Relationship Id="rId4" Type="http://schemas.openxmlformats.org/officeDocument/2006/relationships/image" Target="../media/image3.svg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30.svg"/><Relationship Id="rId4" Type="http://schemas.openxmlformats.org/officeDocument/2006/relationships/image" Target="../media/image3.svg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30.svg"/><Relationship Id="rId4" Type="http://schemas.openxmlformats.org/officeDocument/2006/relationships/image" Target="../media/image45.svg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30.svg"/><Relationship Id="rId4" Type="http://schemas.openxmlformats.org/officeDocument/2006/relationships/image" Target="../media/image45.svg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36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svg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svg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8.svg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8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9.svg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3.svg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3.svg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3.svg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3.svg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3.svg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3.svg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0.svg"/><Relationship Id="rId4" Type="http://schemas.openxmlformats.org/officeDocument/2006/relationships/image" Target="../media/image32.svg"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8.svg"/><Relationship Id="rId4" Type="http://schemas.openxmlformats.org/officeDocument/2006/relationships/image" Target="../media/image47.svg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3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3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svg"/><Relationship Id="rId1" Type="http://schemas.openxmlformats.org/officeDocument/2006/relationships/slideMaster" Target="../slideMasters/slideMaster3.xml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svg"/><Relationship Id="rId1" Type="http://schemas.openxmlformats.org/officeDocument/2006/relationships/slideMaster" Target="../slideMasters/slideMaster3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3.svg"/><Relationship Id="rId1" Type="http://schemas.openxmlformats.org/officeDocument/2006/relationships/slideMaster" Target="../slideMasters/slideMaster3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8.svg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8.svg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3.svg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4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30.svg"/><Relationship Id="rId4" Type="http://schemas.openxmlformats.org/officeDocument/2006/relationships/image" Target="../media/image3.svg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4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3.svg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3.svg"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36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svg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8.svg"/></Relationships>
</file>

<file path=ppt/slideLayouts/_rels/slideLayout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8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9.svg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40.svg"/><Relationship Id="rId4" Type="http://schemas.openxmlformats.org/officeDocument/2006/relationships/image" Target="../media/image32.svg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4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4.xml"/></Relationships>
</file>

<file path=ppt/slideLayouts/_rels/slideLayout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svg"/><Relationship Id="rId1" Type="http://schemas.openxmlformats.org/officeDocument/2006/relationships/slideMaster" Target="../slideMasters/slideMaster4.xml"/></Relationships>
</file>

<file path=ppt/slideLayouts/_rels/slideLayout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3.svg"/><Relationship Id="rId1" Type="http://schemas.openxmlformats.org/officeDocument/2006/relationships/slideMaster" Target="../slideMasters/slideMaster4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8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51.png"/><Relationship Id="rId5" Type="http://schemas.openxmlformats.org/officeDocument/2006/relationships/image" Target="../media/image49.emf"/><Relationship Id="rId4" Type="http://schemas.openxmlformats.org/officeDocument/2006/relationships/oleObject" Target="../embeddings/oleObject5.bin"/></Relationships>
</file>

<file path=ppt/slideLayouts/_rels/slideLayout1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36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svg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8.svg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50.png"/><Relationship Id="rId5" Type="http://schemas.openxmlformats.org/officeDocument/2006/relationships/image" Target="../media/image49.emf"/><Relationship Id="rId4" Type="http://schemas.openxmlformats.org/officeDocument/2006/relationships/oleObject" Target="../embeddings/oleObject7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339FF7-E679-BC64-FE01-C490964293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562" y="2848767"/>
            <a:ext cx="6832600" cy="1281113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lang="pt-BR" sz="5400" b="1" i="0" u="none" strike="noStrike" kern="1200" cap="all" spc="-10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</a:t>
            </a:r>
            <a:r>
              <a:rPr lang="pt-BR" err="1"/>
              <a:t>títulO</a:t>
            </a:r>
            <a:endParaRPr lang="pt-BR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74D81A32-4C7C-0CCE-4AE1-180F087D3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9BD457A8-84E7-7430-6D08-43149ED43C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43448" y="4877887"/>
            <a:ext cx="1577057" cy="1853043"/>
          </a:xfrm>
          <a:prstGeom prst="rect">
            <a:avLst/>
          </a:prstGeom>
        </p:spPr>
      </p:pic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0D810081-EA73-009A-C87B-3D42044833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449218"/>
            <a:ext cx="6832600" cy="447675"/>
          </a:xfrm>
        </p:spPr>
        <p:txBody>
          <a:bodyPr lIns="144000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C8458586-A2E0-FAC7-BE44-2EA68F6CF9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4205706"/>
            <a:ext cx="6832600" cy="447675"/>
          </a:xfrm>
        </p:spPr>
        <p:txBody>
          <a:bodyPr lIns="144000" anchor="t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24C9451C-4B61-4874-1435-D78622F233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5600" y="-2844501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29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63E891D6-3C9E-6CA7-58C5-A99C0C4D22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58099" y="274462"/>
            <a:ext cx="1577057" cy="185304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827399-D6D9-8189-3904-36F5D8797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38195"/>
            <a:ext cx="5067300" cy="1326091"/>
          </a:xfrm>
          <a:prstGeom prst="rect">
            <a:avLst/>
          </a:prstGeom>
        </p:spPr>
        <p:txBody>
          <a:bodyPr>
            <a:noAutofit/>
          </a:bodyPr>
          <a:lstStyle>
            <a:lvl1pPr marR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4800" b="1" i="0" u="none" strike="noStrike" cap="none" spc="-100" baseline="0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53DD9C0-0B7B-4802-9204-0F90379C05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30111" y="1170710"/>
            <a:ext cx="4516582" cy="4516582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333"/>
            </a:lvl1pPr>
          </a:lstStyle>
          <a:p>
            <a:endParaRPr lang="en-ID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3DA375F6-7AA0-AEC1-BC95-CE2BAFBDE8A2}"/>
              </a:ext>
            </a:extLst>
          </p:cNvPr>
          <p:cNvSpPr/>
          <p:nvPr userDrawn="1"/>
        </p:nvSpPr>
        <p:spPr>
          <a:xfrm>
            <a:off x="6114793" y="1078111"/>
            <a:ext cx="4747217" cy="4747217"/>
          </a:xfrm>
          <a:prstGeom prst="ellipse">
            <a:avLst/>
          </a:prstGeom>
          <a:noFill/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264327539">
                  <a:custGeom>
                    <a:avLst/>
                    <a:gdLst>
                      <a:gd name="connsiteX0" fmla="*/ 0 w 4747217"/>
                      <a:gd name="connsiteY0" fmla="*/ 2373609 h 4747217"/>
                      <a:gd name="connsiteX1" fmla="*/ 2373609 w 4747217"/>
                      <a:gd name="connsiteY1" fmla="*/ 0 h 4747217"/>
                      <a:gd name="connsiteX2" fmla="*/ 4747218 w 4747217"/>
                      <a:gd name="connsiteY2" fmla="*/ 2373609 h 4747217"/>
                      <a:gd name="connsiteX3" fmla="*/ 2373609 w 4747217"/>
                      <a:gd name="connsiteY3" fmla="*/ 4747218 h 4747217"/>
                      <a:gd name="connsiteX4" fmla="*/ 0 w 4747217"/>
                      <a:gd name="connsiteY4" fmla="*/ 2373609 h 4747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747217" h="4747217" extrusionOk="0">
                        <a:moveTo>
                          <a:pt x="0" y="2373609"/>
                        </a:moveTo>
                        <a:cubicBezTo>
                          <a:pt x="-47287" y="930507"/>
                          <a:pt x="1050209" y="-151600"/>
                          <a:pt x="2373609" y="0"/>
                        </a:cubicBezTo>
                        <a:cubicBezTo>
                          <a:pt x="3459270" y="-54555"/>
                          <a:pt x="4685701" y="1074288"/>
                          <a:pt x="4747218" y="2373609"/>
                        </a:cubicBezTo>
                        <a:cubicBezTo>
                          <a:pt x="4844760" y="3890868"/>
                          <a:pt x="3836141" y="4684234"/>
                          <a:pt x="2373609" y="4747218"/>
                        </a:cubicBezTo>
                        <a:cubicBezTo>
                          <a:pt x="1311770" y="4759003"/>
                          <a:pt x="3635" y="3726051"/>
                          <a:pt x="0" y="237360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33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F3284FE4-4CFB-8D54-E3D2-F2EE05FC53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386" y="1200983"/>
            <a:ext cx="1412714" cy="829797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E1E74A66-AB3B-0B9D-E917-184B6A4C99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85919" y="-473413"/>
            <a:ext cx="1577057" cy="1853043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40E63747-3802-E5CE-C8ED-52D01051B737}"/>
              </a:ext>
            </a:extLst>
          </p:cNvPr>
          <p:cNvSpPr txBox="1">
            <a:spLocks/>
          </p:cNvSpPr>
          <p:nvPr userDrawn="1"/>
        </p:nvSpPr>
        <p:spPr>
          <a:xfrm>
            <a:off x="914400" y="4763247"/>
            <a:ext cx="5067300" cy="13260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R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4800" b="1" i="0" u="none" strike="noStrike" kern="1200" cap="none" spc="-40" baseline="0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endParaRPr lang="pt-BR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6AB1257F-413F-25D8-39C5-3FCF673DA0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4268788"/>
            <a:ext cx="5067300" cy="261937"/>
          </a:xfrm>
        </p:spPr>
        <p:txBody>
          <a:bodyPr>
            <a:noAutofit/>
          </a:bodyPr>
          <a:lstStyle>
            <a:lvl1pPr marR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>
                <a:srgbClr val="000000"/>
              </a:buClr>
              <a:buFont typeface="Arial"/>
              <a:buNone/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>
                <a:srgbClr val="000000"/>
              </a:buClr>
              <a:buFont typeface="Arial"/>
              <a:buNone/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2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1E35B455-200F-4413-6A26-E292AAB88A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0751250" y="5199385"/>
            <a:ext cx="953097" cy="953097"/>
          </a:xfrm>
          <a:prstGeom prst="rect">
            <a:avLst/>
          </a:prstGeom>
        </p:spPr>
      </p:pic>
      <p:sp>
        <p:nvSpPr>
          <p:cNvPr id="7" name="Arco">
            <a:extLst>
              <a:ext uri="{FF2B5EF4-FFF2-40B4-BE49-F238E27FC236}">
                <a16:creationId xmlns:a16="http://schemas.microsoft.com/office/drawing/2014/main" id="{FEACC453-19FE-F672-C06C-EFABEC608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604789">
            <a:off x="6305041" y="536830"/>
            <a:ext cx="2987899" cy="2987899"/>
          </a:xfrm>
          <a:prstGeom prst="arc">
            <a:avLst>
              <a:gd name="adj1" fmla="val 14455503"/>
              <a:gd name="adj2" fmla="val 0"/>
            </a:avLst>
          </a:prstGeom>
          <a:ln w="127000" cap="rnd">
            <a:solidFill>
              <a:schemeClr val="bg2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: Rounded Corners 11">
            <a:extLst>
              <a:ext uri="{FF2B5EF4-FFF2-40B4-BE49-F238E27FC236}">
                <a16:creationId xmlns:a16="http://schemas.microsoft.com/office/drawing/2014/main" id="{5DDD0DB3-501E-0143-8384-4B5B0B19366F}"/>
              </a:ext>
            </a:extLst>
          </p:cNvPr>
          <p:cNvSpPr/>
          <p:nvPr userDrawn="1"/>
        </p:nvSpPr>
        <p:spPr>
          <a:xfrm>
            <a:off x="914399" y="5094580"/>
            <a:ext cx="1725959" cy="3965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>
                <a:solidFill>
                  <a:schemeClr val="bg1"/>
                </a:solidFill>
              </a:rPr>
              <a:t>Iniciar</a:t>
            </a:r>
            <a:r>
              <a:rPr lang="en-US" sz="1100">
                <a:solidFill>
                  <a:schemeClr val="bg1"/>
                </a:solidFill>
              </a:rPr>
              <a:t> </a:t>
            </a:r>
            <a:r>
              <a:rPr lang="en-US" sz="1100" err="1">
                <a:solidFill>
                  <a:schemeClr val="bg1"/>
                </a:solidFill>
              </a:rPr>
              <a:t>Apresentação</a:t>
            </a:r>
            <a:endParaRPr lang="en-ID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4286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1DA6EAF7-7A58-A806-93AB-79252ADE3D02}"/>
              </a:ext>
            </a:extLst>
          </p:cNvPr>
          <p:cNvSpPr/>
          <p:nvPr userDrawn="1"/>
        </p:nvSpPr>
        <p:spPr>
          <a:xfrm>
            <a:off x="5991426" y="507252"/>
            <a:ext cx="3400926" cy="3400926"/>
          </a:xfrm>
          <a:prstGeom prst="ellipse">
            <a:avLst/>
          </a:prstGeom>
          <a:noFill/>
          <a:ln w="57150" cap="rnd">
            <a:solidFill>
              <a:schemeClr val="bg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63E891D6-3C9E-6CA7-58C5-A99C0C4D22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58099" y="274462"/>
            <a:ext cx="1577057" cy="185304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827399-D6D9-8189-3904-36F5D8797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38195"/>
            <a:ext cx="5067300" cy="1326091"/>
          </a:xfrm>
          <a:prstGeom prst="rect">
            <a:avLst/>
          </a:prstGeom>
        </p:spPr>
        <p:txBody>
          <a:bodyPr>
            <a:noAutofit/>
          </a:bodyPr>
          <a:lstStyle>
            <a:lvl1pPr marR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4800" b="1" i="0" u="none" strike="noStrike" cap="none" spc="-100" baseline="0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53DD9C0-0B7B-4802-9204-0F90379C05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30111" y="1170710"/>
            <a:ext cx="4516582" cy="4516582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333"/>
            </a:lvl1pPr>
          </a:lstStyle>
          <a:p>
            <a:endParaRPr lang="en-ID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3DA375F6-7AA0-AEC1-BC95-CE2BAFBDE8A2}"/>
              </a:ext>
            </a:extLst>
          </p:cNvPr>
          <p:cNvSpPr/>
          <p:nvPr userDrawn="1"/>
        </p:nvSpPr>
        <p:spPr>
          <a:xfrm>
            <a:off x="6114793" y="1078111"/>
            <a:ext cx="4747217" cy="4747217"/>
          </a:xfrm>
          <a:prstGeom prst="ellipse">
            <a:avLst/>
          </a:prstGeom>
          <a:noFill/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264327539">
                  <a:custGeom>
                    <a:avLst/>
                    <a:gdLst>
                      <a:gd name="connsiteX0" fmla="*/ 0 w 4747217"/>
                      <a:gd name="connsiteY0" fmla="*/ 2373609 h 4747217"/>
                      <a:gd name="connsiteX1" fmla="*/ 2373609 w 4747217"/>
                      <a:gd name="connsiteY1" fmla="*/ 0 h 4747217"/>
                      <a:gd name="connsiteX2" fmla="*/ 4747218 w 4747217"/>
                      <a:gd name="connsiteY2" fmla="*/ 2373609 h 4747217"/>
                      <a:gd name="connsiteX3" fmla="*/ 2373609 w 4747217"/>
                      <a:gd name="connsiteY3" fmla="*/ 4747218 h 4747217"/>
                      <a:gd name="connsiteX4" fmla="*/ 0 w 4747217"/>
                      <a:gd name="connsiteY4" fmla="*/ 2373609 h 4747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747217" h="4747217" extrusionOk="0">
                        <a:moveTo>
                          <a:pt x="0" y="2373609"/>
                        </a:moveTo>
                        <a:cubicBezTo>
                          <a:pt x="-47287" y="930507"/>
                          <a:pt x="1050209" y="-151600"/>
                          <a:pt x="2373609" y="0"/>
                        </a:cubicBezTo>
                        <a:cubicBezTo>
                          <a:pt x="3459270" y="-54555"/>
                          <a:pt x="4685701" y="1074288"/>
                          <a:pt x="4747218" y="2373609"/>
                        </a:cubicBezTo>
                        <a:cubicBezTo>
                          <a:pt x="4844760" y="3890868"/>
                          <a:pt x="3836141" y="4684234"/>
                          <a:pt x="2373609" y="4747218"/>
                        </a:cubicBezTo>
                        <a:cubicBezTo>
                          <a:pt x="1311770" y="4759003"/>
                          <a:pt x="3635" y="3726051"/>
                          <a:pt x="0" y="237360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33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F3284FE4-4CFB-8D54-E3D2-F2EE05FC53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386" y="1200983"/>
            <a:ext cx="1412714" cy="829797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E1E74A66-AB3B-0B9D-E917-184B6A4C99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85919" y="-473413"/>
            <a:ext cx="1577057" cy="1853043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40E63747-3802-E5CE-C8ED-52D01051B737}"/>
              </a:ext>
            </a:extLst>
          </p:cNvPr>
          <p:cNvSpPr txBox="1">
            <a:spLocks/>
          </p:cNvSpPr>
          <p:nvPr userDrawn="1"/>
        </p:nvSpPr>
        <p:spPr>
          <a:xfrm>
            <a:off x="914400" y="4763247"/>
            <a:ext cx="5067300" cy="13260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R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4800" b="1" i="0" u="none" strike="noStrike" kern="1200" cap="none" spc="-40" baseline="0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endParaRPr lang="pt-BR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6AB1257F-413F-25D8-39C5-3FCF673DA0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4268788"/>
            <a:ext cx="5067300" cy="261937"/>
          </a:xfrm>
        </p:spPr>
        <p:txBody>
          <a:bodyPr>
            <a:noAutofit/>
          </a:bodyPr>
          <a:lstStyle>
            <a:lvl1pPr marR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>
                <a:srgbClr val="000000"/>
              </a:buClr>
              <a:buFont typeface="Arial"/>
              <a:buNone/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>
                <a:srgbClr val="000000"/>
              </a:buClr>
              <a:buFont typeface="Arial"/>
              <a:buNone/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2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1E35B455-200F-4413-6A26-E292AAB88A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0751250" y="5199385"/>
            <a:ext cx="953097" cy="95309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825313D-A284-DF6E-CA0F-9FEA8047887C}"/>
              </a:ext>
            </a:extLst>
          </p:cNvPr>
          <p:cNvSpPr/>
          <p:nvPr userDrawn="1"/>
        </p:nvSpPr>
        <p:spPr>
          <a:xfrm>
            <a:off x="914399" y="5094580"/>
            <a:ext cx="1725959" cy="3965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>
                <a:solidFill>
                  <a:schemeClr val="bg1"/>
                </a:solidFill>
              </a:rPr>
              <a:t>Iniciar</a:t>
            </a:r>
            <a:r>
              <a:rPr lang="en-US" sz="1100">
                <a:solidFill>
                  <a:schemeClr val="bg1"/>
                </a:solidFill>
              </a:rPr>
              <a:t> </a:t>
            </a:r>
            <a:r>
              <a:rPr lang="en-US" sz="1100" err="1">
                <a:solidFill>
                  <a:schemeClr val="bg1"/>
                </a:solidFill>
              </a:rPr>
              <a:t>Apresentação</a:t>
            </a:r>
            <a:endParaRPr lang="en-ID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9086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88C2BB54-28D0-7B69-03DE-35D0AF230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5802" y="1131464"/>
            <a:ext cx="1918548" cy="1918548"/>
          </a:xfrm>
          <a:prstGeom prst="rect">
            <a:avLst/>
          </a:prstGeom>
        </p:spPr>
      </p:pic>
      <p:sp>
        <p:nvSpPr>
          <p:cNvPr id="3" name="Oval 5">
            <a:extLst>
              <a:ext uri="{FF2B5EF4-FFF2-40B4-BE49-F238E27FC236}">
                <a16:creationId xmlns:a16="http://schemas.microsoft.com/office/drawing/2014/main" id="{43A55EDC-8B05-1E90-D19A-7CF6933CD13C}"/>
              </a:ext>
            </a:extLst>
          </p:cNvPr>
          <p:cNvSpPr/>
          <p:nvPr userDrawn="1"/>
        </p:nvSpPr>
        <p:spPr>
          <a:xfrm>
            <a:off x="1982364" y="1365250"/>
            <a:ext cx="3629025" cy="36290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32D6C9E4-DEA1-2E9C-FC67-6A4B3C700A88}"/>
              </a:ext>
            </a:extLst>
          </p:cNvPr>
          <p:cNvSpPr/>
          <p:nvPr userDrawn="1"/>
        </p:nvSpPr>
        <p:spPr>
          <a:xfrm>
            <a:off x="245178" y="3817803"/>
            <a:ext cx="2398847" cy="2398847"/>
          </a:xfrm>
          <a:prstGeom prst="ellipse">
            <a:avLst/>
          </a:pr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1FD21CF0-8B64-28CD-3AED-D44ED776FC9F}"/>
              </a:ext>
            </a:extLst>
          </p:cNvPr>
          <p:cNvSpPr/>
          <p:nvPr userDrawn="1"/>
        </p:nvSpPr>
        <p:spPr>
          <a:xfrm>
            <a:off x="914400" y="1857271"/>
            <a:ext cx="5067300" cy="3145834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1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86585591-BA78-5F86-74B4-C6BBAFFD1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2949" y="2124501"/>
            <a:ext cx="4184649" cy="1281113"/>
          </a:xfrm>
        </p:spPr>
        <p:txBody>
          <a:bodyPr>
            <a:noAutofit/>
          </a:bodyPr>
          <a:lstStyle>
            <a:lvl1pPr marR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3600" b="1" i="0" u="none" strike="noStrike" cap="none" spc="-100" baseline="0" dirty="0">
                <a:solidFill>
                  <a:schemeClr val="accent1"/>
                </a:solidFill>
                <a:latin typeface="+mj-lt"/>
                <a:ea typeface="Arial"/>
                <a:cs typeface="Arial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9BFCA3B0-88F8-CAC6-A24A-936EBBE347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92950" y="3817938"/>
            <a:ext cx="4184650" cy="1176337"/>
          </a:xfrm>
        </p:spPr>
        <p:txBody>
          <a:bodyPr>
            <a:normAutofit/>
          </a:bodyPr>
          <a:lstStyle>
            <a:lvl1pPr marR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637AC9F0-E48A-ACAF-2021-2D19AFEAF8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92950" y="1729890"/>
            <a:ext cx="4184650" cy="347663"/>
          </a:xfrm>
        </p:spPr>
        <p:txBody>
          <a:bodyPr>
            <a:norm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100" b="0" i="0" u="none" strike="noStrike" cap="all" spc="100" baseline="0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09663" y="2090738"/>
            <a:ext cx="4676775" cy="2674937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821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88C2BB54-28D0-7B69-03DE-35D0AF230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5802" y="1131464"/>
            <a:ext cx="1918548" cy="1918548"/>
          </a:xfrm>
          <a:prstGeom prst="rect">
            <a:avLst/>
          </a:prstGeom>
        </p:spPr>
      </p:pic>
      <p:sp>
        <p:nvSpPr>
          <p:cNvPr id="3" name="Oval 5">
            <a:extLst>
              <a:ext uri="{FF2B5EF4-FFF2-40B4-BE49-F238E27FC236}">
                <a16:creationId xmlns:a16="http://schemas.microsoft.com/office/drawing/2014/main" id="{43A55EDC-8B05-1E90-D19A-7CF6933CD13C}"/>
              </a:ext>
            </a:extLst>
          </p:cNvPr>
          <p:cNvSpPr/>
          <p:nvPr userDrawn="1"/>
        </p:nvSpPr>
        <p:spPr>
          <a:xfrm>
            <a:off x="1982364" y="1365250"/>
            <a:ext cx="3629025" cy="36290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32D6C9E4-DEA1-2E9C-FC67-6A4B3C700A88}"/>
              </a:ext>
            </a:extLst>
          </p:cNvPr>
          <p:cNvSpPr/>
          <p:nvPr userDrawn="1"/>
        </p:nvSpPr>
        <p:spPr>
          <a:xfrm>
            <a:off x="245178" y="3817803"/>
            <a:ext cx="2398847" cy="2398847"/>
          </a:xfrm>
          <a:prstGeom prst="ellipse">
            <a:avLst/>
          </a:pr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1749C37-0E1C-DA14-42C3-889AC06FF72F}"/>
              </a:ext>
            </a:extLst>
          </p:cNvPr>
          <p:cNvSpPr/>
          <p:nvPr userDrawn="1"/>
        </p:nvSpPr>
        <p:spPr>
          <a:xfrm>
            <a:off x="699837" y="2090737"/>
            <a:ext cx="5496426" cy="3400425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1"/>
          </a:p>
        </p:txBody>
      </p:sp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09663" y="2438030"/>
            <a:ext cx="4676775" cy="2674937"/>
          </a:xfrm>
        </p:spPr>
        <p:txBody>
          <a:bodyPr/>
          <a:lstStyle/>
          <a:p>
            <a:endParaRPr lang="pt-BR"/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ADF69FDE-B23B-9656-AB0E-FA565B8C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102" y="655275"/>
            <a:ext cx="7160897" cy="476190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8" name="Espaço Reservado para Texto 9">
            <a:extLst>
              <a:ext uri="{FF2B5EF4-FFF2-40B4-BE49-F238E27FC236}">
                <a16:creationId xmlns:a16="http://schemas.microsoft.com/office/drawing/2014/main" id="{2AC255A1-9E21-0591-850C-D24AC51F84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92951" y="1862138"/>
            <a:ext cx="418465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700" b="1" u="none">
                <a:solidFill>
                  <a:schemeClr val="accent2"/>
                </a:solidFill>
              </a:defRPr>
            </a:lvl1pPr>
            <a:lvl2pPr marL="0" indent="0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  <a:buNone/>
              <a:defRPr sz="1400">
                <a:solidFill>
                  <a:schemeClr val="tx2"/>
                </a:solidFill>
              </a:defRPr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3718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09663" y="2438030"/>
            <a:ext cx="4676775" cy="2674937"/>
          </a:xfrm>
        </p:spPr>
        <p:txBody>
          <a:bodyPr/>
          <a:lstStyle/>
          <a:p>
            <a:endParaRPr lang="pt-BR"/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ADF69FDE-B23B-9656-AB0E-FA565B8C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55275"/>
            <a:ext cx="7160897" cy="476190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8" name="Espaço Reservado para Texto 9">
            <a:extLst>
              <a:ext uri="{FF2B5EF4-FFF2-40B4-BE49-F238E27FC236}">
                <a16:creationId xmlns:a16="http://schemas.microsoft.com/office/drawing/2014/main" id="{2AC255A1-9E21-0591-850C-D24AC51F84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92951" y="1862138"/>
            <a:ext cx="418465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700" b="1" u="none">
                <a:solidFill>
                  <a:schemeClr val="accent2"/>
                </a:solidFill>
              </a:defRPr>
            </a:lvl1pPr>
            <a:lvl2pPr marL="0" indent="0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  <a:buNone/>
              <a:defRPr sz="1400">
                <a:solidFill>
                  <a:schemeClr val="tx2"/>
                </a:solidFill>
              </a:defRPr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A55B6DD7-EF35-1A47-0682-FB0263AE46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972" y="-1239748"/>
            <a:ext cx="2726056" cy="2726056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6BB7C3AF-C957-8BE3-AA41-01756EF205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0864" y="6346864"/>
            <a:ext cx="1022272" cy="102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325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09663" y="2438030"/>
            <a:ext cx="4676775" cy="2674937"/>
          </a:xfrm>
        </p:spPr>
        <p:txBody>
          <a:bodyPr/>
          <a:lstStyle/>
          <a:p>
            <a:endParaRPr lang="pt-BR"/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ADF69FDE-B23B-9656-AB0E-FA565B8C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55275"/>
            <a:ext cx="7160897" cy="476190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A55B6DD7-EF35-1A47-0682-FB0263AE46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28972" y="-1239748"/>
            <a:ext cx="2726056" cy="2726056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6BB7C3AF-C957-8BE3-AA41-01756EF205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0864" y="6346864"/>
            <a:ext cx="1022272" cy="1022272"/>
          </a:xfrm>
          <a:prstGeom prst="rect">
            <a:avLst/>
          </a:prstGeom>
        </p:spPr>
      </p:pic>
      <p:sp>
        <p:nvSpPr>
          <p:cNvPr id="2" name="Espaço Reservado para Gráfico 7">
            <a:extLst>
              <a:ext uri="{FF2B5EF4-FFF2-40B4-BE49-F238E27FC236}">
                <a16:creationId xmlns:a16="http://schemas.microsoft.com/office/drawing/2014/main" id="{794511CE-6AEF-6FC7-2BBF-27E054E2A87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7096321" y="1365660"/>
            <a:ext cx="3298629" cy="194186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Gráfico 7">
            <a:extLst>
              <a:ext uri="{FF2B5EF4-FFF2-40B4-BE49-F238E27FC236}">
                <a16:creationId xmlns:a16="http://schemas.microsoft.com/office/drawing/2014/main" id="{ABB453D1-8782-5B15-4AA3-58BC9064C3CB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7096321" y="4274791"/>
            <a:ext cx="3298629" cy="1941860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8555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Imagem 19">
            <a:extLst>
              <a:ext uri="{FF2B5EF4-FFF2-40B4-BE49-F238E27FC236}">
                <a16:creationId xmlns:a16="http://schemas.microsoft.com/office/drawing/2014/main" id="{F9F2879B-1708-B68F-540E-494C085AD7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28390" y="1527646"/>
            <a:ext cx="4170660" cy="4170660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647610-F492-48EE-CCB8-AD39FEEDC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2816225"/>
            <a:ext cx="5067300" cy="1281113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lang="pt-BR" sz="4800" b="1" i="0" u="none" strike="noStrike" cap="none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AD957BC-C55B-0228-16B7-203A598615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6350"/>
            <a:ext cx="2667000" cy="365125"/>
          </a:xfrm>
          <a:prstGeom prst="rect">
            <a:avLst/>
          </a:prstGeom>
        </p:spPr>
        <p:txBody>
          <a:bodyPr/>
          <a:lstStyle/>
          <a:p>
            <a:fld id="{3E6DD1D3-15F5-4616-A348-AC448C8A14AB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4899489-77E4-8AF7-E1D1-B8CA56026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9760599-4CA6-3D27-2B73-A6CBCEE6E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667000" cy="365125"/>
          </a:xfrm>
          <a:prstGeom prst="rect">
            <a:avLst/>
          </a:prstGeom>
        </p:spPr>
        <p:txBody>
          <a:bodyPr/>
          <a:lstStyle/>
          <a:p>
            <a:fld id="{F43D91A0-3E8E-4090-8D40-C0F9E742A5CB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Círculo (Outline Foto)">
            <a:extLst>
              <a:ext uri="{FF2B5EF4-FFF2-40B4-BE49-F238E27FC236}">
                <a16:creationId xmlns:a16="http://schemas.microsoft.com/office/drawing/2014/main" id="{DEE7ED6F-280B-4BC1-CF9E-415E582F157A}"/>
              </a:ext>
            </a:extLst>
          </p:cNvPr>
          <p:cNvSpPr/>
          <p:nvPr userDrawn="1"/>
        </p:nvSpPr>
        <p:spPr>
          <a:xfrm>
            <a:off x="805218" y="1404474"/>
            <a:ext cx="4417004" cy="4417004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33"/>
          </a:p>
        </p:txBody>
      </p:sp>
      <p:pic>
        <p:nvPicPr>
          <p:cNvPr id="10" name="Grafismo - Círculos">
            <a:extLst>
              <a:ext uri="{FF2B5EF4-FFF2-40B4-BE49-F238E27FC236}">
                <a16:creationId xmlns:a16="http://schemas.microsoft.com/office/drawing/2014/main" id="{B7C94C14-8C01-C13E-14B6-1ECF9CC706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35889" y="274462"/>
            <a:ext cx="1837252" cy="2158772"/>
          </a:xfrm>
          <a:prstGeom prst="rect">
            <a:avLst/>
          </a:prstGeom>
        </p:spPr>
      </p:pic>
      <p:grpSp>
        <p:nvGrpSpPr>
          <p:cNvPr id="12" name="Grafismo - Topografia">
            <a:extLst>
              <a:ext uri="{FF2B5EF4-FFF2-40B4-BE49-F238E27FC236}">
                <a16:creationId xmlns:a16="http://schemas.microsoft.com/office/drawing/2014/main" id="{7CCC5CB8-61CD-43A9-DF2F-4F45D1B21138}"/>
              </a:ext>
            </a:extLst>
          </p:cNvPr>
          <p:cNvGrpSpPr/>
          <p:nvPr userDrawn="1"/>
        </p:nvGrpSpPr>
        <p:grpSpPr>
          <a:xfrm rot="10800000">
            <a:off x="161924" y="6509730"/>
            <a:ext cx="12030075" cy="475316"/>
            <a:chOff x="0" y="6347706"/>
            <a:chExt cx="11687627" cy="461786"/>
          </a:xfrm>
        </p:grpSpPr>
        <p:pic>
          <p:nvPicPr>
            <p:cNvPr id="13" name="Google Shape;108;p2">
              <a:extLst>
                <a:ext uri="{FF2B5EF4-FFF2-40B4-BE49-F238E27FC236}">
                  <a16:creationId xmlns:a16="http://schemas.microsoft.com/office/drawing/2014/main" id="{60B6082C-721D-B164-36FA-60EC2677FB6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61474"/>
            <a:stretch/>
          </p:blipFill>
          <p:spPr>
            <a:xfrm>
              <a:off x="0" y="6347706"/>
              <a:ext cx="5849257" cy="4617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09;p2">
              <a:extLst>
                <a:ext uri="{FF2B5EF4-FFF2-40B4-BE49-F238E27FC236}">
                  <a16:creationId xmlns:a16="http://schemas.microsoft.com/office/drawing/2014/main" id="{780DA761-98CD-4A24-6B8B-363BFEA33EE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61474"/>
            <a:stretch/>
          </p:blipFill>
          <p:spPr>
            <a:xfrm>
              <a:off x="5838371" y="6347706"/>
              <a:ext cx="5849257" cy="46178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" name="Logo">
            <a:extLst>
              <a:ext uri="{FF2B5EF4-FFF2-40B4-BE49-F238E27FC236}">
                <a16:creationId xmlns:a16="http://schemas.microsoft.com/office/drawing/2014/main" id="{1A7D77B8-D82B-EE46-59A3-B08122B3BB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4286" y="1200983"/>
            <a:ext cx="1412714" cy="829797"/>
          </a:xfrm>
          <a:prstGeom prst="rect">
            <a:avLst/>
          </a:prstGeom>
        </p:spPr>
      </p:pic>
      <p:sp>
        <p:nvSpPr>
          <p:cNvPr id="18" name="Espaço Reservado para Texto 17">
            <a:extLst>
              <a:ext uri="{FF2B5EF4-FFF2-40B4-BE49-F238E27FC236}">
                <a16:creationId xmlns:a16="http://schemas.microsoft.com/office/drawing/2014/main" id="{A590A436-C4FC-90AF-4136-6CB7CD1825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0300" y="4268788"/>
            <a:ext cx="5067300" cy="365125"/>
          </a:xfrm>
        </p:spPr>
        <p:txBody>
          <a:bodyPr>
            <a:normAutofit/>
          </a:bodyPr>
          <a:lstStyle>
            <a:lvl1pPr>
              <a:defRPr lang="pt-BR" sz="1100" b="0" i="0" u="none" strike="noStrike" kern="1200" cap="all" spc="100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00B443F9-E135-FF3E-E804-8FB8BE3E819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400" y="1862138"/>
            <a:ext cx="2419350" cy="2178050"/>
          </a:xfrm>
        </p:spPr>
        <p:txBody>
          <a:bodyPr/>
          <a:lstStyle>
            <a:lvl1pPr algn="ctr">
              <a:defRPr b="0">
                <a:solidFill>
                  <a:schemeClr val="accent2"/>
                </a:solidFill>
              </a:defRPr>
            </a:lvl1pPr>
          </a:lstStyle>
          <a:p>
            <a:r>
              <a:rPr lang="pt-BR"/>
              <a:t>Grafismo </a:t>
            </a:r>
            <a:br>
              <a:rPr lang="pt-BR"/>
            </a:br>
            <a:r>
              <a:rPr lang="pt-BR"/>
              <a:t>(opcional)</a:t>
            </a:r>
          </a:p>
        </p:txBody>
      </p:sp>
      <p:pic>
        <p:nvPicPr>
          <p:cNvPr id="26" name="Gráfico 25">
            <a:extLst>
              <a:ext uri="{FF2B5EF4-FFF2-40B4-BE49-F238E27FC236}">
                <a16:creationId xmlns:a16="http://schemas.microsoft.com/office/drawing/2014/main" id="{F1A091A3-AFD6-49CA-1829-37DA249DD2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585919" y="-483062"/>
            <a:ext cx="1577057" cy="185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075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88C2BB54-28D0-7B69-03DE-35D0AF230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5802" y="1758649"/>
            <a:ext cx="1918548" cy="1918548"/>
          </a:xfrm>
          <a:prstGeom prst="rect">
            <a:avLst/>
          </a:prstGeom>
        </p:spPr>
      </p:pic>
      <p:sp>
        <p:nvSpPr>
          <p:cNvPr id="3" name="Oval 5">
            <a:extLst>
              <a:ext uri="{FF2B5EF4-FFF2-40B4-BE49-F238E27FC236}">
                <a16:creationId xmlns:a16="http://schemas.microsoft.com/office/drawing/2014/main" id="{43A55EDC-8B05-1E90-D19A-7CF6933CD13C}"/>
              </a:ext>
            </a:extLst>
          </p:cNvPr>
          <p:cNvSpPr/>
          <p:nvPr userDrawn="1"/>
        </p:nvSpPr>
        <p:spPr>
          <a:xfrm>
            <a:off x="1982364" y="2691731"/>
            <a:ext cx="3629025" cy="36290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32D6C9E4-DEA1-2E9C-FC67-6A4B3C700A88}"/>
              </a:ext>
            </a:extLst>
          </p:cNvPr>
          <p:cNvSpPr/>
          <p:nvPr userDrawn="1"/>
        </p:nvSpPr>
        <p:spPr>
          <a:xfrm>
            <a:off x="245178" y="2094225"/>
            <a:ext cx="2398847" cy="2398847"/>
          </a:xfrm>
          <a:prstGeom prst="ellipse">
            <a:avLst/>
          </a:prstGeom>
          <a:solidFill>
            <a:srgbClr val="F3AB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D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5BCF3B3-3544-DAA9-5634-21C61FEECDBC}"/>
              </a:ext>
            </a:extLst>
          </p:cNvPr>
          <p:cNvSpPr/>
          <p:nvPr userDrawn="1"/>
        </p:nvSpPr>
        <p:spPr>
          <a:xfrm>
            <a:off x="931579" y="2094225"/>
            <a:ext cx="5055268" cy="3629025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1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5DF07B2-02A4-CB71-CA7E-52A98612C97F}"/>
              </a:ext>
            </a:extLst>
          </p:cNvPr>
          <p:cNvSpPr/>
          <p:nvPr userDrawn="1"/>
        </p:nvSpPr>
        <p:spPr>
          <a:xfrm>
            <a:off x="6223200" y="2094224"/>
            <a:ext cx="5054400" cy="3622265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1"/>
          </a:p>
        </p:txBody>
      </p:sp>
      <p:sp>
        <p:nvSpPr>
          <p:cNvPr id="13" name="Título 8">
            <a:extLst>
              <a:ext uri="{FF2B5EF4-FFF2-40B4-BE49-F238E27FC236}">
                <a16:creationId xmlns:a16="http://schemas.microsoft.com/office/drawing/2014/main" id="{7CD44CD7-56CD-8EB0-6CDD-B78477F92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509" y="641350"/>
            <a:ext cx="5969841" cy="921743"/>
          </a:xfrm>
        </p:spPr>
        <p:txBody>
          <a:bodyPr>
            <a:noAutofit/>
          </a:bodyPr>
          <a:lstStyle>
            <a:lvl1pPr marR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3000" b="1" i="0" u="none" strike="noStrike" cap="none" spc="-100" dirty="0">
                <a:solidFill>
                  <a:schemeClr val="accent1"/>
                </a:solidFill>
                <a:latin typeface="+mj-lt"/>
                <a:ea typeface="Arial"/>
                <a:cs typeface="Arial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Conteúdo 16">
            <a:extLst>
              <a:ext uri="{FF2B5EF4-FFF2-40B4-BE49-F238E27FC236}">
                <a16:creationId xmlns:a16="http://schemas.microsoft.com/office/drawing/2014/main" id="{70EC372B-880B-D5C5-1EC1-C8E4283A3C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10139" y="2344334"/>
            <a:ext cx="4498147" cy="3146829"/>
          </a:xfrm>
        </p:spPr>
        <p:txBody>
          <a:bodyPr/>
          <a:lstStyle>
            <a:lvl1pPr algn="ctr">
              <a:spcAft>
                <a:spcPts val="1200"/>
              </a:spcAft>
              <a:defRPr sz="1500"/>
            </a:lvl1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8" name="Espaço Reservado para Conteúdo 16">
            <a:extLst>
              <a:ext uri="{FF2B5EF4-FFF2-40B4-BE49-F238E27FC236}">
                <a16:creationId xmlns:a16="http://schemas.microsoft.com/office/drawing/2014/main" id="{DD68C171-7AB8-FCB5-8C97-0B242937AFC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01326" y="2344334"/>
            <a:ext cx="4498147" cy="3146829"/>
          </a:xfrm>
        </p:spPr>
        <p:txBody>
          <a:bodyPr/>
          <a:lstStyle>
            <a:lvl1pPr algn="ctr">
              <a:spcAft>
                <a:spcPts val="1200"/>
              </a:spcAft>
              <a:defRPr sz="1500"/>
            </a:lvl1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926983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lipse 10">
            <a:extLst>
              <a:ext uri="{FF2B5EF4-FFF2-40B4-BE49-F238E27FC236}">
                <a16:creationId xmlns:a16="http://schemas.microsoft.com/office/drawing/2014/main" id="{33D9D3EE-07B8-DDE0-D24C-617A25DF28E4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>
          <a:xfrm>
            <a:off x="6178550" y="-394648"/>
            <a:ext cx="6228000" cy="622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FBBB0E18-BC75-0FC9-7E6F-94F735FD7A0A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6178335" y="-394649"/>
            <a:ext cx="6228231" cy="5890966"/>
          </a:xfrm>
          <a:custGeom>
            <a:avLst/>
            <a:gdLst>
              <a:gd name="connsiteX0" fmla="*/ 0 w 6228000"/>
              <a:gd name="connsiteY0" fmla="*/ 3114000 h 6228000"/>
              <a:gd name="connsiteX1" fmla="*/ 3114000 w 6228000"/>
              <a:gd name="connsiteY1" fmla="*/ 0 h 6228000"/>
              <a:gd name="connsiteX2" fmla="*/ 6228000 w 6228000"/>
              <a:gd name="connsiteY2" fmla="*/ 3114000 h 6228000"/>
              <a:gd name="connsiteX3" fmla="*/ 3114000 w 6228000"/>
              <a:gd name="connsiteY3" fmla="*/ 6228000 h 6228000"/>
              <a:gd name="connsiteX4" fmla="*/ 0 w 6228000"/>
              <a:gd name="connsiteY4" fmla="*/ 3114000 h 6228000"/>
              <a:gd name="connsiteX0" fmla="*/ 335458 w 6563458"/>
              <a:gd name="connsiteY0" fmla="*/ 3114000 h 6235728"/>
              <a:gd name="connsiteX1" fmla="*/ 3449458 w 6563458"/>
              <a:gd name="connsiteY1" fmla="*/ 0 h 6235728"/>
              <a:gd name="connsiteX2" fmla="*/ 6563458 w 6563458"/>
              <a:gd name="connsiteY2" fmla="*/ 3114000 h 6235728"/>
              <a:gd name="connsiteX3" fmla="*/ 3449458 w 6563458"/>
              <a:gd name="connsiteY3" fmla="*/ 6228000 h 6235728"/>
              <a:gd name="connsiteX4" fmla="*/ 436684 w 6563458"/>
              <a:gd name="connsiteY4" fmla="*/ 3971566 h 6235728"/>
              <a:gd name="connsiteX5" fmla="*/ 335458 w 6563458"/>
              <a:gd name="connsiteY5" fmla="*/ 3114000 h 6235728"/>
              <a:gd name="connsiteX0" fmla="*/ 198652 w 6426652"/>
              <a:gd name="connsiteY0" fmla="*/ 3114000 h 6235728"/>
              <a:gd name="connsiteX1" fmla="*/ 3312652 w 6426652"/>
              <a:gd name="connsiteY1" fmla="*/ 0 h 6235728"/>
              <a:gd name="connsiteX2" fmla="*/ 6426652 w 6426652"/>
              <a:gd name="connsiteY2" fmla="*/ 3114000 h 6235728"/>
              <a:gd name="connsiteX3" fmla="*/ 3312652 w 6426652"/>
              <a:gd name="connsiteY3" fmla="*/ 6228000 h 6235728"/>
              <a:gd name="connsiteX4" fmla="*/ 299878 w 6426652"/>
              <a:gd name="connsiteY4" fmla="*/ 3971566 h 6235728"/>
              <a:gd name="connsiteX5" fmla="*/ 198652 w 6426652"/>
              <a:gd name="connsiteY5" fmla="*/ 3114000 h 6235728"/>
              <a:gd name="connsiteX0" fmla="*/ 0 w 6228000"/>
              <a:gd name="connsiteY0" fmla="*/ 3114000 h 6235728"/>
              <a:gd name="connsiteX1" fmla="*/ 3114000 w 6228000"/>
              <a:gd name="connsiteY1" fmla="*/ 0 h 6235728"/>
              <a:gd name="connsiteX2" fmla="*/ 6228000 w 6228000"/>
              <a:gd name="connsiteY2" fmla="*/ 3114000 h 6235728"/>
              <a:gd name="connsiteX3" fmla="*/ 3114000 w 6228000"/>
              <a:gd name="connsiteY3" fmla="*/ 6228000 h 6235728"/>
              <a:gd name="connsiteX4" fmla="*/ 101226 w 6228000"/>
              <a:gd name="connsiteY4" fmla="*/ 3971566 h 6235728"/>
              <a:gd name="connsiteX5" fmla="*/ 0 w 6228000"/>
              <a:gd name="connsiteY5" fmla="*/ 3114000 h 6235728"/>
              <a:gd name="connsiteX0" fmla="*/ 3161 w 6231161"/>
              <a:gd name="connsiteY0" fmla="*/ 3114000 h 6235728"/>
              <a:gd name="connsiteX1" fmla="*/ 3117161 w 6231161"/>
              <a:gd name="connsiteY1" fmla="*/ 0 h 6235728"/>
              <a:gd name="connsiteX2" fmla="*/ 6231161 w 6231161"/>
              <a:gd name="connsiteY2" fmla="*/ 3114000 h 6235728"/>
              <a:gd name="connsiteX3" fmla="*/ 3117161 w 6231161"/>
              <a:gd name="connsiteY3" fmla="*/ 6228000 h 6235728"/>
              <a:gd name="connsiteX4" fmla="*/ 104387 w 6231161"/>
              <a:gd name="connsiteY4" fmla="*/ 3971566 h 6235728"/>
              <a:gd name="connsiteX5" fmla="*/ 3161 w 6231161"/>
              <a:gd name="connsiteY5" fmla="*/ 3114000 h 6235728"/>
              <a:gd name="connsiteX0" fmla="*/ 3161 w 6231161"/>
              <a:gd name="connsiteY0" fmla="*/ 3114000 h 6234127"/>
              <a:gd name="connsiteX1" fmla="*/ 3117161 w 6231161"/>
              <a:gd name="connsiteY1" fmla="*/ 0 h 6234127"/>
              <a:gd name="connsiteX2" fmla="*/ 6231161 w 6231161"/>
              <a:gd name="connsiteY2" fmla="*/ 3114000 h 6234127"/>
              <a:gd name="connsiteX3" fmla="*/ 3117161 w 6231161"/>
              <a:gd name="connsiteY3" fmla="*/ 6228000 h 6234127"/>
              <a:gd name="connsiteX4" fmla="*/ 104387 w 6231161"/>
              <a:gd name="connsiteY4" fmla="*/ 3971566 h 6234127"/>
              <a:gd name="connsiteX5" fmla="*/ 3161 w 6231161"/>
              <a:gd name="connsiteY5" fmla="*/ 3114000 h 6234127"/>
              <a:gd name="connsiteX0" fmla="*/ 232739 w 6460739"/>
              <a:gd name="connsiteY0" fmla="*/ 3114000 h 4134120"/>
              <a:gd name="connsiteX1" fmla="*/ 3346739 w 6460739"/>
              <a:gd name="connsiteY1" fmla="*/ 0 h 4134120"/>
              <a:gd name="connsiteX2" fmla="*/ 6460739 w 6460739"/>
              <a:gd name="connsiteY2" fmla="*/ 3114000 h 4134120"/>
              <a:gd name="connsiteX3" fmla="*/ 4624210 w 6460739"/>
              <a:gd name="connsiteY3" fmla="*/ 3968895 h 4134120"/>
              <a:gd name="connsiteX4" fmla="*/ 333965 w 6460739"/>
              <a:gd name="connsiteY4" fmla="*/ 3971566 h 4134120"/>
              <a:gd name="connsiteX5" fmla="*/ 232739 w 6460739"/>
              <a:gd name="connsiteY5" fmla="*/ 3114000 h 4134120"/>
              <a:gd name="connsiteX0" fmla="*/ 232739 w 6533426"/>
              <a:gd name="connsiteY0" fmla="*/ 3114000 h 4101226"/>
              <a:gd name="connsiteX1" fmla="*/ 3346739 w 6533426"/>
              <a:gd name="connsiteY1" fmla="*/ 0 h 4101226"/>
              <a:gd name="connsiteX2" fmla="*/ 6460739 w 6533426"/>
              <a:gd name="connsiteY2" fmla="*/ 3114000 h 4101226"/>
              <a:gd name="connsiteX3" fmla="*/ 5470743 w 6533426"/>
              <a:gd name="connsiteY3" fmla="*/ 4052249 h 4101226"/>
              <a:gd name="connsiteX4" fmla="*/ 4624210 w 6533426"/>
              <a:gd name="connsiteY4" fmla="*/ 3968895 h 4101226"/>
              <a:gd name="connsiteX5" fmla="*/ 333965 w 6533426"/>
              <a:gd name="connsiteY5" fmla="*/ 3971566 h 4101226"/>
              <a:gd name="connsiteX6" fmla="*/ 232739 w 6533426"/>
              <a:gd name="connsiteY6" fmla="*/ 3114000 h 4101226"/>
              <a:gd name="connsiteX0" fmla="*/ 232739 w 6507150"/>
              <a:gd name="connsiteY0" fmla="*/ 3114000 h 5929534"/>
              <a:gd name="connsiteX1" fmla="*/ 3346739 w 6507150"/>
              <a:gd name="connsiteY1" fmla="*/ 0 h 5929534"/>
              <a:gd name="connsiteX2" fmla="*/ 6460739 w 6507150"/>
              <a:gd name="connsiteY2" fmla="*/ 3114000 h 5929534"/>
              <a:gd name="connsiteX3" fmla="*/ 4731155 w 6507150"/>
              <a:gd name="connsiteY3" fmla="*/ 5921390 h 5929534"/>
              <a:gd name="connsiteX4" fmla="*/ 4624210 w 6507150"/>
              <a:gd name="connsiteY4" fmla="*/ 3968895 h 5929534"/>
              <a:gd name="connsiteX5" fmla="*/ 333965 w 6507150"/>
              <a:gd name="connsiteY5" fmla="*/ 3971566 h 5929534"/>
              <a:gd name="connsiteX6" fmla="*/ 232739 w 6507150"/>
              <a:gd name="connsiteY6" fmla="*/ 3114000 h 5929534"/>
              <a:gd name="connsiteX0" fmla="*/ 232739 w 6526554"/>
              <a:gd name="connsiteY0" fmla="*/ 3114000 h 5929534"/>
              <a:gd name="connsiteX1" fmla="*/ 3346739 w 6526554"/>
              <a:gd name="connsiteY1" fmla="*/ 0 h 5929534"/>
              <a:gd name="connsiteX2" fmla="*/ 6460739 w 6526554"/>
              <a:gd name="connsiteY2" fmla="*/ 3114000 h 5929534"/>
              <a:gd name="connsiteX3" fmla="*/ 4731155 w 6526554"/>
              <a:gd name="connsiteY3" fmla="*/ 5921390 h 5929534"/>
              <a:gd name="connsiteX4" fmla="*/ 4624210 w 6526554"/>
              <a:gd name="connsiteY4" fmla="*/ 3968895 h 5929534"/>
              <a:gd name="connsiteX5" fmla="*/ 333965 w 6526554"/>
              <a:gd name="connsiteY5" fmla="*/ 3971566 h 5929534"/>
              <a:gd name="connsiteX6" fmla="*/ 232739 w 6526554"/>
              <a:gd name="connsiteY6" fmla="*/ 3114000 h 5929534"/>
              <a:gd name="connsiteX0" fmla="*/ 232739 w 6526554"/>
              <a:gd name="connsiteY0" fmla="*/ 3114000 h 5929534"/>
              <a:gd name="connsiteX1" fmla="*/ 3346739 w 6526554"/>
              <a:gd name="connsiteY1" fmla="*/ 0 h 5929534"/>
              <a:gd name="connsiteX2" fmla="*/ 6460739 w 6526554"/>
              <a:gd name="connsiteY2" fmla="*/ 3114000 h 5929534"/>
              <a:gd name="connsiteX3" fmla="*/ 4731155 w 6526554"/>
              <a:gd name="connsiteY3" fmla="*/ 5921390 h 5929534"/>
              <a:gd name="connsiteX4" fmla="*/ 4624210 w 6526554"/>
              <a:gd name="connsiteY4" fmla="*/ 3968895 h 5929534"/>
              <a:gd name="connsiteX5" fmla="*/ 333965 w 6526554"/>
              <a:gd name="connsiteY5" fmla="*/ 3971566 h 5929534"/>
              <a:gd name="connsiteX6" fmla="*/ 232739 w 6526554"/>
              <a:gd name="connsiteY6" fmla="*/ 3114000 h 5929534"/>
              <a:gd name="connsiteX0" fmla="*/ 232739 w 6462699"/>
              <a:gd name="connsiteY0" fmla="*/ 3114000 h 5929534"/>
              <a:gd name="connsiteX1" fmla="*/ 3346739 w 6462699"/>
              <a:gd name="connsiteY1" fmla="*/ 0 h 5929534"/>
              <a:gd name="connsiteX2" fmla="*/ 6460739 w 6462699"/>
              <a:gd name="connsiteY2" fmla="*/ 3114000 h 5929534"/>
              <a:gd name="connsiteX3" fmla="*/ 4731155 w 6462699"/>
              <a:gd name="connsiteY3" fmla="*/ 5921390 h 5929534"/>
              <a:gd name="connsiteX4" fmla="*/ 4624210 w 6462699"/>
              <a:gd name="connsiteY4" fmla="*/ 3968895 h 5929534"/>
              <a:gd name="connsiteX5" fmla="*/ 333965 w 6462699"/>
              <a:gd name="connsiteY5" fmla="*/ 3971566 h 5929534"/>
              <a:gd name="connsiteX6" fmla="*/ 232739 w 6462699"/>
              <a:gd name="connsiteY6" fmla="*/ 3114000 h 5929534"/>
              <a:gd name="connsiteX0" fmla="*/ 232739 w 6462699"/>
              <a:gd name="connsiteY0" fmla="*/ 3114000 h 5929534"/>
              <a:gd name="connsiteX1" fmla="*/ 3346739 w 6462699"/>
              <a:gd name="connsiteY1" fmla="*/ 0 h 5929534"/>
              <a:gd name="connsiteX2" fmla="*/ 6460739 w 6462699"/>
              <a:gd name="connsiteY2" fmla="*/ 3114000 h 5929534"/>
              <a:gd name="connsiteX3" fmla="*/ 4731155 w 6462699"/>
              <a:gd name="connsiteY3" fmla="*/ 5921390 h 5929534"/>
              <a:gd name="connsiteX4" fmla="*/ 4624210 w 6462699"/>
              <a:gd name="connsiteY4" fmla="*/ 3968895 h 5929534"/>
              <a:gd name="connsiteX5" fmla="*/ 333965 w 6462699"/>
              <a:gd name="connsiteY5" fmla="*/ 3971566 h 5929534"/>
              <a:gd name="connsiteX6" fmla="*/ 232739 w 6462699"/>
              <a:gd name="connsiteY6" fmla="*/ 3114000 h 5929534"/>
              <a:gd name="connsiteX0" fmla="*/ 232739 w 6462699"/>
              <a:gd name="connsiteY0" fmla="*/ 3114000 h 5929534"/>
              <a:gd name="connsiteX1" fmla="*/ 3346739 w 6462699"/>
              <a:gd name="connsiteY1" fmla="*/ 0 h 5929534"/>
              <a:gd name="connsiteX2" fmla="*/ 6460739 w 6462699"/>
              <a:gd name="connsiteY2" fmla="*/ 3114000 h 5929534"/>
              <a:gd name="connsiteX3" fmla="*/ 4731155 w 6462699"/>
              <a:gd name="connsiteY3" fmla="*/ 5921390 h 5929534"/>
              <a:gd name="connsiteX4" fmla="*/ 4624210 w 6462699"/>
              <a:gd name="connsiteY4" fmla="*/ 3968895 h 5929534"/>
              <a:gd name="connsiteX5" fmla="*/ 333965 w 6462699"/>
              <a:gd name="connsiteY5" fmla="*/ 3971566 h 5929534"/>
              <a:gd name="connsiteX6" fmla="*/ 232739 w 6462699"/>
              <a:gd name="connsiteY6" fmla="*/ 3114000 h 5929534"/>
              <a:gd name="connsiteX0" fmla="*/ 232739 w 6462699"/>
              <a:gd name="connsiteY0" fmla="*/ 3114000 h 5929534"/>
              <a:gd name="connsiteX1" fmla="*/ 3346739 w 6462699"/>
              <a:gd name="connsiteY1" fmla="*/ 0 h 5929534"/>
              <a:gd name="connsiteX2" fmla="*/ 6460739 w 6462699"/>
              <a:gd name="connsiteY2" fmla="*/ 3114000 h 5929534"/>
              <a:gd name="connsiteX3" fmla="*/ 4731155 w 6462699"/>
              <a:gd name="connsiteY3" fmla="*/ 5921390 h 5929534"/>
              <a:gd name="connsiteX4" fmla="*/ 4624210 w 6462699"/>
              <a:gd name="connsiteY4" fmla="*/ 3968895 h 5929534"/>
              <a:gd name="connsiteX5" fmla="*/ 333965 w 6462699"/>
              <a:gd name="connsiteY5" fmla="*/ 3971566 h 5929534"/>
              <a:gd name="connsiteX6" fmla="*/ 232739 w 6462699"/>
              <a:gd name="connsiteY6" fmla="*/ 3114000 h 5929534"/>
              <a:gd name="connsiteX0" fmla="*/ 3162 w 6233122"/>
              <a:gd name="connsiteY0" fmla="*/ 3114000 h 5929534"/>
              <a:gd name="connsiteX1" fmla="*/ 3117162 w 6233122"/>
              <a:gd name="connsiteY1" fmla="*/ 0 h 5929534"/>
              <a:gd name="connsiteX2" fmla="*/ 6231162 w 6233122"/>
              <a:gd name="connsiteY2" fmla="*/ 3114000 h 5929534"/>
              <a:gd name="connsiteX3" fmla="*/ 4501578 w 6233122"/>
              <a:gd name="connsiteY3" fmla="*/ 5921390 h 5929534"/>
              <a:gd name="connsiteX4" fmla="*/ 4394633 w 6233122"/>
              <a:gd name="connsiteY4" fmla="*/ 3968895 h 5929534"/>
              <a:gd name="connsiteX5" fmla="*/ 104388 w 6233122"/>
              <a:gd name="connsiteY5" fmla="*/ 3971566 h 5929534"/>
              <a:gd name="connsiteX6" fmla="*/ 3162 w 6233122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650"/>
              <a:gd name="connsiteX1" fmla="*/ 3119446 w 6235406"/>
              <a:gd name="connsiteY1" fmla="*/ 0 h 5929650"/>
              <a:gd name="connsiteX2" fmla="*/ 6233446 w 6235406"/>
              <a:gd name="connsiteY2" fmla="*/ 3114000 h 5929650"/>
              <a:gd name="connsiteX3" fmla="*/ 4503862 w 6235406"/>
              <a:gd name="connsiteY3" fmla="*/ 5921390 h 5929650"/>
              <a:gd name="connsiteX4" fmla="*/ 4396917 w 6235406"/>
              <a:gd name="connsiteY4" fmla="*/ 3968895 h 5929650"/>
              <a:gd name="connsiteX5" fmla="*/ 106672 w 6235406"/>
              <a:gd name="connsiteY5" fmla="*/ 3971566 h 5929650"/>
              <a:gd name="connsiteX6" fmla="*/ 5446 w 6235406"/>
              <a:gd name="connsiteY6" fmla="*/ 3114000 h 5929650"/>
              <a:gd name="connsiteX0" fmla="*/ 5446 w 6235406"/>
              <a:gd name="connsiteY0" fmla="*/ 3114000 h 5929650"/>
              <a:gd name="connsiteX1" fmla="*/ 3119446 w 6235406"/>
              <a:gd name="connsiteY1" fmla="*/ 0 h 5929650"/>
              <a:gd name="connsiteX2" fmla="*/ 6233446 w 6235406"/>
              <a:gd name="connsiteY2" fmla="*/ 3114000 h 5929650"/>
              <a:gd name="connsiteX3" fmla="*/ 4503862 w 6235406"/>
              <a:gd name="connsiteY3" fmla="*/ 5921390 h 5929650"/>
              <a:gd name="connsiteX4" fmla="*/ 4396917 w 6235406"/>
              <a:gd name="connsiteY4" fmla="*/ 3968895 h 5929650"/>
              <a:gd name="connsiteX5" fmla="*/ 106672 w 6235406"/>
              <a:gd name="connsiteY5" fmla="*/ 3971566 h 5929650"/>
              <a:gd name="connsiteX6" fmla="*/ 5446 w 6235406"/>
              <a:gd name="connsiteY6" fmla="*/ 3114000 h 5929650"/>
              <a:gd name="connsiteX0" fmla="*/ 5446 w 6235406"/>
              <a:gd name="connsiteY0" fmla="*/ 3114000 h 5929650"/>
              <a:gd name="connsiteX1" fmla="*/ 3119446 w 6235406"/>
              <a:gd name="connsiteY1" fmla="*/ 0 h 5929650"/>
              <a:gd name="connsiteX2" fmla="*/ 6233446 w 6235406"/>
              <a:gd name="connsiteY2" fmla="*/ 3114000 h 5929650"/>
              <a:gd name="connsiteX3" fmla="*/ 4503862 w 6235406"/>
              <a:gd name="connsiteY3" fmla="*/ 5921390 h 5929650"/>
              <a:gd name="connsiteX4" fmla="*/ 4396917 w 6235406"/>
              <a:gd name="connsiteY4" fmla="*/ 3968895 h 5929650"/>
              <a:gd name="connsiteX5" fmla="*/ 106672 w 6235406"/>
              <a:gd name="connsiteY5" fmla="*/ 3971566 h 5929650"/>
              <a:gd name="connsiteX6" fmla="*/ 5446 w 6235406"/>
              <a:gd name="connsiteY6" fmla="*/ 3114000 h 5929650"/>
              <a:gd name="connsiteX0" fmla="*/ 5446 w 6235406"/>
              <a:gd name="connsiteY0" fmla="*/ 3114000 h 5921390"/>
              <a:gd name="connsiteX1" fmla="*/ 3119446 w 6235406"/>
              <a:gd name="connsiteY1" fmla="*/ 0 h 5921390"/>
              <a:gd name="connsiteX2" fmla="*/ 6233446 w 6235406"/>
              <a:gd name="connsiteY2" fmla="*/ 3114000 h 5921390"/>
              <a:gd name="connsiteX3" fmla="*/ 4503862 w 6235406"/>
              <a:gd name="connsiteY3" fmla="*/ 5921390 h 5921390"/>
              <a:gd name="connsiteX4" fmla="*/ 4396917 w 6235406"/>
              <a:gd name="connsiteY4" fmla="*/ 3968895 h 5921390"/>
              <a:gd name="connsiteX5" fmla="*/ 106672 w 6235406"/>
              <a:gd name="connsiteY5" fmla="*/ 3971566 h 5921390"/>
              <a:gd name="connsiteX6" fmla="*/ 5446 w 6235406"/>
              <a:gd name="connsiteY6" fmla="*/ 3114000 h 5921390"/>
              <a:gd name="connsiteX0" fmla="*/ 5446 w 6235406"/>
              <a:gd name="connsiteY0" fmla="*/ 3114000 h 5921390"/>
              <a:gd name="connsiteX1" fmla="*/ 3119446 w 6235406"/>
              <a:gd name="connsiteY1" fmla="*/ 0 h 5921390"/>
              <a:gd name="connsiteX2" fmla="*/ 6233446 w 6235406"/>
              <a:gd name="connsiteY2" fmla="*/ 3114000 h 5921390"/>
              <a:gd name="connsiteX3" fmla="*/ 4503862 w 6235406"/>
              <a:gd name="connsiteY3" fmla="*/ 5921390 h 5921390"/>
              <a:gd name="connsiteX4" fmla="*/ 4396917 w 6235406"/>
              <a:gd name="connsiteY4" fmla="*/ 3968895 h 5921390"/>
              <a:gd name="connsiteX5" fmla="*/ 106672 w 6235406"/>
              <a:gd name="connsiteY5" fmla="*/ 3971566 h 5921390"/>
              <a:gd name="connsiteX6" fmla="*/ 5446 w 6235406"/>
              <a:gd name="connsiteY6" fmla="*/ 3114000 h 5921390"/>
              <a:gd name="connsiteX0" fmla="*/ 5446 w 6235406"/>
              <a:gd name="connsiteY0" fmla="*/ 3114000 h 5921390"/>
              <a:gd name="connsiteX1" fmla="*/ 3119446 w 6235406"/>
              <a:gd name="connsiteY1" fmla="*/ 0 h 5921390"/>
              <a:gd name="connsiteX2" fmla="*/ 6233446 w 6235406"/>
              <a:gd name="connsiteY2" fmla="*/ 3114000 h 5921390"/>
              <a:gd name="connsiteX3" fmla="*/ 4503862 w 6235406"/>
              <a:gd name="connsiteY3" fmla="*/ 5921390 h 5921390"/>
              <a:gd name="connsiteX4" fmla="*/ 4396917 w 6235406"/>
              <a:gd name="connsiteY4" fmla="*/ 3968895 h 5921390"/>
              <a:gd name="connsiteX5" fmla="*/ 106672 w 6235406"/>
              <a:gd name="connsiteY5" fmla="*/ 3971566 h 5921390"/>
              <a:gd name="connsiteX6" fmla="*/ 5446 w 6235406"/>
              <a:gd name="connsiteY6" fmla="*/ 3114000 h 5921390"/>
              <a:gd name="connsiteX0" fmla="*/ 5446 w 6235406"/>
              <a:gd name="connsiteY0" fmla="*/ 3114000 h 5938745"/>
              <a:gd name="connsiteX1" fmla="*/ 3119446 w 6235406"/>
              <a:gd name="connsiteY1" fmla="*/ 0 h 5938745"/>
              <a:gd name="connsiteX2" fmla="*/ 6233446 w 6235406"/>
              <a:gd name="connsiteY2" fmla="*/ 3114000 h 5938745"/>
              <a:gd name="connsiteX3" fmla="*/ 4503862 w 6235406"/>
              <a:gd name="connsiteY3" fmla="*/ 5921390 h 5938745"/>
              <a:gd name="connsiteX4" fmla="*/ 4455038 w 6235406"/>
              <a:gd name="connsiteY4" fmla="*/ 4284366 h 5938745"/>
              <a:gd name="connsiteX5" fmla="*/ 4396917 w 6235406"/>
              <a:gd name="connsiteY5" fmla="*/ 3968895 h 5938745"/>
              <a:gd name="connsiteX6" fmla="*/ 106672 w 6235406"/>
              <a:gd name="connsiteY6" fmla="*/ 3971566 h 5938745"/>
              <a:gd name="connsiteX7" fmla="*/ 5446 w 6235406"/>
              <a:gd name="connsiteY7" fmla="*/ 3114000 h 5938745"/>
              <a:gd name="connsiteX0" fmla="*/ 5446 w 6235406"/>
              <a:gd name="connsiteY0" fmla="*/ 3114000 h 5938745"/>
              <a:gd name="connsiteX1" fmla="*/ 3119446 w 6235406"/>
              <a:gd name="connsiteY1" fmla="*/ 0 h 5938745"/>
              <a:gd name="connsiteX2" fmla="*/ 6233446 w 6235406"/>
              <a:gd name="connsiteY2" fmla="*/ 3114000 h 5938745"/>
              <a:gd name="connsiteX3" fmla="*/ 4503862 w 6235406"/>
              <a:gd name="connsiteY3" fmla="*/ 5921390 h 5938745"/>
              <a:gd name="connsiteX4" fmla="*/ 4455038 w 6235406"/>
              <a:gd name="connsiteY4" fmla="*/ 4284366 h 5938745"/>
              <a:gd name="connsiteX5" fmla="*/ 4396917 w 6235406"/>
              <a:gd name="connsiteY5" fmla="*/ 3968895 h 5938745"/>
              <a:gd name="connsiteX6" fmla="*/ 106672 w 6235406"/>
              <a:gd name="connsiteY6" fmla="*/ 3971566 h 5938745"/>
              <a:gd name="connsiteX7" fmla="*/ 5446 w 6235406"/>
              <a:gd name="connsiteY7" fmla="*/ 3114000 h 5938745"/>
              <a:gd name="connsiteX0" fmla="*/ 5446 w 6235406"/>
              <a:gd name="connsiteY0" fmla="*/ 3114000 h 5938745"/>
              <a:gd name="connsiteX1" fmla="*/ 3119446 w 6235406"/>
              <a:gd name="connsiteY1" fmla="*/ 0 h 5938745"/>
              <a:gd name="connsiteX2" fmla="*/ 6233446 w 6235406"/>
              <a:gd name="connsiteY2" fmla="*/ 3114000 h 5938745"/>
              <a:gd name="connsiteX3" fmla="*/ 4503862 w 6235406"/>
              <a:gd name="connsiteY3" fmla="*/ 5921390 h 5938745"/>
              <a:gd name="connsiteX4" fmla="*/ 4483173 w 6235406"/>
              <a:gd name="connsiteY4" fmla="*/ 4284366 h 5938745"/>
              <a:gd name="connsiteX5" fmla="*/ 4396917 w 6235406"/>
              <a:gd name="connsiteY5" fmla="*/ 3968895 h 5938745"/>
              <a:gd name="connsiteX6" fmla="*/ 106672 w 6235406"/>
              <a:gd name="connsiteY6" fmla="*/ 3971566 h 5938745"/>
              <a:gd name="connsiteX7" fmla="*/ 5446 w 6235406"/>
              <a:gd name="connsiteY7" fmla="*/ 3114000 h 5938745"/>
              <a:gd name="connsiteX0" fmla="*/ 5446 w 6235406"/>
              <a:gd name="connsiteY0" fmla="*/ 3114000 h 5938818"/>
              <a:gd name="connsiteX1" fmla="*/ 3119446 w 6235406"/>
              <a:gd name="connsiteY1" fmla="*/ 0 h 5938818"/>
              <a:gd name="connsiteX2" fmla="*/ 6233446 w 6235406"/>
              <a:gd name="connsiteY2" fmla="*/ 3114000 h 5938818"/>
              <a:gd name="connsiteX3" fmla="*/ 4503862 w 6235406"/>
              <a:gd name="connsiteY3" fmla="*/ 5921390 h 5938818"/>
              <a:gd name="connsiteX4" fmla="*/ 4483173 w 6235406"/>
              <a:gd name="connsiteY4" fmla="*/ 4284366 h 5938818"/>
              <a:gd name="connsiteX5" fmla="*/ 4396917 w 6235406"/>
              <a:gd name="connsiteY5" fmla="*/ 3968895 h 5938818"/>
              <a:gd name="connsiteX6" fmla="*/ 106672 w 6235406"/>
              <a:gd name="connsiteY6" fmla="*/ 3971566 h 5938818"/>
              <a:gd name="connsiteX7" fmla="*/ 5446 w 6235406"/>
              <a:gd name="connsiteY7" fmla="*/ 3114000 h 5938818"/>
              <a:gd name="connsiteX0" fmla="*/ 5446 w 6235406"/>
              <a:gd name="connsiteY0" fmla="*/ 3114000 h 5938818"/>
              <a:gd name="connsiteX1" fmla="*/ 3119446 w 6235406"/>
              <a:gd name="connsiteY1" fmla="*/ 0 h 5938818"/>
              <a:gd name="connsiteX2" fmla="*/ 6233446 w 6235406"/>
              <a:gd name="connsiteY2" fmla="*/ 3114000 h 5938818"/>
              <a:gd name="connsiteX3" fmla="*/ 4503862 w 6235406"/>
              <a:gd name="connsiteY3" fmla="*/ 5921390 h 5938818"/>
              <a:gd name="connsiteX4" fmla="*/ 4483173 w 6235406"/>
              <a:gd name="connsiteY4" fmla="*/ 4284366 h 5938818"/>
              <a:gd name="connsiteX5" fmla="*/ 4396917 w 6235406"/>
              <a:gd name="connsiteY5" fmla="*/ 3968895 h 5938818"/>
              <a:gd name="connsiteX6" fmla="*/ 106672 w 6235406"/>
              <a:gd name="connsiteY6" fmla="*/ 3971566 h 5938818"/>
              <a:gd name="connsiteX7" fmla="*/ 5446 w 6235406"/>
              <a:gd name="connsiteY7" fmla="*/ 3114000 h 5938818"/>
              <a:gd name="connsiteX0" fmla="*/ 5446 w 6235406"/>
              <a:gd name="connsiteY0" fmla="*/ 3114000 h 5938818"/>
              <a:gd name="connsiteX1" fmla="*/ 3119446 w 6235406"/>
              <a:gd name="connsiteY1" fmla="*/ 0 h 5938818"/>
              <a:gd name="connsiteX2" fmla="*/ 6233446 w 6235406"/>
              <a:gd name="connsiteY2" fmla="*/ 3114000 h 5938818"/>
              <a:gd name="connsiteX3" fmla="*/ 4503862 w 6235406"/>
              <a:gd name="connsiteY3" fmla="*/ 5921390 h 5938818"/>
              <a:gd name="connsiteX4" fmla="*/ 4483173 w 6235406"/>
              <a:gd name="connsiteY4" fmla="*/ 4284366 h 5938818"/>
              <a:gd name="connsiteX5" fmla="*/ 4396917 w 6235406"/>
              <a:gd name="connsiteY5" fmla="*/ 3968895 h 5938818"/>
              <a:gd name="connsiteX6" fmla="*/ 106672 w 6235406"/>
              <a:gd name="connsiteY6" fmla="*/ 3971566 h 5938818"/>
              <a:gd name="connsiteX7" fmla="*/ 5446 w 6235406"/>
              <a:gd name="connsiteY7" fmla="*/ 3114000 h 5938818"/>
              <a:gd name="connsiteX0" fmla="*/ 5446 w 6235406"/>
              <a:gd name="connsiteY0" fmla="*/ 3114000 h 5938818"/>
              <a:gd name="connsiteX1" fmla="*/ 3119446 w 6235406"/>
              <a:gd name="connsiteY1" fmla="*/ 0 h 5938818"/>
              <a:gd name="connsiteX2" fmla="*/ 6233446 w 6235406"/>
              <a:gd name="connsiteY2" fmla="*/ 3114000 h 5938818"/>
              <a:gd name="connsiteX3" fmla="*/ 4503862 w 6235406"/>
              <a:gd name="connsiteY3" fmla="*/ 5921390 h 5938818"/>
              <a:gd name="connsiteX4" fmla="*/ 4483173 w 6235406"/>
              <a:gd name="connsiteY4" fmla="*/ 4284366 h 5938818"/>
              <a:gd name="connsiteX5" fmla="*/ 4396917 w 6235406"/>
              <a:gd name="connsiteY5" fmla="*/ 3968895 h 5938818"/>
              <a:gd name="connsiteX6" fmla="*/ 106672 w 6235406"/>
              <a:gd name="connsiteY6" fmla="*/ 3971566 h 5938818"/>
              <a:gd name="connsiteX7" fmla="*/ 5446 w 6235406"/>
              <a:gd name="connsiteY7" fmla="*/ 3114000 h 5938818"/>
              <a:gd name="connsiteX0" fmla="*/ 5446 w 6235406"/>
              <a:gd name="connsiteY0" fmla="*/ 3114000 h 5921941"/>
              <a:gd name="connsiteX1" fmla="*/ 3119446 w 6235406"/>
              <a:gd name="connsiteY1" fmla="*/ 0 h 5921941"/>
              <a:gd name="connsiteX2" fmla="*/ 6233446 w 6235406"/>
              <a:gd name="connsiteY2" fmla="*/ 3114000 h 5921941"/>
              <a:gd name="connsiteX3" fmla="*/ 4490214 w 6235406"/>
              <a:gd name="connsiteY3" fmla="*/ 5904331 h 5921941"/>
              <a:gd name="connsiteX4" fmla="*/ 4483173 w 6235406"/>
              <a:gd name="connsiteY4" fmla="*/ 4284366 h 5921941"/>
              <a:gd name="connsiteX5" fmla="*/ 4396917 w 6235406"/>
              <a:gd name="connsiteY5" fmla="*/ 3968895 h 5921941"/>
              <a:gd name="connsiteX6" fmla="*/ 106672 w 6235406"/>
              <a:gd name="connsiteY6" fmla="*/ 3971566 h 5921941"/>
              <a:gd name="connsiteX7" fmla="*/ 5446 w 6235406"/>
              <a:gd name="connsiteY7" fmla="*/ 3114000 h 5921941"/>
              <a:gd name="connsiteX0" fmla="*/ 5446 w 6235406"/>
              <a:gd name="connsiteY0" fmla="*/ 3114000 h 5921941"/>
              <a:gd name="connsiteX1" fmla="*/ 3119446 w 6235406"/>
              <a:gd name="connsiteY1" fmla="*/ 0 h 5921941"/>
              <a:gd name="connsiteX2" fmla="*/ 6233446 w 6235406"/>
              <a:gd name="connsiteY2" fmla="*/ 3114000 h 5921941"/>
              <a:gd name="connsiteX3" fmla="*/ 4490214 w 6235406"/>
              <a:gd name="connsiteY3" fmla="*/ 5904331 h 5921941"/>
              <a:gd name="connsiteX4" fmla="*/ 4483173 w 6235406"/>
              <a:gd name="connsiteY4" fmla="*/ 4284366 h 5921941"/>
              <a:gd name="connsiteX5" fmla="*/ 4396917 w 6235406"/>
              <a:gd name="connsiteY5" fmla="*/ 3968895 h 5921941"/>
              <a:gd name="connsiteX6" fmla="*/ 106672 w 6235406"/>
              <a:gd name="connsiteY6" fmla="*/ 3971566 h 5921941"/>
              <a:gd name="connsiteX7" fmla="*/ 5446 w 6235406"/>
              <a:gd name="connsiteY7" fmla="*/ 3114000 h 592194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3173 w 6235406"/>
              <a:gd name="connsiteY4" fmla="*/ 4284366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3173 w 6235406"/>
              <a:gd name="connsiteY4" fmla="*/ 4284366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3173 w 6235406"/>
              <a:gd name="connsiteY4" fmla="*/ 4284366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3173 w 6235406"/>
              <a:gd name="connsiteY4" fmla="*/ 4284366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6585 w 6235406"/>
              <a:gd name="connsiteY4" fmla="*/ 4137653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6585 w 6235406"/>
              <a:gd name="connsiteY4" fmla="*/ 4147888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6585 w 6235406"/>
              <a:gd name="connsiteY4" fmla="*/ 4147888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120811 w 6350771"/>
              <a:gd name="connsiteY0" fmla="*/ 3114000 h 5904331"/>
              <a:gd name="connsiteX1" fmla="*/ 3234811 w 6350771"/>
              <a:gd name="connsiteY1" fmla="*/ 0 h 5904331"/>
              <a:gd name="connsiteX2" fmla="*/ 6348811 w 6350771"/>
              <a:gd name="connsiteY2" fmla="*/ 3114000 h 5904331"/>
              <a:gd name="connsiteX3" fmla="*/ 4605579 w 6350771"/>
              <a:gd name="connsiteY3" fmla="*/ 5904331 h 5904331"/>
              <a:gd name="connsiteX4" fmla="*/ 4601950 w 6350771"/>
              <a:gd name="connsiteY4" fmla="*/ 4147888 h 5904331"/>
              <a:gd name="connsiteX5" fmla="*/ 4512282 w 6350771"/>
              <a:gd name="connsiteY5" fmla="*/ 3968895 h 5904331"/>
              <a:gd name="connsiteX6" fmla="*/ 293688 w 6350771"/>
              <a:gd name="connsiteY6" fmla="*/ 3968154 h 5904331"/>
              <a:gd name="connsiteX7" fmla="*/ 120811 w 6350771"/>
              <a:gd name="connsiteY7" fmla="*/ 3114000 h 5904331"/>
              <a:gd name="connsiteX0" fmla="*/ 120811 w 6350771"/>
              <a:gd name="connsiteY0" fmla="*/ 3114000 h 5904331"/>
              <a:gd name="connsiteX1" fmla="*/ 3234811 w 6350771"/>
              <a:gd name="connsiteY1" fmla="*/ 0 h 5904331"/>
              <a:gd name="connsiteX2" fmla="*/ 6348811 w 6350771"/>
              <a:gd name="connsiteY2" fmla="*/ 3114000 h 5904331"/>
              <a:gd name="connsiteX3" fmla="*/ 4605579 w 6350771"/>
              <a:gd name="connsiteY3" fmla="*/ 5904331 h 5904331"/>
              <a:gd name="connsiteX4" fmla="*/ 4601950 w 6350771"/>
              <a:gd name="connsiteY4" fmla="*/ 4147888 h 5904331"/>
              <a:gd name="connsiteX5" fmla="*/ 4512282 w 6350771"/>
              <a:gd name="connsiteY5" fmla="*/ 3968895 h 5904331"/>
              <a:gd name="connsiteX6" fmla="*/ 293688 w 6350771"/>
              <a:gd name="connsiteY6" fmla="*/ 3968154 h 5904331"/>
              <a:gd name="connsiteX7" fmla="*/ 120811 w 6350771"/>
              <a:gd name="connsiteY7" fmla="*/ 3114000 h 5904331"/>
              <a:gd name="connsiteX0" fmla="*/ 12 w 6229972"/>
              <a:gd name="connsiteY0" fmla="*/ 3114000 h 5904331"/>
              <a:gd name="connsiteX1" fmla="*/ 3114012 w 6229972"/>
              <a:gd name="connsiteY1" fmla="*/ 0 h 5904331"/>
              <a:gd name="connsiteX2" fmla="*/ 6228012 w 6229972"/>
              <a:gd name="connsiteY2" fmla="*/ 3114000 h 5904331"/>
              <a:gd name="connsiteX3" fmla="*/ 4484780 w 6229972"/>
              <a:gd name="connsiteY3" fmla="*/ 5904331 h 5904331"/>
              <a:gd name="connsiteX4" fmla="*/ 4481151 w 6229972"/>
              <a:gd name="connsiteY4" fmla="*/ 4147888 h 5904331"/>
              <a:gd name="connsiteX5" fmla="*/ 4391483 w 6229972"/>
              <a:gd name="connsiteY5" fmla="*/ 3968895 h 5904331"/>
              <a:gd name="connsiteX6" fmla="*/ 172889 w 6229972"/>
              <a:gd name="connsiteY6" fmla="*/ 3968154 h 5904331"/>
              <a:gd name="connsiteX7" fmla="*/ 12 w 6229972"/>
              <a:gd name="connsiteY7" fmla="*/ 3114000 h 5904331"/>
              <a:gd name="connsiteX0" fmla="*/ 12 w 6229972"/>
              <a:gd name="connsiteY0" fmla="*/ 3114000 h 5904331"/>
              <a:gd name="connsiteX1" fmla="*/ 3114012 w 6229972"/>
              <a:gd name="connsiteY1" fmla="*/ 0 h 5904331"/>
              <a:gd name="connsiteX2" fmla="*/ 6228012 w 6229972"/>
              <a:gd name="connsiteY2" fmla="*/ 3114000 h 5904331"/>
              <a:gd name="connsiteX3" fmla="*/ 4484780 w 6229972"/>
              <a:gd name="connsiteY3" fmla="*/ 5904331 h 5904331"/>
              <a:gd name="connsiteX4" fmla="*/ 4481151 w 6229972"/>
              <a:gd name="connsiteY4" fmla="*/ 4147888 h 5904331"/>
              <a:gd name="connsiteX5" fmla="*/ 4391483 w 6229972"/>
              <a:gd name="connsiteY5" fmla="*/ 3968895 h 5904331"/>
              <a:gd name="connsiteX6" fmla="*/ 172889 w 6229972"/>
              <a:gd name="connsiteY6" fmla="*/ 3968154 h 5904331"/>
              <a:gd name="connsiteX7" fmla="*/ 12 w 6229972"/>
              <a:gd name="connsiteY7" fmla="*/ 3114000 h 5904331"/>
              <a:gd name="connsiteX0" fmla="*/ 12 w 6229972"/>
              <a:gd name="connsiteY0" fmla="*/ 3114000 h 5904331"/>
              <a:gd name="connsiteX1" fmla="*/ 3114012 w 6229972"/>
              <a:gd name="connsiteY1" fmla="*/ 0 h 5904331"/>
              <a:gd name="connsiteX2" fmla="*/ 6228012 w 6229972"/>
              <a:gd name="connsiteY2" fmla="*/ 3114000 h 5904331"/>
              <a:gd name="connsiteX3" fmla="*/ 4484780 w 6229972"/>
              <a:gd name="connsiteY3" fmla="*/ 5904331 h 5904331"/>
              <a:gd name="connsiteX4" fmla="*/ 4481151 w 6229972"/>
              <a:gd name="connsiteY4" fmla="*/ 4147888 h 5904331"/>
              <a:gd name="connsiteX5" fmla="*/ 4391483 w 6229972"/>
              <a:gd name="connsiteY5" fmla="*/ 3968895 h 5904331"/>
              <a:gd name="connsiteX6" fmla="*/ 172889 w 6229972"/>
              <a:gd name="connsiteY6" fmla="*/ 3968154 h 5904331"/>
              <a:gd name="connsiteX7" fmla="*/ 12 w 6229972"/>
              <a:gd name="connsiteY7" fmla="*/ 3114000 h 5904331"/>
              <a:gd name="connsiteX0" fmla="*/ 165707 w 6395667"/>
              <a:gd name="connsiteY0" fmla="*/ 3114000 h 5904331"/>
              <a:gd name="connsiteX1" fmla="*/ 3279707 w 6395667"/>
              <a:gd name="connsiteY1" fmla="*/ 0 h 5904331"/>
              <a:gd name="connsiteX2" fmla="*/ 6393707 w 6395667"/>
              <a:gd name="connsiteY2" fmla="*/ 3114000 h 5904331"/>
              <a:gd name="connsiteX3" fmla="*/ 4650475 w 6395667"/>
              <a:gd name="connsiteY3" fmla="*/ 5904331 h 5904331"/>
              <a:gd name="connsiteX4" fmla="*/ 4646846 w 6395667"/>
              <a:gd name="connsiteY4" fmla="*/ 4147888 h 5904331"/>
              <a:gd name="connsiteX5" fmla="*/ 4557178 w 6395667"/>
              <a:gd name="connsiteY5" fmla="*/ 3968895 h 5904331"/>
              <a:gd name="connsiteX6" fmla="*/ 338584 w 6395667"/>
              <a:gd name="connsiteY6" fmla="*/ 3968154 h 5904331"/>
              <a:gd name="connsiteX7" fmla="*/ 418664 w 6395667"/>
              <a:gd name="connsiteY7" fmla="*/ 3789530 h 5904331"/>
              <a:gd name="connsiteX8" fmla="*/ 165707 w 6395667"/>
              <a:gd name="connsiteY8" fmla="*/ 3114000 h 5904331"/>
              <a:gd name="connsiteX0" fmla="*/ 165707 w 6395667"/>
              <a:gd name="connsiteY0" fmla="*/ 3114000 h 5904331"/>
              <a:gd name="connsiteX1" fmla="*/ 3279707 w 6395667"/>
              <a:gd name="connsiteY1" fmla="*/ 0 h 5904331"/>
              <a:gd name="connsiteX2" fmla="*/ 6393707 w 6395667"/>
              <a:gd name="connsiteY2" fmla="*/ 3114000 h 5904331"/>
              <a:gd name="connsiteX3" fmla="*/ 4650475 w 6395667"/>
              <a:gd name="connsiteY3" fmla="*/ 5904331 h 5904331"/>
              <a:gd name="connsiteX4" fmla="*/ 4646846 w 6395667"/>
              <a:gd name="connsiteY4" fmla="*/ 4147888 h 5904331"/>
              <a:gd name="connsiteX5" fmla="*/ 4557178 w 6395667"/>
              <a:gd name="connsiteY5" fmla="*/ 3968895 h 5904331"/>
              <a:gd name="connsiteX6" fmla="*/ 338584 w 6395667"/>
              <a:gd name="connsiteY6" fmla="*/ 3968154 h 5904331"/>
              <a:gd name="connsiteX7" fmla="*/ 418664 w 6395667"/>
              <a:gd name="connsiteY7" fmla="*/ 3789530 h 5904331"/>
              <a:gd name="connsiteX8" fmla="*/ 165707 w 6395667"/>
              <a:gd name="connsiteY8" fmla="*/ 3114000 h 5904331"/>
              <a:gd name="connsiteX0" fmla="*/ 187804 w 6417764"/>
              <a:gd name="connsiteY0" fmla="*/ 3114000 h 5904331"/>
              <a:gd name="connsiteX1" fmla="*/ 3301804 w 6417764"/>
              <a:gd name="connsiteY1" fmla="*/ 0 h 5904331"/>
              <a:gd name="connsiteX2" fmla="*/ 6415804 w 6417764"/>
              <a:gd name="connsiteY2" fmla="*/ 3114000 h 5904331"/>
              <a:gd name="connsiteX3" fmla="*/ 4672572 w 6417764"/>
              <a:gd name="connsiteY3" fmla="*/ 5904331 h 5904331"/>
              <a:gd name="connsiteX4" fmla="*/ 4668943 w 6417764"/>
              <a:gd name="connsiteY4" fmla="*/ 4147888 h 5904331"/>
              <a:gd name="connsiteX5" fmla="*/ 4579275 w 6417764"/>
              <a:gd name="connsiteY5" fmla="*/ 3968895 h 5904331"/>
              <a:gd name="connsiteX6" fmla="*/ 360681 w 6417764"/>
              <a:gd name="connsiteY6" fmla="*/ 3968154 h 5904331"/>
              <a:gd name="connsiteX7" fmla="*/ 317931 w 6417764"/>
              <a:gd name="connsiteY7" fmla="*/ 3984011 h 5904331"/>
              <a:gd name="connsiteX8" fmla="*/ 187804 w 6417764"/>
              <a:gd name="connsiteY8" fmla="*/ 3114000 h 5904331"/>
              <a:gd name="connsiteX0" fmla="*/ 187804 w 6417764"/>
              <a:gd name="connsiteY0" fmla="*/ 3114000 h 5904331"/>
              <a:gd name="connsiteX1" fmla="*/ 3301804 w 6417764"/>
              <a:gd name="connsiteY1" fmla="*/ 0 h 5904331"/>
              <a:gd name="connsiteX2" fmla="*/ 6415804 w 6417764"/>
              <a:gd name="connsiteY2" fmla="*/ 3114000 h 5904331"/>
              <a:gd name="connsiteX3" fmla="*/ 4672572 w 6417764"/>
              <a:gd name="connsiteY3" fmla="*/ 5904331 h 5904331"/>
              <a:gd name="connsiteX4" fmla="*/ 4668943 w 6417764"/>
              <a:gd name="connsiteY4" fmla="*/ 4147888 h 5904331"/>
              <a:gd name="connsiteX5" fmla="*/ 4579275 w 6417764"/>
              <a:gd name="connsiteY5" fmla="*/ 3968895 h 5904331"/>
              <a:gd name="connsiteX6" fmla="*/ 360681 w 6417764"/>
              <a:gd name="connsiteY6" fmla="*/ 3968154 h 5904331"/>
              <a:gd name="connsiteX7" fmla="*/ 317931 w 6417764"/>
              <a:gd name="connsiteY7" fmla="*/ 3984011 h 5904331"/>
              <a:gd name="connsiteX8" fmla="*/ 187804 w 6417764"/>
              <a:gd name="connsiteY8" fmla="*/ 3114000 h 5904331"/>
              <a:gd name="connsiteX0" fmla="*/ 183019 w 6412979"/>
              <a:gd name="connsiteY0" fmla="*/ 3114000 h 5904331"/>
              <a:gd name="connsiteX1" fmla="*/ 3297019 w 6412979"/>
              <a:gd name="connsiteY1" fmla="*/ 0 h 5904331"/>
              <a:gd name="connsiteX2" fmla="*/ 6411019 w 6412979"/>
              <a:gd name="connsiteY2" fmla="*/ 3114000 h 5904331"/>
              <a:gd name="connsiteX3" fmla="*/ 4667787 w 6412979"/>
              <a:gd name="connsiteY3" fmla="*/ 5904331 h 5904331"/>
              <a:gd name="connsiteX4" fmla="*/ 4664158 w 6412979"/>
              <a:gd name="connsiteY4" fmla="*/ 4147888 h 5904331"/>
              <a:gd name="connsiteX5" fmla="*/ 4574490 w 6412979"/>
              <a:gd name="connsiteY5" fmla="*/ 3968895 h 5904331"/>
              <a:gd name="connsiteX6" fmla="*/ 355896 w 6412979"/>
              <a:gd name="connsiteY6" fmla="*/ 3968154 h 5904331"/>
              <a:gd name="connsiteX7" fmla="*/ 313146 w 6412979"/>
              <a:gd name="connsiteY7" fmla="*/ 3984011 h 5904331"/>
              <a:gd name="connsiteX8" fmla="*/ 183019 w 6412979"/>
              <a:gd name="connsiteY8" fmla="*/ 3114000 h 5904331"/>
              <a:gd name="connsiteX0" fmla="*/ 144151 w 6374111"/>
              <a:gd name="connsiteY0" fmla="*/ 3114000 h 5904331"/>
              <a:gd name="connsiteX1" fmla="*/ 3258151 w 6374111"/>
              <a:gd name="connsiteY1" fmla="*/ 0 h 5904331"/>
              <a:gd name="connsiteX2" fmla="*/ 6372151 w 6374111"/>
              <a:gd name="connsiteY2" fmla="*/ 3114000 h 5904331"/>
              <a:gd name="connsiteX3" fmla="*/ 4628919 w 6374111"/>
              <a:gd name="connsiteY3" fmla="*/ 5904331 h 5904331"/>
              <a:gd name="connsiteX4" fmla="*/ 4625290 w 6374111"/>
              <a:gd name="connsiteY4" fmla="*/ 4147888 h 5904331"/>
              <a:gd name="connsiteX5" fmla="*/ 4535622 w 6374111"/>
              <a:gd name="connsiteY5" fmla="*/ 3968895 h 5904331"/>
              <a:gd name="connsiteX6" fmla="*/ 317028 w 6374111"/>
              <a:gd name="connsiteY6" fmla="*/ 3968154 h 5904331"/>
              <a:gd name="connsiteX7" fmla="*/ 274278 w 6374111"/>
              <a:gd name="connsiteY7" fmla="*/ 3984011 h 5904331"/>
              <a:gd name="connsiteX8" fmla="*/ 144151 w 6374111"/>
              <a:gd name="connsiteY8" fmla="*/ 3114000 h 5904331"/>
              <a:gd name="connsiteX0" fmla="*/ 141340 w 6371300"/>
              <a:gd name="connsiteY0" fmla="*/ 3114000 h 5904331"/>
              <a:gd name="connsiteX1" fmla="*/ 3255340 w 6371300"/>
              <a:gd name="connsiteY1" fmla="*/ 0 h 5904331"/>
              <a:gd name="connsiteX2" fmla="*/ 6369340 w 6371300"/>
              <a:gd name="connsiteY2" fmla="*/ 3114000 h 5904331"/>
              <a:gd name="connsiteX3" fmla="*/ 4626108 w 6371300"/>
              <a:gd name="connsiteY3" fmla="*/ 5904331 h 5904331"/>
              <a:gd name="connsiteX4" fmla="*/ 4622479 w 6371300"/>
              <a:gd name="connsiteY4" fmla="*/ 4147888 h 5904331"/>
              <a:gd name="connsiteX5" fmla="*/ 4532811 w 6371300"/>
              <a:gd name="connsiteY5" fmla="*/ 3968895 h 5904331"/>
              <a:gd name="connsiteX6" fmla="*/ 314217 w 6371300"/>
              <a:gd name="connsiteY6" fmla="*/ 3968154 h 5904331"/>
              <a:gd name="connsiteX7" fmla="*/ 281702 w 6371300"/>
              <a:gd name="connsiteY7" fmla="*/ 3987423 h 5904331"/>
              <a:gd name="connsiteX8" fmla="*/ 141340 w 6371300"/>
              <a:gd name="connsiteY8" fmla="*/ 3114000 h 5904331"/>
              <a:gd name="connsiteX0" fmla="*/ 181 w 6230141"/>
              <a:gd name="connsiteY0" fmla="*/ 3114000 h 5904331"/>
              <a:gd name="connsiteX1" fmla="*/ 3114181 w 6230141"/>
              <a:gd name="connsiteY1" fmla="*/ 0 h 5904331"/>
              <a:gd name="connsiteX2" fmla="*/ 6228181 w 6230141"/>
              <a:gd name="connsiteY2" fmla="*/ 3114000 h 5904331"/>
              <a:gd name="connsiteX3" fmla="*/ 4484949 w 6230141"/>
              <a:gd name="connsiteY3" fmla="*/ 5904331 h 5904331"/>
              <a:gd name="connsiteX4" fmla="*/ 4481320 w 6230141"/>
              <a:gd name="connsiteY4" fmla="*/ 4147888 h 5904331"/>
              <a:gd name="connsiteX5" fmla="*/ 4391652 w 6230141"/>
              <a:gd name="connsiteY5" fmla="*/ 3968895 h 5904331"/>
              <a:gd name="connsiteX6" fmla="*/ 173058 w 6230141"/>
              <a:gd name="connsiteY6" fmla="*/ 3968154 h 5904331"/>
              <a:gd name="connsiteX7" fmla="*/ 140543 w 6230141"/>
              <a:gd name="connsiteY7" fmla="*/ 3987423 h 5904331"/>
              <a:gd name="connsiteX8" fmla="*/ 181 w 6230141"/>
              <a:gd name="connsiteY8" fmla="*/ 3114000 h 5904331"/>
              <a:gd name="connsiteX0" fmla="*/ 199 w 6230159"/>
              <a:gd name="connsiteY0" fmla="*/ 3114000 h 5904331"/>
              <a:gd name="connsiteX1" fmla="*/ 3114199 w 6230159"/>
              <a:gd name="connsiteY1" fmla="*/ 0 h 5904331"/>
              <a:gd name="connsiteX2" fmla="*/ 6228199 w 6230159"/>
              <a:gd name="connsiteY2" fmla="*/ 3114000 h 5904331"/>
              <a:gd name="connsiteX3" fmla="*/ 4484967 w 6230159"/>
              <a:gd name="connsiteY3" fmla="*/ 5904331 h 5904331"/>
              <a:gd name="connsiteX4" fmla="*/ 4481338 w 6230159"/>
              <a:gd name="connsiteY4" fmla="*/ 4147888 h 5904331"/>
              <a:gd name="connsiteX5" fmla="*/ 4391670 w 6230159"/>
              <a:gd name="connsiteY5" fmla="*/ 3968895 h 5904331"/>
              <a:gd name="connsiteX6" fmla="*/ 173076 w 6230159"/>
              <a:gd name="connsiteY6" fmla="*/ 3968154 h 5904331"/>
              <a:gd name="connsiteX7" fmla="*/ 126914 w 6230159"/>
              <a:gd name="connsiteY7" fmla="*/ 3990835 h 5904331"/>
              <a:gd name="connsiteX8" fmla="*/ 199 w 6230159"/>
              <a:gd name="connsiteY8" fmla="*/ 3114000 h 5904331"/>
              <a:gd name="connsiteX0" fmla="*/ 199 w 6230159"/>
              <a:gd name="connsiteY0" fmla="*/ 3114000 h 5904331"/>
              <a:gd name="connsiteX1" fmla="*/ 3114199 w 6230159"/>
              <a:gd name="connsiteY1" fmla="*/ 0 h 5904331"/>
              <a:gd name="connsiteX2" fmla="*/ 6228199 w 6230159"/>
              <a:gd name="connsiteY2" fmla="*/ 3114000 h 5904331"/>
              <a:gd name="connsiteX3" fmla="*/ 4484967 w 6230159"/>
              <a:gd name="connsiteY3" fmla="*/ 5904331 h 5904331"/>
              <a:gd name="connsiteX4" fmla="*/ 4481338 w 6230159"/>
              <a:gd name="connsiteY4" fmla="*/ 4147888 h 5904331"/>
              <a:gd name="connsiteX5" fmla="*/ 4391670 w 6230159"/>
              <a:gd name="connsiteY5" fmla="*/ 3968895 h 5904331"/>
              <a:gd name="connsiteX6" fmla="*/ 173076 w 6230159"/>
              <a:gd name="connsiteY6" fmla="*/ 3968154 h 5904331"/>
              <a:gd name="connsiteX7" fmla="*/ 126914 w 6230159"/>
              <a:gd name="connsiteY7" fmla="*/ 3990835 h 5904331"/>
              <a:gd name="connsiteX8" fmla="*/ 199 w 6230159"/>
              <a:gd name="connsiteY8" fmla="*/ 3114000 h 5904331"/>
              <a:gd name="connsiteX0" fmla="*/ 199 w 6230159"/>
              <a:gd name="connsiteY0" fmla="*/ 3114000 h 5904331"/>
              <a:gd name="connsiteX1" fmla="*/ 3114199 w 6230159"/>
              <a:gd name="connsiteY1" fmla="*/ 0 h 5904331"/>
              <a:gd name="connsiteX2" fmla="*/ 6228199 w 6230159"/>
              <a:gd name="connsiteY2" fmla="*/ 3114000 h 5904331"/>
              <a:gd name="connsiteX3" fmla="*/ 4484967 w 6230159"/>
              <a:gd name="connsiteY3" fmla="*/ 5904331 h 5904331"/>
              <a:gd name="connsiteX4" fmla="*/ 4481338 w 6230159"/>
              <a:gd name="connsiteY4" fmla="*/ 4147888 h 5904331"/>
              <a:gd name="connsiteX5" fmla="*/ 4391670 w 6230159"/>
              <a:gd name="connsiteY5" fmla="*/ 3968895 h 5904331"/>
              <a:gd name="connsiteX6" fmla="*/ 194243 w 6230159"/>
              <a:gd name="connsiteY6" fmla="*/ 3968154 h 5904331"/>
              <a:gd name="connsiteX7" fmla="*/ 126914 w 6230159"/>
              <a:gd name="connsiteY7" fmla="*/ 3990835 h 5904331"/>
              <a:gd name="connsiteX8" fmla="*/ 199 w 6230159"/>
              <a:gd name="connsiteY8" fmla="*/ 3114000 h 5904331"/>
              <a:gd name="connsiteX0" fmla="*/ 199 w 6228217"/>
              <a:gd name="connsiteY0" fmla="*/ 3114000 h 5904331"/>
              <a:gd name="connsiteX1" fmla="*/ 3114199 w 6228217"/>
              <a:gd name="connsiteY1" fmla="*/ 0 h 5904331"/>
              <a:gd name="connsiteX2" fmla="*/ 6228199 w 6228217"/>
              <a:gd name="connsiteY2" fmla="*/ 3114000 h 5904331"/>
              <a:gd name="connsiteX3" fmla="*/ 4484967 w 6228217"/>
              <a:gd name="connsiteY3" fmla="*/ 5904331 h 5904331"/>
              <a:gd name="connsiteX4" fmla="*/ 4481338 w 6228217"/>
              <a:gd name="connsiteY4" fmla="*/ 4147888 h 5904331"/>
              <a:gd name="connsiteX5" fmla="*/ 4391670 w 6228217"/>
              <a:gd name="connsiteY5" fmla="*/ 3968895 h 5904331"/>
              <a:gd name="connsiteX6" fmla="*/ 194243 w 6228217"/>
              <a:gd name="connsiteY6" fmla="*/ 3968154 h 5904331"/>
              <a:gd name="connsiteX7" fmla="*/ 126914 w 6228217"/>
              <a:gd name="connsiteY7" fmla="*/ 3990835 h 5904331"/>
              <a:gd name="connsiteX8" fmla="*/ 199 w 6228217"/>
              <a:gd name="connsiteY8" fmla="*/ 3114000 h 5904331"/>
              <a:gd name="connsiteX0" fmla="*/ 199 w 6228217"/>
              <a:gd name="connsiteY0" fmla="*/ 3114000 h 5904331"/>
              <a:gd name="connsiteX1" fmla="*/ 3114199 w 6228217"/>
              <a:gd name="connsiteY1" fmla="*/ 0 h 5904331"/>
              <a:gd name="connsiteX2" fmla="*/ 6228199 w 6228217"/>
              <a:gd name="connsiteY2" fmla="*/ 3114000 h 5904331"/>
              <a:gd name="connsiteX3" fmla="*/ 4484967 w 6228217"/>
              <a:gd name="connsiteY3" fmla="*/ 5904331 h 5904331"/>
              <a:gd name="connsiteX4" fmla="*/ 4481338 w 6228217"/>
              <a:gd name="connsiteY4" fmla="*/ 4147888 h 5904331"/>
              <a:gd name="connsiteX5" fmla="*/ 4391670 w 6228217"/>
              <a:gd name="connsiteY5" fmla="*/ 3968895 h 5904331"/>
              <a:gd name="connsiteX6" fmla="*/ 194243 w 6228217"/>
              <a:gd name="connsiteY6" fmla="*/ 3968154 h 5904331"/>
              <a:gd name="connsiteX7" fmla="*/ 126914 w 6228217"/>
              <a:gd name="connsiteY7" fmla="*/ 3990835 h 5904331"/>
              <a:gd name="connsiteX8" fmla="*/ 199 w 6228217"/>
              <a:gd name="connsiteY8" fmla="*/ 3114000 h 5904331"/>
              <a:gd name="connsiteX0" fmla="*/ 199 w 6228217"/>
              <a:gd name="connsiteY0" fmla="*/ 3114000 h 5904331"/>
              <a:gd name="connsiteX1" fmla="*/ 3114199 w 6228217"/>
              <a:gd name="connsiteY1" fmla="*/ 0 h 5904331"/>
              <a:gd name="connsiteX2" fmla="*/ 6228199 w 6228217"/>
              <a:gd name="connsiteY2" fmla="*/ 3114000 h 5904331"/>
              <a:gd name="connsiteX3" fmla="*/ 4484967 w 6228217"/>
              <a:gd name="connsiteY3" fmla="*/ 5904331 h 5904331"/>
              <a:gd name="connsiteX4" fmla="*/ 4481338 w 6228217"/>
              <a:gd name="connsiteY4" fmla="*/ 4147888 h 5904331"/>
              <a:gd name="connsiteX5" fmla="*/ 4391670 w 6228217"/>
              <a:gd name="connsiteY5" fmla="*/ 3968895 h 5904331"/>
              <a:gd name="connsiteX6" fmla="*/ 194243 w 6228217"/>
              <a:gd name="connsiteY6" fmla="*/ 3968154 h 5904331"/>
              <a:gd name="connsiteX7" fmla="*/ 126914 w 6228217"/>
              <a:gd name="connsiteY7" fmla="*/ 3990835 h 5904331"/>
              <a:gd name="connsiteX8" fmla="*/ 199 w 6228217"/>
              <a:gd name="connsiteY8" fmla="*/ 3114000 h 5904331"/>
              <a:gd name="connsiteX0" fmla="*/ 199 w 6228216"/>
              <a:gd name="connsiteY0" fmla="*/ 3114000 h 5904331"/>
              <a:gd name="connsiteX1" fmla="*/ 3114199 w 6228216"/>
              <a:gd name="connsiteY1" fmla="*/ 0 h 5904331"/>
              <a:gd name="connsiteX2" fmla="*/ 6228199 w 6228216"/>
              <a:gd name="connsiteY2" fmla="*/ 3114000 h 5904331"/>
              <a:gd name="connsiteX3" fmla="*/ 4474456 w 6228216"/>
              <a:gd name="connsiteY3" fmla="*/ 5904331 h 5904331"/>
              <a:gd name="connsiteX4" fmla="*/ 4481338 w 6228216"/>
              <a:gd name="connsiteY4" fmla="*/ 4147888 h 5904331"/>
              <a:gd name="connsiteX5" fmla="*/ 4391670 w 6228216"/>
              <a:gd name="connsiteY5" fmla="*/ 3968895 h 5904331"/>
              <a:gd name="connsiteX6" fmla="*/ 194243 w 6228216"/>
              <a:gd name="connsiteY6" fmla="*/ 3968154 h 5904331"/>
              <a:gd name="connsiteX7" fmla="*/ 126914 w 6228216"/>
              <a:gd name="connsiteY7" fmla="*/ 3990835 h 5904331"/>
              <a:gd name="connsiteX8" fmla="*/ 199 w 6228216"/>
              <a:gd name="connsiteY8" fmla="*/ 3114000 h 5904331"/>
              <a:gd name="connsiteX0" fmla="*/ 199 w 6228216"/>
              <a:gd name="connsiteY0" fmla="*/ 3114000 h 5915833"/>
              <a:gd name="connsiteX1" fmla="*/ 3114199 w 6228216"/>
              <a:gd name="connsiteY1" fmla="*/ 0 h 5915833"/>
              <a:gd name="connsiteX2" fmla="*/ 6228199 w 6228216"/>
              <a:gd name="connsiteY2" fmla="*/ 3114000 h 5915833"/>
              <a:gd name="connsiteX3" fmla="*/ 4480207 w 6228216"/>
              <a:gd name="connsiteY3" fmla="*/ 5915833 h 5915833"/>
              <a:gd name="connsiteX4" fmla="*/ 4481338 w 6228216"/>
              <a:gd name="connsiteY4" fmla="*/ 4147888 h 5915833"/>
              <a:gd name="connsiteX5" fmla="*/ 4391670 w 6228216"/>
              <a:gd name="connsiteY5" fmla="*/ 3968895 h 5915833"/>
              <a:gd name="connsiteX6" fmla="*/ 194243 w 6228216"/>
              <a:gd name="connsiteY6" fmla="*/ 3968154 h 5915833"/>
              <a:gd name="connsiteX7" fmla="*/ 126914 w 6228216"/>
              <a:gd name="connsiteY7" fmla="*/ 3990835 h 5915833"/>
              <a:gd name="connsiteX8" fmla="*/ 199 w 6228216"/>
              <a:gd name="connsiteY8" fmla="*/ 3114000 h 5915833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80207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80207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76649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7"/>
              <a:gd name="connsiteY0" fmla="*/ 3114000 h 5927335"/>
              <a:gd name="connsiteX1" fmla="*/ 3114199 w 6228217"/>
              <a:gd name="connsiteY1" fmla="*/ 0 h 5927335"/>
              <a:gd name="connsiteX2" fmla="*/ 6228199 w 6228217"/>
              <a:gd name="connsiteY2" fmla="*/ 3114000 h 5927335"/>
              <a:gd name="connsiteX3" fmla="*/ 4476649 w 6228217"/>
              <a:gd name="connsiteY3" fmla="*/ 5927335 h 5927335"/>
              <a:gd name="connsiteX4" fmla="*/ 4481338 w 6228217"/>
              <a:gd name="connsiteY4" fmla="*/ 4147888 h 5927335"/>
              <a:gd name="connsiteX5" fmla="*/ 4391670 w 6228217"/>
              <a:gd name="connsiteY5" fmla="*/ 3968895 h 5927335"/>
              <a:gd name="connsiteX6" fmla="*/ 194243 w 6228217"/>
              <a:gd name="connsiteY6" fmla="*/ 3968154 h 5927335"/>
              <a:gd name="connsiteX7" fmla="*/ 126914 w 6228217"/>
              <a:gd name="connsiteY7" fmla="*/ 3990835 h 5927335"/>
              <a:gd name="connsiteX8" fmla="*/ 199 w 6228217"/>
              <a:gd name="connsiteY8" fmla="*/ 3114000 h 5927335"/>
              <a:gd name="connsiteX0" fmla="*/ 199 w 6228217"/>
              <a:gd name="connsiteY0" fmla="*/ 3114000 h 5927335"/>
              <a:gd name="connsiteX1" fmla="*/ 3114199 w 6228217"/>
              <a:gd name="connsiteY1" fmla="*/ 0 h 5927335"/>
              <a:gd name="connsiteX2" fmla="*/ 6228199 w 6228217"/>
              <a:gd name="connsiteY2" fmla="*/ 3114000 h 5927335"/>
              <a:gd name="connsiteX3" fmla="*/ 4494439 w 6228217"/>
              <a:gd name="connsiteY3" fmla="*/ 5927335 h 5927335"/>
              <a:gd name="connsiteX4" fmla="*/ 4481338 w 6228217"/>
              <a:gd name="connsiteY4" fmla="*/ 4147888 h 5927335"/>
              <a:gd name="connsiteX5" fmla="*/ 4391670 w 6228217"/>
              <a:gd name="connsiteY5" fmla="*/ 3968895 h 5927335"/>
              <a:gd name="connsiteX6" fmla="*/ 194243 w 6228217"/>
              <a:gd name="connsiteY6" fmla="*/ 3968154 h 5927335"/>
              <a:gd name="connsiteX7" fmla="*/ 126914 w 6228217"/>
              <a:gd name="connsiteY7" fmla="*/ 3990835 h 5927335"/>
              <a:gd name="connsiteX8" fmla="*/ 199 w 6228217"/>
              <a:gd name="connsiteY8" fmla="*/ 3114000 h 5927335"/>
              <a:gd name="connsiteX0" fmla="*/ 199 w 6228217"/>
              <a:gd name="connsiteY0" fmla="*/ 3114000 h 5927335"/>
              <a:gd name="connsiteX1" fmla="*/ 3114199 w 6228217"/>
              <a:gd name="connsiteY1" fmla="*/ 0 h 5927335"/>
              <a:gd name="connsiteX2" fmla="*/ 6228199 w 6228217"/>
              <a:gd name="connsiteY2" fmla="*/ 3114000 h 5927335"/>
              <a:gd name="connsiteX3" fmla="*/ 4480207 w 6228217"/>
              <a:gd name="connsiteY3" fmla="*/ 5927335 h 5927335"/>
              <a:gd name="connsiteX4" fmla="*/ 4481338 w 6228217"/>
              <a:gd name="connsiteY4" fmla="*/ 4147888 h 5927335"/>
              <a:gd name="connsiteX5" fmla="*/ 4391670 w 6228217"/>
              <a:gd name="connsiteY5" fmla="*/ 3968895 h 5927335"/>
              <a:gd name="connsiteX6" fmla="*/ 194243 w 6228217"/>
              <a:gd name="connsiteY6" fmla="*/ 3968154 h 5927335"/>
              <a:gd name="connsiteX7" fmla="*/ 126914 w 6228217"/>
              <a:gd name="connsiteY7" fmla="*/ 3990835 h 5927335"/>
              <a:gd name="connsiteX8" fmla="*/ 199 w 6228217"/>
              <a:gd name="connsiteY8" fmla="*/ 3114000 h 5927335"/>
              <a:gd name="connsiteX0" fmla="*/ 199 w 6228217"/>
              <a:gd name="connsiteY0" fmla="*/ 3114000 h 5952241"/>
              <a:gd name="connsiteX1" fmla="*/ 3114199 w 6228217"/>
              <a:gd name="connsiteY1" fmla="*/ 0 h 5952241"/>
              <a:gd name="connsiteX2" fmla="*/ 6228199 w 6228217"/>
              <a:gd name="connsiteY2" fmla="*/ 3114000 h 5952241"/>
              <a:gd name="connsiteX3" fmla="*/ 4476649 w 6228217"/>
              <a:gd name="connsiteY3" fmla="*/ 5952241 h 5952241"/>
              <a:gd name="connsiteX4" fmla="*/ 4481338 w 6228217"/>
              <a:gd name="connsiteY4" fmla="*/ 4147888 h 5952241"/>
              <a:gd name="connsiteX5" fmla="*/ 4391670 w 6228217"/>
              <a:gd name="connsiteY5" fmla="*/ 3968895 h 5952241"/>
              <a:gd name="connsiteX6" fmla="*/ 194243 w 6228217"/>
              <a:gd name="connsiteY6" fmla="*/ 3968154 h 5952241"/>
              <a:gd name="connsiteX7" fmla="*/ 126914 w 6228217"/>
              <a:gd name="connsiteY7" fmla="*/ 3990835 h 5952241"/>
              <a:gd name="connsiteX8" fmla="*/ 199 w 6228217"/>
              <a:gd name="connsiteY8" fmla="*/ 3114000 h 5952241"/>
              <a:gd name="connsiteX0" fmla="*/ 199 w 6228216"/>
              <a:gd name="connsiteY0" fmla="*/ 3114000 h 5977146"/>
              <a:gd name="connsiteX1" fmla="*/ 3114199 w 6228216"/>
              <a:gd name="connsiteY1" fmla="*/ 0 h 5977146"/>
              <a:gd name="connsiteX2" fmla="*/ 6228199 w 6228216"/>
              <a:gd name="connsiteY2" fmla="*/ 3114000 h 5977146"/>
              <a:gd name="connsiteX3" fmla="*/ 4469533 w 6228216"/>
              <a:gd name="connsiteY3" fmla="*/ 5977146 h 5977146"/>
              <a:gd name="connsiteX4" fmla="*/ 4481338 w 6228216"/>
              <a:gd name="connsiteY4" fmla="*/ 4147888 h 5977146"/>
              <a:gd name="connsiteX5" fmla="*/ 4391670 w 6228216"/>
              <a:gd name="connsiteY5" fmla="*/ 3968895 h 5977146"/>
              <a:gd name="connsiteX6" fmla="*/ 194243 w 6228216"/>
              <a:gd name="connsiteY6" fmla="*/ 3968154 h 5977146"/>
              <a:gd name="connsiteX7" fmla="*/ 126914 w 6228216"/>
              <a:gd name="connsiteY7" fmla="*/ 3990835 h 5977146"/>
              <a:gd name="connsiteX8" fmla="*/ 199 w 6228216"/>
              <a:gd name="connsiteY8" fmla="*/ 3114000 h 5977146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73091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73091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5"/>
              <a:gd name="connsiteY0" fmla="*/ 3114000 h 5927335"/>
              <a:gd name="connsiteX1" fmla="*/ 3114199 w 6228215"/>
              <a:gd name="connsiteY1" fmla="*/ 0 h 5927335"/>
              <a:gd name="connsiteX2" fmla="*/ 6228199 w 6228215"/>
              <a:gd name="connsiteY2" fmla="*/ 3114000 h 5927335"/>
              <a:gd name="connsiteX3" fmla="*/ 4473091 w 6228215"/>
              <a:gd name="connsiteY3" fmla="*/ 5927335 h 5927335"/>
              <a:gd name="connsiteX4" fmla="*/ 4481338 w 6228215"/>
              <a:gd name="connsiteY4" fmla="*/ 4147888 h 5927335"/>
              <a:gd name="connsiteX5" fmla="*/ 4391670 w 6228215"/>
              <a:gd name="connsiteY5" fmla="*/ 3968895 h 5927335"/>
              <a:gd name="connsiteX6" fmla="*/ 194243 w 6228215"/>
              <a:gd name="connsiteY6" fmla="*/ 3968154 h 5927335"/>
              <a:gd name="connsiteX7" fmla="*/ 126914 w 6228215"/>
              <a:gd name="connsiteY7" fmla="*/ 3990835 h 5927335"/>
              <a:gd name="connsiteX8" fmla="*/ 199 w 6228215"/>
              <a:gd name="connsiteY8" fmla="*/ 3114000 h 5927335"/>
              <a:gd name="connsiteX0" fmla="*/ 199 w 6228216"/>
              <a:gd name="connsiteY0" fmla="*/ 3114000 h 5911748"/>
              <a:gd name="connsiteX1" fmla="*/ 3114199 w 6228216"/>
              <a:gd name="connsiteY1" fmla="*/ 0 h 5911748"/>
              <a:gd name="connsiteX2" fmla="*/ 6228199 w 6228216"/>
              <a:gd name="connsiteY2" fmla="*/ 3114000 h 5911748"/>
              <a:gd name="connsiteX3" fmla="*/ 4483482 w 6228216"/>
              <a:gd name="connsiteY3" fmla="*/ 5911748 h 5911748"/>
              <a:gd name="connsiteX4" fmla="*/ 4481338 w 6228216"/>
              <a:gd name="connsiteY4" fmla="*/ 4147888 h 5911748"/>
              <a:gd name="connsiteX5" fmla="*/ 4391670 w 6228216"/>
              <a:gd name="connsiteY5" fmla="*/ 3968895 h 5911748"/>
              <a:gd name="connsiteX6" fmla="*/ 194243 w 6228216"/>
              <a:gd name="connsiteY6" fmla="*/ 3968154 h 5911748"/>
              <a:gd name="connsiteX7" fmla="*/ 126914 w 6228216"/>
              <a:gd name="connsiteY7" fmla="*/ 3990835 h 5911748"/>
              <a:gd name="connsiteX8" fmla="*/ 199 w 6228216"/>
              <a:gd name="connsiteY8" fmla="*/ 3114000 h 5911748"/>
              <a:gd name="connsiteX0" fmla="*/ 199 w 6228216"/>
              <a:gd name="connsiteY0" fmla="*/ 3114000 h 5896162"/>
              <a:gd name="connsiteX1" fmla="*/ 3114199 w 6228216"/>
              <a:gd name="connsiteY1" fmla="*/ 0 h 5896162"/>
              <a:gd name="connsiteX2" fmla="*/ 6228199 w 6228216"/>
              <a:gd name="connsiteY2" fmla="*/ 3114000 h 5896162"/>
              <a:gd name="connsiteX3" fmla="*/ 4483482 w 6228216"/>
              <a:gd name="connsiteY3" fmla="*/ 5896162 h 5896162"/>
              <a:gd name="connsiteX4" fmla="*/ 4481338 w 6228216"/>
              <a:gd name="connsiteY4" fmla="*/ 4147888 h 5896162"/>
              <a:gd name="connsiteX5" fmla="*/ 4391670 w 6228216"/>
              <a:gd name="connsiteY5" fmla="*/ 3968895 h 5896162"/>
              <a:gd name="connsiteX6" fmla="*/ 194243 w 6228216"/>
              <a:gd name="connsiteY6" fmla="*/ 3968154 h 5896162"/>
              <a:gd name="connsiteX7" fmla="*/ 126914 w 6228216"/>
              <a:gd name="connsiteY7" fmla="*/ 3990835 h 5896162"/>
              <a:gd name="connsiteX8" fmla="*/ 199 w 6228216"/>
              <a:gd name="connsiteY8" fmla="*/ 3114000 h 5896162"/>
              <a:gd name="connsiteX0" fmla="*/ 199 w 6228216"/>
              <a:gd name="connsiteY0" fmla="*/ 3114000 h 5880575"/>
              <a:gd name="connsiteX1" fmla="*/ 3114199 w 6228216"/>
              <a:gd name="connsiteY1" fmla="*/ 0 h 5880575"/>
              <a:gd name="connsiteX2" fmla="*/ 6228199 w 6228216"/>
              <a:gd name="connsiteY2" fmla="*/ 3114000 h 5880575"/>
              <a:gd name="connsiteX3" fmla="*/ 4488677 w 6228216"/>
              <a:gd name="connsiteY3" fmla="*/ 5880575 h 5880575"/>
              <a:gd name="connsiteX4" fmla="*/ 4481338 w 6228216"/>
              <a:gd name="connsiteY4" fmla="*/ 4147888 h 5880575"/>
              <a:gd name="connsiteX5" fmla="*/ 4391670 w 6228216"/>
              <a:gd name="connsiteY5" fmla="*/ 3968895 h 5880575"/>
              <a:gd name="connsiteX6" fmla="*/ 194243 w 6228216"/>
              <a:gd name="connsiteY6" fmla="*/ 3968154 h 5880575"/>
              <a:gd name="connsiteX7" fmla="*/ 126914 w 6228216"/>
              <a:gd name="connsiteY7" fmla="*/ 3990835 h 5880575"/>
              <a:gd name="connsiteX8" fmla="*/ 199 w 6228216"/>
              <a:gd name="connsiteY8" fmla="*/ 3114000 h 5880575"/>
              <a:gd name="connsiteX0" fmla="*/ 199 w 6228216"/>
              <a:gd name="connsiteY0" fmla="*/ 3114000 h 5890966"/>
              <a:gd name="connsiteX1" fmla="*/ 3114199 w 6228216"/>
              <a:gd name="connsiteY1" fmla="*/ 0 h 5890966"/>
              <a:gd name="connsiteX2" fmla="*/ 6228199 w 6228216"/>
              <a:gd name="connsiteY2" fmla="*/ 3114000 h 5890966"/>
              <a:gd name="connsiteX3" fmla="*/ 4483481 w 6228216"/>
              <a:gd name="connsiteY3" fmla="*/ 5890966 h 5890966"/>
              <a:gd name="connsiteX4" fmla="*/ 4481338 w 6228216"/>
              <a:gd name="connsiteY4" fmla="*/ 4147888 h 5890966"/>
              <a:gd name="connsiteX5" fmla="*/ 4391670 w 6228216"/>
              <a:gd name="connsiteY5" fmla="*/ 3968895 h 5890966"/>
              <a:gd name="connsiteX6" fmla="*/ 194243 w 6228216"/>
              <a:gd name="connsiteY6" fmla="*/ 3968154 h 5890966"/>
              <a:gd name="connsiteX7" fmla="*/ 126914 w 6228216"/>
              <a:gd name="connsiteY7" fmla="*/ 3990835 h 5890966"/>
              <a:gd name="connsiteX8" fmla="*/ 199 w 6228216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91678 w 6228224"/>
              <a:gd name="connsiteY5" fmla="*/ 3968895 h 5890966"/>
              <a:gd name="connsiteX6" fmla="*/ 194251 w 6228224"/>
              <a:gd name="connsiteY6" fmla="*/ 3968154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91678 w 6228224"/>
              <a:gd name="connsiteY5" fmla="*/ 3968895 h 5890966"/>
              <a:gd name="connsiteX6" fmla="*/ 199447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199447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199447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199447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13232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13232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27017 w 6228224"/>
              <a:gd name="connsiteY6" fmla="*/ 393818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27017 w 6228224"/>
              <a:gd name="connsiteY6" fmla="*/ 3938182 h 5890966"/>
              <a:gd name="connsiteX7" fmla="*/ 121726 w 6228224"/>
              <a:gd name="connsiteY7" fmla="*/ 3965458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27017 w 6228224"/>
              <a:gd name="connsiteY6" fmla="*/ 3938182 h 5890966"/>
              <a:gd name="connsiteX7" fmla="*/ 121726 w 6228224"/>
              <a:gd name="connsiteY7" fmla="*/ 3965458 h 5890966"/>
              <a:gd name="connsiteX8" fmla="*/ 207 w 6228224"/>
              <a:gd name="connsiteY8" fmla="*/ 3114000 h 5890966"/>
              <a:gd name="connsiteX0" fmla="*/ 214 w 6228231"/>
              <a:gd name="connsiteY0" fmla="*/ 3114000 h 5890966"/>
              <a:gd name="connsiteX1" fmla="*/ 3114214 w 6228231"/>
              <a:gd name="connsiteY1" fmla="*/ 0 h 5890966"/>
              <a:gd name="connsiteX2" fmla="*/ 6228214 w 6228231"/>
              <a:gd name="connsiteY2" fmla="*/ 3114000 h 5890966"/>
              <a:gd name="connsiteX3" fmla="*/ 4483496 w 6228231"/>
              <a:gd name="connsiteY3" fmla="*/ 5890966 h 5890966"/>
              <a:gd name="connsiteX4" fmla="*/ 4481353 w 6228231"/>
              <a:gd name="connsiteY4" fmla="*/ 4147888 h 5890966"/>
              <a:gd name="connsiteX5" fmla="*/ 4370903 w 6228231"/>
              <a:gd name="connsiteY5" fmla="*/ 3953309 h 5890966"/>
              <a:gd name="connsiteX6" fmla="*/ 227024 w 6228231"/>
              <a:gd name="connsiteY6" fmla="*/ 3938182 h 5890966"/>
              <a:gd name="connsiteX7" fmla="*/ 117138 w 6228231"/>
              <a:gd name="connsiteY7" fmla="*/ 3956268 h 5890966"/>
              <a:gd name="connsiteX8" fmla="*/ 214 w 6228231"/>
              <a:gd name="connsiteY8" fmla="*/ 3114000 h 5890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28231" h="5890966">
                <a:moveTo>
                  <a:pt x="214" y="3114000"/>
                </a:moveTo>
                <a:cubicBezTo>
                  <a:pt x="-4330" y="1411998"/>
                  <a:pt x="1394399" y="0"/>
                  <a:pt x="3114214" y="0"/>
                </a:cubicBezTo>
                <a:cubicBezTo>
                  <a:pt x="4834029" y="0"/>
                  <a:pt x="6228009" y="1324528"/>
                  <a:pt x="6228214" y="3114000"/>
                </a:cubicBezTo>
                <a:cubicBezTo>
                  <a:pt x="6232591" y="4448745"/>
                  <a:pt x="5391347" y="5466913"/>
                  <a:pt x="4483496" y="5890966"/>
                </a:cubicBezTo>
                <a:cubicBezTo>
                  <a:pt x="4470286" y="5884723"/>
                  <a:pt x="4490830" y="4173263"/>
                  <a:pt x="4481353" y="4147888"/>
                </a:cubicBezTo>
                <a:cubicBezTo>
                  <a:pt x="4476337" y="4153536"/>
                  <a:pt x="4500847" y="3989338"/>
                  <a:pt x="4370903" y="3953309"/>
                </a:cubicBezTo>
                <a:lnTo>
                  <a:pt x="227024" y="3938182"/>
                </a:lnTo>
                <a:cubicBezTo>
                  <a:pt x="229896" y="3935584"/>
                  <a:pt x="121453" y="3950046"/>
                  <a:pt x="117138" y="3956268"/>
                </a:cubicBezTo>
                <a:cubicBezTo>
                  <a:pt x="115621" y="3943562"/>
                  <a:pt x="-5779" y="3527224"/>
                  <a:pt x="214" y="3114000"/>
                </a:cubicBezTo>
                <a:close/>
              </a:path>
            </a:pathLst>
          </a:custGeom>
        </p:spPr>
        <p:txBody>
          <a:bodyPr/>
          <a:lstStyle>
            <a:lvl1pPr algn="ctr">
              <a:defRPr sz="1400" b="0">
                <a:solidFill>
                  <a:schemeClr val="bg1"/>
                </a:solidFill>
              </a:defRPr>
            </a:lvl1pPr>
          </a:lstStyle>
          <a:p>
            <a:endParaRPr lang="pt-BR"/>
          </a:p>
          <a:p>
            <a:r>
              <a:rPr lang="pt-BR"/>
              <a:t>Imagem</a:t>
            </a:r>
            <a:br>
              <a:rPr lang="pt-BR"/>
            </a:br>
            <a:r>
              <a:rPr lang="pt-BR"/>
              <a:t>(opcional)</a:t>
            </a:r>
          </a:p>
        </p:txBody>
      </p:sp>
      <p:sp>
        <p:nvSpPr>
          <p:cNvPr id="45" name="Espaço Reservado para Texto 44">
            <a:extLst>
              <a:ext uri="{FF2B5EF4-FFF2-40B4-BE49-F238E27FC236}">
                <a16:creationId xmlns:a16="http://schemas.microsoft.com/office/drawing/2014/main" id="{06E30179-074A-9B58-6298-46634017239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238366" y="1329766"/>
            <a:ext cx="3385184" cy="1534684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defRPr lang="pt-BR" sz="1200" b="0" i="0" u="none" strike="noStrike" kern="1200" cap="none" dirty="0" smtClean="0">
                <a:solidFill>
                  <a:schemeClr val="bg1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Freeform: Shape 24">
            <a:extLst>
              <a:ext uri="{FF2B5EF4-FFF2-40B4-BE49-F238E27FC236}">
                <a16:creationId xmlns:a16="http://schemas.microsoft.com/office/drawing/2014/main" id="{FD415740-21AF-903C-1A5A-37F7E5CC6A3C}"/>
              </a:ext>
            </a:extLst>
          </p:cNvPr>
          <p:cNvSpPr/>
          <p:nvPr userDrawn="1"/>
        </p:nvSpPr>
        <p:spPr>
          <a:xfrm>
            <a:off x="2" y="3886414"/>
            <a:ext cx="2848573" cy="2965721"/>
          </a:xfrm>
          <a:custGeom>
            <a:avLst/>
            <a:gdLst>
              <a:gd name="connsiteX0" fmla="*/ 1162912 w 2848573"/>
              <a:gd name="connsiteY0" fmla="*/ 0 h 2965721"/>
              <a:gd name="connsiteX1" fmla="*/ 2848573 w 2848573"/>
              <a:gd name="connsiteY1" fmla="*/ 1685661 h 2965721"/>
              <a:gd name="connsiteX2" fmla="*/ 2354855 w 2848573"/>
              <a:gd name="connsiteY2" fmla="*/ 2877604 h 2965721"/>
              <a:gd name="connsiteX3" fmla="*/ 2257901 w 2848573"/>
              <a:gd name="connsiteY3" fmla="*/ 2965721 h 2965721"/>
              <a:gd name="connsiteX4" fmla="*/ 67924 w 2848573"/>
              <a:gd name="connsiteY4" fmla="*/ 2965721 h 2965721"/>
              <a:gd name="connsiteX5" fmla="*/ 0 w 2848573"/>
              <a:gd name="connsiteY5" fmla="*/ 2903988 h 2965721"/>
              <a:gd name="connsiteX6" fmla="*/ 0 w 2848573"/>
              <a:gd name="connsiteY6" fmla="*/ 467334 h 2965721"/>
              <a:gd name="connsiteX7" fmla="*/ 90675 w 2848573"/>
              <a:gd name="connsiteY7" fmla="*/ 384923 h 2965721"/>
              <a:gd name="connsiteX8" fmla="*/ 1162912 w 2848573"/>
              <a:gd name="connsiteY8" fmla="*/ 0 h 2965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48573" h="2965721">
                <a:moveTo>
                  <a:pt x="1162912" y="0"/>
                </a:moveTo>
                <a:cubicBezTo>
                  <a:pt x="2093877" y="0"/>
                  <a:pt x="2848573" y="754696"/>
                  <a:pt x="2848573" y="1685661"/>
                </a:cubicBezTo>
                <a:cubicBezTo>
                  <a:pt x="2848573" y="2151144"/>
                  <a:pt x="2659899" y="2572559"/>
                  <a:pt x="2354855" y="2877604"/>
                </a:cubicBezTo>
                <a:lnTo>
                  <a:pt x="2257901" y="2965721"/>
                </a:lnTo>
                <a:lnTo>
                  <a:pt x="67924" y="2965721"/>
                </a:lnTo>
                <a:lnTo>
                  <a:pt x="0" y="2903988"/>
                </a:lnTo>
                <a:lnTo>
                  <a:pt x="0" y="467334"/>
                </a:lnTo>
                <a:lnTo>
                  <a:pt x="90675" y="384923"/>
                </a:lnTo>
                <a:cubicBezTo>
                  <a:pt x="382057" y="144454"/>
                  <a:pt x="755615" y="0"/>
                  <a:pt x="1162912" y="0"/>
                </a:cubicBez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28" name="Espaço Reservado para Imagem 27">
            <a:extLst>
              <a:ext uri="{FF2B5EF4-FFF2-40B4-BE49-F238E27FC236}">
                <a16:creationId xmlns:a16="http://schemas.microsoft.com/office/drawing/2014/main" id="{548B2331-2676-10C2-7E01-D10F6FB4AAA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481687" y="995363"/>
            <a:ext cx="793750" cy="793750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pt-BR"/>
              <a:t>Ícone</a:t>
            </a:r>
          </a:p>
        </p:txBody>
      </p:sp>
      <p:sp>
        <p:nvSpPr>
          <p:cNvPr id="38" name="Título">
            <a:extLst>
              <a:ext uri="{FF2B5EF4-FFF2-40B4-BE49-F238E27FC236}">
                <a16:creationId xmlns:a16="http://schemas.microsoft.com/office/drawing/2014/main" id="{ADB15B2B-2001-9E64-8B66-5FAC0E2E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3244" y="1270707"/>
            <a:ext cx="4158456" cy="1281113"/>
          </a:xfrm>
        </p:spPr>
        <p:txBody>
          <a:bodyPr>
            <a:noAutofit/>
          </a:bodyPr>
          <a:lstStyle>
            <a:lvl1pPr marR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3600" b="1" i="0" u="none" strike="noStrike" cap="none" spc="-100" dirty="0">
                <a:solidFill>
                  <a:schemeClr val="accent1"/>
                </a:solidFill>
                <a:latin typeface="+mj-lt"/>
                <a:ea typeface="Arial"/>
                <a:cs typeface="Arial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0" name="Espaço Reservado para Texto 39">
            <a:extLst>
              <a:ext uri="{FF2B5EF4-FFF2-40B4-BE49-F238E27FC236}">
                <a16:creationId xmlns:a16="http://schemas.microsoft.com/office/drawing/2014/main" id="{A1760A25-CD4E-1960-08EE-258535BF939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823244" y="926629"/>
            <a:ext cx="4180096" cy="323211"/>
          </a:xfrm>
        </p:spPr>
        <p:txBody>
          <a:bodyPr lIns="126000">
            <a:noAutofit/>
          </a:bodyPr>
          <a:lstStyle>
            <a:lvl1pPr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</a:t>
            </a:r>
          </a:p>
        </p:txBody>
      </p:sp>
      <p:sp>
        <p:nvSpPr>
          <p:cNvPr id="8" name="Rectangle: Rounded Corners 9">
            <a:extLst>
              <a:ext uri="{FF2B5EF4-FFF2-40B4-BE49-F238E27FC236}">
                <a16:creationId xmlns:a16="http://schemas.microsoft.com/office/drawing/2014/main" id="{19FBD3DF-538E-7884-58FD-04DC57DB7E80}"/>
              </a:ext>
            </a:extLst>
          </p:cNvPr>
          <p:cNvSpPr/>
          <p:nvPr userDrawn="1"/>
        </p:nvSpPr>
        <p:spPr>
          <a:xfrm>
            <a:off x="1568450" y="3571620"/>
            <a:ext cx="4434893" cy="2405063"/>
          </a:xfrm>
          <a:prstGeom prst="roundRect">
            <a:avLst>
              <a:gd name="adj" fmla="val 6259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9" name="Rectangle: Rounded Corners 10">
            <a:extLst>
              <a:ext uri="{FF2B5EF4-FFF2-40B4-BE49-F238E27FC236}">
                <a16:creationId xmlns:a16="http://schemas.microsoft.com/office/drawing/2014/main" id="{AE95629A-85FB-D0D9-6F6F-A142203545A5}"/>
              </a:ext>
            </a:extLst>
          </p:cNvPr>
          <p:cNvSpPr/>
          <p:nvPr userDrawn="1"/>
        </p:nvSpPr>
        <p:spPr>
          <a:xfrm>
            <a:off x="6222183" y="3545643"/>
            <a:ext cx="4435200" cy="2431040"/>
          </a:xfrm>
          <a:custGeom>
            <a:avLst/>
            <a:gdLst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284667 w 4435200"/>
              <a:gd name="connsiteY2" fmla="*/ 0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279472 w 4435200"/>
              <a:gd name="connsiteY2" fmla="*/ 0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253494 w 4435200"/>
              <a:gd name="connsiteY2" fmla="*/ 10391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295058 w 4435200"/>
              <a:gd name="connsiteY2" fmla="*/ 5195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315839 w 4435200"/>
              <a:gd name="connsiteY2" fmla="*/ 5195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5729 h 2410259"/>
              <a:gd name="connsiteX1" fmla="*/ 150533 w 4435200"/>
              <a:gd name="connsiteY1" fmla="*/ 0 h 2410259"/>
              <a:gd name="connsiteX2" fmla="*/ 4315839 w 4435200"/>
              <a:gd name="connsiteY2" fmla="*/ 10391 h 2410259"/>
              <a:gd name="connsiteX3" fmla="*/ 4435200 w 4435200"/>
              <a:gd name="connsiteY3" fmla="*/ 155729 h 2410259"/>
              <a:gd name="connsiteX4" fmla="*/ 4435200 w 4435200"/>
              <a:gd name="connsiteY4" fmla="*/ 2259726 h 2410259"/>
              <a:gd name="connsiteX5" fmla="*/ 4284667 w 4435200"/>
              <a:gd name="connsiteY5" fmla="*/ 2410259 h 2410259"/>
              <a:gd name="connsiteX6" fmla="*/ 150533 w 4435200"/>
              <a:gd name="connsiteY6" fmla="*/ 2410259 h 2410259"/>
              <a:gd name="connsiteX7" fmla="*/ 0 w 4435200"/>
              <a:gd name="connsiteY7" fmla="*/ 2259726 h 2410259"/>
              <a:gd name="connsiteX8" fmla="*/ 0 w 4435200"/>
              <a:gd name="connsiteY8" fmla="*/ 155729 h 2410259"/>
              <a:gd name="connsiteX0" fmla="*/ 0 w 4435200"/>
              <a:gd name="connsiteY0" fmla="*/ 155729 h 2410259"/>
              <a:gd name="connsiteX1" fmla="*/ 150533 w 4435200"/>
              <a:gd name="connsiteY1" fmla="*/ 0 h 2410259"/>
              <a:gd name="connsiteX2" fmla="*/ 4315839 w 4435200"/>
              <a:gd name="connsiteY2" fmla="*/ 5196 h 2410259"/>
              <a:gd name="connsiteX3" fmla="*/ 4435200 w 4435200"/>
              <a:gd name="connsiteY3" fmla="*/ 155729 h 2410259"/>
              <a:gd name="connsiteX4" fmla="*/ 4435200 w 4435200"/>
              <a:gd name="connsiteY4" fmla="*/ 2259726 h 2410259"/>
              <a:gd name="connsiteX5" fmla="*/ 4284667 w 4435200"/>
              <a:gd name="connsiteY5" fmla="*/ 2410259 h 2410259"/>
              <a:gd name="connsiteX6" fmla="*/ 150533 w 4435200"/>
              <a:gd name="connsiteY6" fmla="*/ 2410259 h 2410259"/>
              <a:gd name="connsiteX7" fmla="*/ 0 w 4435200"/>
              <a:gd name="connsiteY7" fmla="*/ 2259726 h 2410259"/>
              <a:gd name="connsiteX8" fmla="*/ 0 w 4435200"/>
              <a:gd name="connsiteY8" fmla="*/ 155729 h 2410259"/>
              <a:gd name="connsiteX0" fmla="*/ 0 w 4435200"/>
              <a:gd name="connsiteY0" fmla="*/ 160924 h 2415454"/>
              <a:gd name="connsiteX1" fmla="*/ 150533 w 4435200"/>
              <a:gd name="connsiteY1" fmla="*/ 5195 h 2415454"/>
              <a:gd name="connsiteX2" fmla="*/ 4321035 w 4435200"/>
              <a:gd name="connsiteY2" fmla="*/ 0 h 2415454"/>
              <a:gd name="connsiteX3" fmla="*/ 4435200 w 4435200"/>
              <a:gd name="connsiteY3" fmla="*/ 160924 h 2415454"/>
              <a:gd name="connsiteX4" fmla="*/ 4435200 w 4435200"/>
              <a:gd name="connsiteY4" fmla="*/ 2264921 h 2415454"/>
              <a:gd name="connsiteX5" fmla="*/ 4284667 w 4435200"/>
              <a:gd name="connsiteY5" fmla="*/ 2415454 h 2415454"/>
              <a:gd name="connsiteX6" fmla="*/ 150533 w 4435200"/>
              <a:gd name="connsiteY6" fmla="*/ 2415454 h 2415454"/>
              <a:gd name="connsiteX7" fmla="*/ 0 w 4435200"/>
              <a:gd name="connsiteY7" fmla="*/ 2264921 h 2415454"/>
              <a:gd name="connsiteX8" fmla="*/ 0 w 4435200"/>
              <a:gd name="connsiteY8" fmla="*/ 160924 h 2415454"/>
              <a:gd name="connsiteX0" fmla="*/ 0 w 4435200"/>
              <a:gd name="connsiteY0" fmla="*/ 176510 h 2431040"/>
              <a:gd name="connsiteX1" fmla="*/ 155729 w 4435200"/>
              <a:gd name="connsiteY1" fmla="*/ 0 h 2431040"/>
              <a:gd name="connsiteX2" fmla="*/ 4321035 w 4435200"/>
              <a:gd name="connsiteY2" fmla="*/ 15586 h 2431040"/>
              <a:gd name="connsiteX3" fmla="*/ 4435200 w 4435200"/>
              <a:gd name="connsiteY3" fmla="*/ 176510 h 2431040"/>
              <a:gd name="connsiteX4" fmla="*/ 4435200 w 4435200"/>
              <a:gd name="connsiteY4" fmla="*/ 2280507 h 2431040"/>
              <a:gd name="connsiteX5" fmla="*/ 4284667 w 4435200"/>
              <a:gd name="connsiteY5" fmla="*/ 2431040 h 2431040"/>
              <a:gd name="connsiteX6" fmla="*/ 150533 w 4435200"/>
              <a:gd name="connsiteY6" fmla="*/ 2431040 h 2431040"/>
              <a:gd name="connsiteX7" fmla="*/ 0 w 4435200"/>
              <a:gd name="connsiteY7" fmla="*/ 2280507 h 2431040"/>
              <a:gd name="connsiteX8" fmla="*/ 0 w 4435200"/>
              <a:gd name="connsiteY8" fmla="*/ 176510 h 2431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35200" h="2431040">
                <a:moveTo>
                  <a:pt x="0" y="176510"/>
                </a:moveTo>
                <a:cubicBezTo>
                  <a:pt x="0" y="93373"/>
                  <a:pt x="72592" y="0"/>
                  <a:pt x="155729" y="0"/>
                </a:cubicBezTo>
                <a:lnTo>
                  <a:pt x="4321035" y="15586"/>
                </a:lnTo>
                <a:cubicBezTo>
                  <a:pt x="4404172" y="15586"/>
                  <a:pt x="4435200" y="93373"/>
                  <a:pt x="4435200" y="176510"/>
                </a:cubicBezTo>
                <a:lnTo>
                  <a:pt x="4435200" y="2280507"/>
                </a:lnTo>
                <a:cubicBezTo>
                  <a:pt x="4435200" y="2363644"/>
                  <a:pt x="4367804" y="2431040"/>
                  <a:pt x="4284667" y="2431040"/>
                </a:cubicBezTo>
                <a:lnTo>
                  <a:pt x="150533" y="2431040"/>
                </a:lnTo>
                <a:cubicBezTo>
                  <a:pt x="67396" y="2431040"/>
                  <a:pt x="0" y="2363644"/>
                  <a:pt x="0" y="2280507"/>
                </a:cubicBezTo>
                <a:lnTo>
                  <a:pt x="0" y="1765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25" name="Espaço Reservado para Texto 24">
            <a:extLst>
              <a:ext uri="{FF2B5EF4-FFF2-40B4-BE49-F238E27FC236}">
                <a16:creationId xmlns:a16="http://schemas.microsoft.com/office/drawing/2014/main" id="{F23AF8C6-F807-A43D-E470-FC73BC02AD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2698751"/>
            <a:ext cx="1949844" cy="1052513"/>
          </a:xfrm>
        </p:spPr>
        <p:txBody>
          <a:bodyPr lIns="0">
            <a:no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6000" b="1" i="0" u="none" strike="noStrike" cap="none" dirty="0">
                <a:solidFill>
                  <a:srgbClr val="DAD8D8"/>
                </a:solidFill>
                <a:latin typeface="+mj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30" name="Espaço Reservado para Texto 29">
            <a:extLst>
              <a:ext uri="{FF2B5EF4-FFF2-40B4-BE49-F238E27FC236}">
                <a16:creationId xmlns:a16="http://schemas.microsoft.com/office/drawing/2014/main" id="{9D491E22-92EA-618D-BAF8-776849CE7C7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11338" y="3911570"/>
            <a:ext cx="3516312" cy="312738"/>
          </a:xfrm>
        </p:spPr>
        <p:txBody>
          <a:bodyPr>
            <a:normAutofit/>
          </a:bodyPr>
          <a:lstStyle>
            <a:lvl1pPr marR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400" b="1" i="0" u="none" strike="noStrike" cap="none" dirty="0" smtClean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</a:t>
            </a:r>
          </a:p>
        </p:txBody>
      </p:sp>
      <p:sp>
        <p:nvSpPr>
          <p:cNvPr id="31" name="Espaço Reservado para Texto 29">
            <a:extLst>
              <a:ext uri="{FF2B5EF4-FFF2-40B4-BE49-F238E27FC236}">
                <a16:creationId xmlns:a16="http://schemas.microsoft.com/office/drawing/2014/main" id="{BDD87BC4-5DA3-8DE4-6EB4-09DF200DC5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32764" y="3911570"/>
            <a:ext cx="3516312" cy="312738"/>
          </a:xfrm>
        </p:spPr>
        <p:txBody>
          <a:bodyPr>
            <a:normAutofit/>
          </a:bodyPr>
          <a:lstStyle>
            <a:lvl1pPr marR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400" b="1" i="0" u="none" strike="noStrike" cap="none" dirty="0" smtClean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</a:t>
            </a:r>
          </a:p>
        </p:txBody>
      </p:sp>
      <p:sp>
        <p:nvSpPr>
          <p:cNvPr id="33" name="Espaço Reservado para Texto 32">
            <a:extLst>
              <a:ext uri="{FF2B5EF4-FFF2-40B4-BE49-F238E27FC236}">
                <a16:creationId xmlns:a16="http://schemas.microsoft.com/office/drawing/2014/main" id="{5B90BA16-3647-7EE4-E8E7-A0663719D6B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23244" y="4284878"/>
            <a:ext cx="3516312" cy="1370013"/>
          </a:xfrm>
        </p:spPr>
        <p:txBody>
          <a:bodyPr>
            <a:norm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4" name="Espaço Reservado para Texto 32">
            <a:extLst>
              <a:ext uri="{FF2B5EF4-FFF2-40B4-BE49-F238E27FC236}">
                <a16:creationId xmlns:a16="http://schemas.microsoft.com/office/drawing/2014/main" id="{20BD869A-4B19-32B8-B2D1-E173FCFC996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32315" y="4284878"/>
            <a:ext cx="3516312" cy="1370013"/>
          </a:xfrm>
        </p:spPr>
        <p:txBody>
          <a:bodyPr>
            <a:norm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6" name="Espaço Reservado para Imagem 35">
            <a:extLst>
              <a:ext uri="{FF2B5EF4-FFF2-40B4-BE49-F238E27FC236}">
                <a16:creationId xmlns:a16="http://schemas.microsoft.com/office/drawing/2014/main" id="{BDB52A58-E55C-9C98-C52A-346308CB97D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397500" y="3803683"/>
            <a:ext cx="481013" cy="479425"/>
          </a:xfrm>
        </p:spPr>
        <p:txBody>
          <a:bodyPr>
            <a:normAutofit/>
          </a:bodyPr>
          <a:lstStyle>
            <a:lvl1pPr algn="ctr">
              <a:defRPr sz="800"/>
            </a:lvl1pPr>
          </a:lstStyle>
          <a:p>
            <a:r>
              <a:rPr lang="pt-BR"/>
              <a:t>Ícone</a:t>
            </a:r>
          </a:p>
        </p:txBody>
      </p:sp>
      <p:sp>
        <p:nvSpPr>
          <p:cNvPr id="37" name="Espaço Reservado para Imagem 35">
            <a:extLst>
              <a:ext uri="{FF2B5EF4-FFF2-40B4-BE49-F238E27FC236}">
                <a16:creationId xmlns:a16="http://schemas.microsoft.com/office/drawing/2014/main" id="{C1628873-D7CE-181B-53FE-C45F4CA950A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957144" y="3803683"/>
            <a:ext cx="481013" cy="479425"/>
          </a:xfrm>
        </p:spPr>
        <p:txBody>
          <a:bodyPr>
            <a:normAutofit/>
          </a:bodyPr>
          <a:lstStyle>
            <a:lvl1pPr algn="ctr">
              <a:defRPr sz="800"/>
            </a:lvl1pPr>
          </a:lstStyle>
          <a:p>
            <a:r>
              <a:rPr lang="pt-BR"/>
              <a:t>Ícone</a:t>
            </a:r>
          </a:p>
        </p:txBody>
      </p:sp>
      <p:sp>
        <p:nvSpPr>
          <p:cNvPr id="26" name="Espaço Reservado para Texto 24">
            <a:extLst>
              <a:ext uri="{FF2B5EF4-FFF2-40B4-BE49-F238E27FC236}">
                <a16:creationId xmlns:a16="http://schemas.microsoft.com/office/drawing/2014/main" id="{78C5B9BC-23BA-9D40-0EFB-FD4839B9D6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23289" y="2698751"/>
            <a:ext cx="1971675" cy="1052513"/>
          </a:xfrm>
        </p:spPr>
        <p:txBody>
          <a:bodyPr lIns="0">
            <a:no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6000" b="1" i="0" u="none" strike="noStrike" cap="none" dirty="0">
                <a:solidFill>
                  <a:srgbClr val="DAD8D8"/>
                </a:solidFill>
                <a:latin typeface="+mj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195C0EA-8668-632B-6E8C-C7C8464EF94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824038" y="2372411"/>
            <a:ext cx="4157662" cy="727075"/>
          </a:xfrm>
        </p:spPr>
        <p:txBody>
          <a:bodyPr>
            <a:norm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51333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25" y="602332"/>
            <a:ext cx="6832600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endParaRPr lang="pt-BR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0" y="865524"/>
            <a:ext cx="6832600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0" y="2090738"/>
            <a:ext cx="683260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endParaRPr lang="pt-BR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A8EC6370-4927-C92F-ACF0-D1E7FF52C1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31040" y="-591489"/>
            <a:ext cx="8040978" cy="804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275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2C50B055-D4D1-8B28-58F6-A4E7EE06C736}"/>
              </a:ext>
            </a:extLst>
          </p:cNvPr>
          <p:cNvSpPr/>
          <p:nvPr userDrawn="1"/>
        </p:nvSpPr>
        <p:spPr>
          <a:xfrm>
            <a:off x="9740900" y="4254388"/>
            <a:ext cx="3476175" cy="3476175"/>
          </a:xfrm>
          <a:prstGeom prst="ellipse">
            <a:avLst/>
          </a:prstGeom>
          <a:solidFill>
            <a:srgbClr val="F3AB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25" y="602332"/>
            <a:ext cx="6832600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endParaRPr lang="pt-BR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0" y="865524"/>
            <a:ext cx="6832600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0" y="2090738"/>
            <a:ext cx="683260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endParaRPr lang="pt-BR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A8EC6370-4927-C92F-ACF0-D1E7FF52C1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31040" y="-591489"/>
            <a:ext cx="8040978" cy="804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4634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25" y="602332"/>
            <a:ext cx="6832600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endParaRPr lang="pt-BR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0" y="865524"/>
            <a:ext cx="6832600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0" y="2090738"/>
            <a:ext cx="683260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endParaRPr lang="pt-BR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35E7C3AD-E15C-80F2-4FED-5155F41E38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092580" y="650458"/>
            <a:ext cx="4716432" cy="5541795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4EBD6769-77D4-163B-AC96-F0F1CB1F70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972" y="-1239748"/>
            <a:ext cx="2726056" cy="2726056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D64BC587-E1BC-D84B-13E1-280D52F92B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0864" y="6346864"/>
            <a:ext cx="1022272" cy="102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6316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1338" y="602332"/>
            <a:ext cx="5919787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endParaRPr lang="pt-BR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213" y="865524"/>
            <a:ext cx="5919787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35E7C3AD-E15C-80F2-4FED-5155F41E38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26167" y="650458"/>
            <a:ext cx="4716432" cy="5541795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4EBD6769-77D4-163B-AC96-F0F1CB1F70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972" y="-1239748"/>
            <a:ext cx="2726056" cy="2726056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D64BC587-E1BC-D84B-13E1-280D52F92B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0864" y="6346864"/>
            <a:ext cx="1022272" cy="1022272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842E5A5A-7704-2F48-8702-A3E6101A002E}"/>
              </a:ext>
            </a:extLst>
          </p:cNvPr>
          <p:cNvSpPr/>
          <p:nvPr userDrawn="1"/>
        </p:nvSpPr>
        <p:spPr>
          <a:xfrm>
            <a:off x="1828046" y="2954787"/>
            <a:ext cx="2952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spaço Reservado para Texto 3">
            <a:extLst>
              <a:ext uri="{FF2B5EF4-FFF2-40B4-BE49-F238E27FC236}">
                <a16:creationId xmlns:a16="http://schemas.microsoft.com/office/drawing/2014/main" id="{CDF90CEE-BDF2-3D8C-A60C-9E9609E82B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825882" y="1920603"/>
            <a:ext cx="5922962" cy="727075"/>
          </a:xfrm>
        </p:spPr>
        <p:txBody>
          <a:bodyPr>
            <a:norm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99F7F299-B9F4-BC9F-95FF-5ED073B643B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24038" y="3315150"/>
            <a:ext cx="2952000" cy="2901500"/>
          </a:xfrm>
          <a:solidFill>
            <a:srgbClr val="2D3D70">
              <a:alpha val="90000"/>
              <a:tint val="40000"/>
              <a:hueOff val="0"/>
              <a:satOff val="0"/>
              <a:lumOff val="0"/>
              <a:alphaOff val="0"/>
            </a:srgbClr>
          </a:solidFill>
          <a:ln w="12700" cap="flat" cmpd="sng" algn="ctr">
            <a:solidFill>
              <a:srgbClr val="2D3D7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prstDash val="solid"/>
            <a:miter lim="800000"/>
          </a:ln>
          <a:effectLst/>
        </p:spPr>
        <p:txBody>
          <a:bodyPr spcFirstLastPara="0" vert="horz" wrap="square" lIns="180000" tIns="261366" rIns="180000" bIns="392049" numCol="1" spcCol="1270" anchor="t" anchorCtr="0">
            <a:no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/>
              <a:defRPr lang="pt-BR" sz="1300" b="0" i="0" u="none" strike="noStrike" cap="none" dirty="0">
                <a:solidFill>
                  <a:schemeClr val="tx1"/>
                </a:solidFill>
                <a:latin typeface="+mn-lt"/>
                <a:ea typeface="Arial"/>
                <a:cs typeface="Arial"/>
                <a:sym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Espaço Reservado para Texto 5">
            <a:extLst>
              <a:ext uri="{FF2B5EF4-FFF2-40B4-BE49-F238E27FC236}">
                <a16:creationId xmlns:a16="http://schemas.microsoft.com/office/drawing/2014/main" id="{79E14420-1845-E853-61FD-FA2963FDC8F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099050" y="3315150"/>
            <a:ext cx="2952000" cy="2901500"/>
          </a:xfrm>
          <a:solidFill>
            <a:srgbClr val="2D3D70">
              <a:alpha val="90000"/>
              <a:tint val="40000"/>
              <a:hueOff val="0"/>
              <a:satOff val="0"/>
              <a:lumOff val="0"/>
              <a:alphaOff val="0"/>
            </a:srgbClr>
          </a:solidFill>
          <a:ln w="12700" cap="flat" cmpd="sng" algn="ctr">
            <a:solidFill>
              <a:srgbClr val="2D3D7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prstDash val="solid"/>
            <a:miter lim="800000"/>
          </a:ln>
          <a:effectLst/>
        </p:spPr>
        <p:txBody>
          <a:bodyPr spcFirstLastPara="0" vert="horz" wrap="square" lIns="180000" tIns="261366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dirty="0">
                <a:solidFill>
                  <a:schemeClr val="tx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12" name="Espaço Reservado para Texto 5">
            <a:extLst>
              <a:ext uri="{FF2B5EF4-FFF2-40B4-BE49-F238E27FC236}">
                <a16:creationId xmlns:a16="http://schemas.microsoft.com/office/drawing/2014/main" id="{913B9138-B8EB-3199-7F11-1E6E66F0F89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25600" y="3315150"/>
            <a:ext cx="2952000" cy="2901500"/>
          </a:xfrm>
          <a:solidFill>
            <a:srgbClr val="2D3D70">
              <a:alpha val="90000"/>
              <a:tint val="40000"/>
              <a:hueOff val="0"/>
              <a:satOff val="0"/>
              <a:lumOff val="0"/>
              <a:alphaOff val="0"/>
            </a:srgbClr>
          </a:solidFill>
          <a:ln w="12700" cap="flat" cmpd="sng" algn="ctr">
            <a:solidFill>
              <a:srgbClr val="2D3D7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prstDash val="solid"/>
            <a:miter lim="800000"/>
          </a:ln>
          <a:effectLst/>
        </p:spPr>
        <p:txBody>
          <a:bodyPr spcFirstLastPara="0" vert="horz" wrap="square" lIns="180000" tIns="261366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dirty="0">
                <a:solidFill>
                  <a:schemeClr val="tx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13" name="Espaço Reservado para Texto 5">
            <a:extLst>
              <a:ext uri="{FF2B5EF4-FFF2-40B4-BE49-F238E27FC236}">
                <a16:creationId xmlns:a16="http://schemas.microsoft.com/office/drawing/2014/main" id="{B8F1D9A9-B7F4-BE71-F7ED-0A07DA24A98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824038" y="2961188"/>
            <a:ext cx="2952000" cy="353377"/>
          </a:xfrm>
          <a:solidFill>
            <a:schemeClr val="accent1">
              <a:alpha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180000" tIns="180000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spc="-40" baseline="0" dirty="0">
                <a:solidFill>
                  <a:schemeClr val="bg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</a:t>
            </a:r>
          </a:p>
        </p:txBody>
      </p:sp>
      <p:sp>
        <p:nvSpPr>
          <p:cNvPr id="19" name="Espaço Reservado para Texto 5">
            <a:extLst>
              <a:ext uri="{FF2B5EF4-FFF2-40B4-BE49-F238E27FC236}">
                <a16:creationId xmlns:a16="http://schemas.microsoft.com/office/drawing/2014/main" id="{980425ED-7FEC-0C8E-25E6-739799A4066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099050" y="2961188"/>
            <a:ext cx="2952000" cy="353377"/>
          </a:xfrm>
          <a:solidFill>
            <a:schemeClr val="accent1">
              <a:alpha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180000" tIns="180000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spc="-40" baseline="0" dirty="0">
                <a:solidFill>
                  <a:schemeClr val="bg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</a:t>
            </a:r>
          </a:p>
        </p:txBody>
      </p:sp>
      <p:sp>
        <p:nvSpPr>
          <p:cNvPr id="20" name="Espaço Reservado para Texto 5">
            <a:extLst>
              <a:ext uri="{FF2B5EF4-FFF2-40B4-BE49-F238E27FC236}">
                <a16:creationId xmlns:a16="http://schemas.microsoft.com/office/drawing/2014/main" id="{C5B6446B-3A90-952C-4B30-11612A5C500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325600" y="2961188"/>
            <a:ext cx="2952000" cy="353377"/>
          </a:xfrm>
          <a:solidFill>
            <a:schemeClr val="accent1">
              <a:alpha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180000" tIns="180000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spc="-40" baseline="0" dirty="0">
                <a:solidFill>
                  <a:schemeClr val="bg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</a:t>
            </a:r>
          </a:p>
        </p:txBody>
      </p:sp>
    </p:spTree>
    <p:extLst>
      <p:ext uri="{BB962C8B-B14F-4D97-AF65-F5344CB8AC3E}">
        <p14:creationId xmlns:p14="http://schemas.microsoft.com/office/powerpoint/2010/main" val="26348913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E3206E-0AB7-B63C-651D-884C11379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50" y="2090737"/>
            <a:ext cx="6832600" cy="2674937"/>
          </a:xfrm>
        </p:spPr>
        <p:txBody>
          <a:bodyPr anchor="ctr"/>
          <a:lstStyle>
            <a:lvl1pPr>
              <a:lnSpc>
                <a:spcPct val="80000"/>
              </a:lnSpc>
              <a:defRPr lang="pt-BR" sz="4400" b="1" i="0" u="none" strike="noStrike" kern="1200" cap="none" spc="-10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título</a:t>
            </a:r>
          </a:p>
        </p:txBody>
      </p:sp>
      <p:sp>
        <p:nvSpPr>
          <p:cNvPr id="7" name="Espaço Reservado para Texto 4">
            <a:extLst>
              <a:ext uri="{FF2B5EF4-FFF2-40B4-BE49-F238E27FC236}">
                <a16:creationId xmlns:a16="http://schemas.microsoft.com/office/drawing/2014/main" id="{B9457824-AFC5-539D-B4C1-7A3A5E03DD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8538" y="4268788"/>
            <a:ext cx="6892925" cy="496887"/>
          </a:xfrm>
        </p:spPr>
        <p:txBody>
          <a:bodyPr lIns="108000" anchor="ctr">
            <a:normAutofit/>
          </a:bodyPr>
          <a:lstStyle>
            <a:lvl1pPr>
              <a:defRPr sz="1100" b="0" cap="all" spc="100" baseline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575969D-0F0E-88B6-17B4-F083C94DB6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438651" y="0"/>
            <a:ext cx="6858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CE54C1C0-D953-09FC-46AB-1CD803756B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362" y="4357257"/>
            <a:ext cx="1577057" cy="1853043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15B50A3B-6C12-DE17-8536-FE3F8B4AA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9341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Layout Personalizad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E3206E-0AB7-B63C-651D-884C11379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50" y="2090737"/>
            <a:ext cx="6832600" cy="2674937"/>
          </a:xfrm>
        </p:spPr>
        <p:txBody>
          <a:bodyPr anchor="ctr"/>
          <a:lstStyle>
            <a:lvl1pPr>
              <a:lnSpc>
                <a:spcPct val="80000"/>
              </a:lnSpc>
              <a:defRPr lang="pt-BR" sz="4400" b="1" i="0" u="none" strike="noStrike" kern="1200" cap="none" spc="-1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título</a:t>
            </a:r>
          </a:p>
        </p:txBody>
      </p:sp>
      <p:sp>
        <p:nvSpPr>
          <p:cNvPr id="7" name="Espaço Reservado para Texto 4">
            <a:extLst>
              <a:ext uri="{FF2B5EF4-FFF2-40B4-BE49-F238E27FC236}">
                <a16:creationId xmlns:a16="http://schemas.microsoft.com/office/drawing/2014/main" id="{B9457824-AFC5-539D-B4C1-7A3A5E03DD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8538" y="4268788"/>
            <a:ext cx="6892925" cy="496887"/>
          </a:xfrm>
        </p:spPr>
        <p:txBody>
          <a:bodyPr lIns="108000" anchor="ctr">
            <a:normAutofit/>
          </a:bodyPr>
          <a:lstStyle>
            <a:lvl1pPr>
              <a:defRPr sz="1100" b="0" cap="all" spc="100" baseline="0">
                <a:solidFill>
                  <a:schemeClr val="bg2"/>
                </a:solidFill>
              </a:defRPr>
            </a:lvl1pPr>
          </a:lstStyle>
          <a:p>
            <a:endParaRPr lang="pt-BR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575969D-0F0E-88B6-17B4-F083C94DB6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438651" y="0"/>
            <a:ext cx="6858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CE54C1C0-D953-09FC-46AB-1CD803756B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362" y="4357257"/>
            <a:ext cx="1577057" cy="1853043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15B50A3B-6C12-DE17-8536-FE3F8B4AA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" r="32"/>
          <a:stretch/>
        </p:blipFill>
        <p:spPr>
          <a:xfrm>
            <a:off x="1038386" y="476863"/>
            <a:ext cx="1411800" cy="82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4856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Layout Personalizad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E3206E-0AB7-B63C-651D-884C11379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50" y="2090737"/>
            <a:ext cx="6832600" cy="2674937"/>
          </a:xfrm>
        </p:spPr>
        <p:txBody>
          <a:bodyPr anchor="ctr"/>
          <a:lstStyle>
            <a:lvl1pPr>
              <a:lnSpc>
                <a:spcPct val="80000"/>
              </a:lnSpc>
              <a:defRPr lang="pt-BR" sz="4400" b="1" i="0" u="none" strike="noStrike" kern="1200" cap="none" spc="-1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título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575969D-0F0E-88B6-17B4-F083C94DB6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438651" y="0"/>
            <a:ext cx="6858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CE54C1C0-D953-09FC-46AB-1CD803756B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362" y="4357257"/>
            <a:ext cx="1577057" cy="1853043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15B50A3B-6C12-DE17-8536-FE3F8B4AA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" r="32"/>
          <a:stretch/>
        </p:blipFill>
        <p:spPr>
          <a:xfrm>
            <a:off x="1038386" y="476863"/>
            <a:ext cx="1411800" cy="829797"/>
          </a:xfrm>
          <a:prstGeom prst="rect">
            <a:avLst/>
          </a:prstGeom>
        </p:spPr>
      </p:pic>
      <p:sp>
        <p:nvSpPr>
          <p:cNvPr id="19" name="Espaço Reservado para Texto 4">
            <a:extLst>
              <a:ext uri="{FF2B5EF4-FFF2-40B4-BE49-F238E27FC236}">
                <a16:creationId xmlns:a16="http://schemas.microsoft.com/office/drawing/2014/main" id="{4D87E33E-59D6-DAD1-29AD-45184F79D6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8538" y="4268788"/>
            <a:ext cx="6892925" cy="496887"/>
          </a:xfrm>
        </p:spPr>
        <p:txBody>
          <a:bodyPr lIns="108000" anchor="ctr">
            <a:normAutofit/>
          </a:bodyPr>
          <a:lstStyle>
            <a:lvl1pPr>
              <a:defRPr sz="1100" b="0" cap="all" spc="100" baseline="0">
                <a:solidFill>
                  <a:schemeClr val="bg2"/>
                </a:solidFill>
              </a:defRPr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9470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0300" y="634416"/>
            <a:ext cx="5067325" cy="447675"/>
          </a:xfrm>
        </p:spPr>
        <p:txBody>
          <a:bodyPr lIns="108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929692"/>
            <a:ext cx="5067325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9506" y="2090738"/>
            <a:ext cx="5068094" cy="412591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endParaRPr lang="pt-BR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BD69C575-C0B5-1DAA-55F9-8E736B506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3853" y="1514150"/>
            <a:ext cx="3494354" cy="3494354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421336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5194" y="634416"/>
            <a:ext cx="5067325" cy="447675"/>
          </a:xfrm>
        </p:spPr>
        <p:txBody>
          <a:bodyPr lIns="108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194" y="929692"/>
            <a:ext cx="5067325" cy="447676"/>
          </a:xfrm>
        </p:spPr>
        <p:txBody>
          <a:bodyPr anchor="t">
            <a:noAutofit/>
          </a:bodyPr>
          <a:lstStyle>
            <a:lvl1pPr>
              <a:defRPr sz="32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090738"/>
            <a:ext cx="5068094" cy="412591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endParaRPr lang="pt-BR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BD69C575-C0B5-1DAA-55F9-8E736B50604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37373" y="2652353"/>
            <a:ext cx="3215912" cy="3215912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en-ID" err="1"/>
              <a:t>Imagem</a:t>
            </a:r>
            <a:endParaRPr lang="en-ID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A49AEE0D-5540-3547-BC5A-EEFF6F6E43A8}"/>
              </a:ext>
            </a:extLst>
          </p:cNvPr>
          <p:cNvSpPr/>
          <p:nvPr userDrawn="1"/>
        </p:nvSpPr>
        <p:spPr>
          <a:xfrm>
            <a:off x="6063916" y="1579387"/>
            <a:ext cx="5362826" cy="5362826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637D6D3-823D-5CA1-E4DB-1EBD83A6E131}"/>
              </a:ext>
            </a:extLst>
          </p:cNvPr>
          <p:cNvSpPr/>
          <p:nvPr userDrawn="1"/>
        </p:nvSpPr>
        <p:spPr>
          <a:xfrm>
            <a:off x="7111110" y="786063"/>
            <a:ext cx="1600274" cy="1600274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80B72A2-436E-D9FD-0AF7-648ADA0BB41E}"/>
              </a:ext>
            </a:extLst>
          </p:cNvPr>
          <p:cNvSpPr/>
          <p:nvPr userDrawn="1"/>
        </p:nvSpPr>
        <p:spPr>
          <a:xfrm>
            <a:off x="10338588" y="4967534"/>
            <a:ext cx="1243812" cy="1243812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E9ECFA41-67A9-E4A3-C1EE-58B458E21D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972" y="-1239748"/>
            <a:ext cx="2726056" cy="2726056"/>
          </a:xfrm>
          <a:prstGeom prst="rect">
            <a:avLst/>
          </a:prstGeom>
        </p:spPr>
      </p:pic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78140DF-A908-BA68-B4C7-7132F96883C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28107" y="1003061"/>
            <a:ext cx="1166279" cy="1166279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en-ID" err="1"/>
              <a:t>Imagem</a:t>
            </a:r>
            <a:endParaRPr lang="en-ID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BE0A0048-DD3B-B964-36C4-C7F672FEE75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567923" y="5196870"/>
            <a:ext cx="785141" cy="785141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en-ID" err="1"/>
              <a:t>Imagem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643014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ad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0300" y="1398588"/>
            <a:ext cx="5067325" cy="447676"/>
          </a:xfrm>
        </p:spPr>
        <p:txBody>
          <a:bodyPr anchor="t">
            <a:noAutofit/>
          </a:bodyPr>
          <a:lstStyle>
            <a:lvl1pPr>
              <a:defRPr sz="3000" b="1" spc="-100" baseline="0">
                <a:solidFill>
                  <a:schemeClr val="bg1"/>
                </a:solidFill>
              </a:defRPr>
            </a:lvl1pPr>
          </a:lstStyle>
          <a:p>
            <a:r>
              <a:rPr lang="pt-BR"/>
              <a:t>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9506" y="2090738"/>
            <a:ext cx="5068094" cy="412591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500" b="1" u="none">
                <a:solidFill>
                  <a:schemeClr val="accent2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300">
                <a:solidFill>
                  <a:schemeClr val="bg1"/>
                </a:solidFill>
              </a:defRPr>
            </a:lvl2pPr>
            <a:lvl3pPr marL="792000" indent="-28800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bg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endParaRPr lang="pt-BR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0A5879CF-3A57-F8C5-5DB7-0DDBF0702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38510" y="1335128"/>
            <a:ext cx="1022272" cy="1022272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65263578-CBA1-22C2-E629-7BBA7BA793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888620" y="-1239748"/>
            <a:ext cx="2726056" cy="2726056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139BA4FB-8314-FDEC-15F0-E08569D9D4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09642" y="5660305"/>
            <a:ext cx="681514" cy="681514"/>
          </a:xfrm>
          <a:prstGeom prst="rect">
            <a:avLst/>
          </a:prstGeom>
        </p:spPr>
      </p:pic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BD69C575-C0B5-1DAA-55F9-8E736B506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9568" y="1642454"/>
            <a:ext cx="4061502" cy="4061502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endParaRPr lang="en-ID"/>
          </a:p>
        </p:txBody>
      </p:sp>
      <p:sp>
        <p:nvSpPr>
          <p:cNvPr id="12" name="Espaço Reservado para Imagem 10">
            <a:extLst>
              <a:ext uri="{FF2B5EF4-FFF2-40B4-BE49-F238E27FC236}">
                <a16:creationId xmlns:a16="http://schemas.microsoft.com/office/drawing/2014/main" id="{82EDB949-E31F-851E-8023-22D09B234E0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74745" y="1494631"/>
            <a:ext cx="1190998" cy="1395317"/>
          </a:xfrm>
        </p:spPr>
        <p:txBody>
          <a:bodyPr/>
          <a:lstStyle>
            <a:lvl1pPr>
              <a:defRPr spc="-50" baseline="0"/>
            </a:lvl1pPr>
          </a:lstStyle>
          <a:p>
            <a:r>
              <a:rPr lang="pt-BR"/>
              <a:t>Grafismo</a:t>
            </a:r>
            <a:br>
              <a:rPr lang="pt-BR"/>
            </a:br>
            <a:r>
              <a:rPr lang="pt-BR"/>
              <a:t>(opcional)</a:t>
            </a:r>
          </a:p>
        </p:txBody>
      </p:sp>
    </p:spTree>
    <p:extLst>
      <p:ext uri="{BB962C8B-B14F-4D97-AF65-F5344CB8AC3E}">
        <p14:creationId xmlns:p14="http://schemas.microsoft.com/office/powerpoint/2010/main" val="9151245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ad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6">
            <a:extLst>
              <a:ext uri="{FF2B5EF4-FFF2-40B4-BE49-F238E27FC236}">
                <a16:creationId xmlns:a16="http://schemas.microsoft.com/office/drawing/2014/main" id="{834422CA-98D0-C42F-0C28-8A89C29CEF93}"/>
              </a:ext>
            </a:extLst>
          </p:cNvPr>
          <p:cNvSpPr/>
          <p:nvPr userDrawn="1"/>
        </p:nvSpPr>
        <p:spPr>
          <a:xfrm>
            <a:off x="-279474" y="3770819"/>
            <a:ext cx="2140804" cy="2135020"/>
          </a:xfrm>
          <a:prstGeom prst="ellipse">
            <a:avLst/>
          </a:pr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E1A1E57D-5415-FF9C-C2D4-D14B577592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35006" y="1136650"/>
            <a:ext cx="1712170" cy="1707542"/>
          </a:xfrm>
          <a:prstGeom prst="rect">
            <a:avLst/>
          </a:prstGeom>
        </p:spPr>
      </p:pic>
      <p:sp>
        <p:nvSpPr>
          <p:cNvPr id="5" name="Oval 5">
            <a:extLst>
              <a:ext uri="{FF2B5EF4-FFF2-40B4-BE49-F238E27FC236}">
                <a16:creationId xmlns:a16="http://schemas.microsoft.com/office/drawing/2014/main" id="{A501F69B-8309-1299-025A-632B85EADA6F}"/>
              </a:ext>
            </a:extLst>
          </p:cNvPr>
          <p:cNvSpPr/>
          <p:nvPr userDrawn="1"/>
        </p:nvSpPr>
        <p:spPr>
          <a:xfrm>
            <a:off x="949082" y="1438270"/>
            <a:ext cx="3633370" cy="362354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0300" y="634416"/>
            <a:ext cx="5067325" cy="447675"/>
          </a:xfrm>
        </p:spPr>
        <p:txBody>
          <a:bodyPr lIns="108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929692"/>
            <a:ext cx="5067325" cy="447676"/>
          </a:xfrm>
        </p:spPr>
        <p:txBody>
          <a:bodyPr anchor="t">
            <a:noAutofit/>
          </a:bodyPr>
          <a:lstStyle>
            <a:lvl1pPr>
              <a:defRPr sz="3600" b="1" spc="-100" baseline="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9506" y="2090738"/>
            <a:ext cx="5068094" cy="413284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400">
                <a:solidFill>
                  <a:schemeClr val="bg1"/>
                </a:solidFill>
              </a:defRPr>
            </a:lvl2pPr>
            <a:lvl3pPr marL="792000" indent="-28800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300">
                <a:solidFill>
                  <a:schemeClr val="bg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endParaRPr lang="pt-BR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01BE0EC9-7069-DF75-D503-4A156A6520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3853" y="1505358"/>
            <a:ext cx="3494354" cy="3494354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964028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D7E6FD-C4DA-F588-E77A-C8DBEDF91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9426D3-4E19-986D-846B-503FE9472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555FC61-4954-E68E-3679-F6B0250BF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0816902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E12D4-690A-0F87-A603-8BADEE0A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A62373F-9A2F-0755-558D-BC41F23DD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D91843-CA13-7080-4F10-850D261F1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8097339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áfico 20">
            <a:extLst>
              <a:ext uri="{FF2B5EF4-FFF2-40B4-BE49-F238E27FC236}">
                <a16:creationId xmlns:a16="http://schemas.microsoft.com/office/drawing/2014/main" id="{8FC6E60B-071E-D350-BC6F-C0CD9604C7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60999" y="2586446"/>
            <a:ext cx="2101026" cy="2101026"/>
          </a:xfrm>
          <a:prstGeom prst="rect">
            <a:avLst/>
          </a:prstGeom>
        </p:spPr>
      </p:pic>
      <p:sp>
        <p:nvSpPr>
          <p:cNvPr id="22" name="Freeform: Shape 24">
            <a:extLst>
              <a:ext uri="{FF2B5EF4-FFF2-40B4-BE49-F238E27FC236}">
                <a16:creationId xmlns:a16="http://schemas.microsoft.com/office/drawing/2014/main" id="{55589210-86D7-6986-4F2E-47E6E193B276}"/>
              </a:ext>
            </a:extLst>
          </p:cNvPr>
          <p:cNvSpPr/>
          <p:nvPr userDrawn="1"/>
        </p:nvSpPr>
        <p:spPr>
          <a:xfrm>
            <a:off x="1" y="5491163"/>
            <a:ext cx="1460543" cy="1360974"/>
          </a:xfrm>
          <a:custGeom>
            <a:avLst/>
            <a:gdLst>
              <a:gd name="connsiteX0" fmla="*/ 618317 w 1778972"/>
              <a:gd name="connsiteY0" fmla="*/ 0 h 1657695"/>
              <a:gd name="connsiteX1" fmla="*/ 1778972 w 1778972"/>
              <a:gd name="connsiteY1" fmla="*/ 1160655 h 1657695"/>
              <a:gd name="connsiteX2" fmla="*/ 1687762 w 1778972"/>
              <a:gd name="connsiteY2" fmla="*/ 1612435 h 1657695"/>
              <a:gd name="connsiteX3" fmla="*/ 1663196 w 1778972"/>
              <a:gd name="connsiteY3" fmla="*/ 1657695 h 1657695"/>
              <a:gd name="connsiteX4" fmla="*/ 0 w 1778972"/>
              <a:gd name="connsiteY4" fmla="*/ 1657695 h 1657695"/>
              <a:gd name="connsiteX5" fmla="*/ 0 w 1778972"/>
              <a:gd name="connsiteY5" fmla="*/ 179622 h 1657695"/>
              <a:gd name="connsiteX6" fmla="*/ 65080 w 1778972"/>
              <a:gd name="connsiteY6" fmla="*/ 140085 h 1657695"/>
              <a:gd name="connsiteX7" fmla="*/ 618317 w 1778972"/>
              <a:gd name="connsiteY7" fmla="*/ 0 h 165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78972" h="1657695">
                <a:moveTo>
                  <a:pt x="618317" y="0"/>
                </a:moveTo>
                <a:cubicBezTo>
                  <a:pt x="1259329" y="0"/>
                  <a:pt x="1778972" y="519643"/>
                  <a:pt x="1778972" y="1160655"/>
                </a:cubicBezTo>
                <a:cubicBezTo>
                  <a:pt x="1778972" y="1320908"/>
                  <a:pt x="1746495" y="1473576"/>
                  <a:pt x="1687762" y="1612435"/>
                </a:cubicBezTo>
                <a:lnTo>
                  <a:pt x="1663196" y="1657695"/>
                </a:lnTo>
                <a:lnTo>
                  <a:pt x="0" y="1657695"/>
                </a:lnTo>
                <a:lnTo>
                  <a:pt x="0" y="179622"/>
                </a:lnTo>
                <a:lnTo>
                  <a:pt x="65080" y="140085"/>
                </a:lnTo>
                <a:cubicBezTo>
                  <a:pt x="229537" y="50747"/>
                  <a:pt x="418001" y="0"/>
                  <a:pt x="618317" y="0"/>
                </a:cubicBezTo>
                <a:close/>
              </a:path>
            </a:pathLst>
          </a:cu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FE12D4-690A-0F87-A603-8BADEE0A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978" y="1142317"/>
            <a:ext cx="5044671" cy="920750"/>
          </a:xfrm>
        </p:spPr>
        <p:txBody>
          <a:bodyPr anchor="t">
            <a:noAutofit/>
          </a:bodyPr>
          <a:lstStyle>
            <a:lvl1pPr algn="ctr"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D91843-CA13-7080-4F10-850D261F1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79700" y="2239906"/>
            <a:ext cx="6832600" cy="951402"/>
          </a:xfrm>
        </p:spPr>
        <p:txBody>
          <a:bodyPr>
            <a:normAutofit/>
          </a:bodyPr>
          <a:lstStyle>
            <a:lvl1pPr marL="0" marR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11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Texto 6">
            <a:extLst>
              <a:ext uri="{FF2B5EF4-FFF2-40B4-BE49-F238E27FC236}">
                <a16:creationId xmlns:a16="http://schemas.microsoft.com/office/drawing/2014/main" id="{F65EBF6C-485C-17DD-8EC2-C13A19FCC4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67000" y="773884"/>
            <a:ext cx="5067325" cy="354597"/>
          </a:xfrm>
        </p:spPr>
        <p:txBody>
          <a:bodyPr lIns="108000" anchor="b">
            <a:normAutofit/>
          </a:bodyPr>
          <a:lstStyle>
            <a:lvl1pPr algn="ctr">
              <a:lnSpc>
                <a:spcPct val="100000"/>
              </a:lnSpc>
              <a:defRPr sz="1100" b="0" cap="all" spc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 err="1"/>
              <a:t>TítulO</a:t>
            </a:r>
            <a:endParaRPr lang="pt-BR"/>
          </a:p>
        </p:txBody>
      </p:sp>
      <p:sp>
        <p:nvSpPr>
          <p:cNvPr id="7" name="Freeform: Shape 26">
            <a:extLst>
              <a:ext uri="{FF2B5EF4-FFF2-40B4-BE49-F238E27FC236}">
                <a16:creationId xmlns:a16="http://schemas.microsoft.com/office/drawing/2014/main" id="{5E95BECC-9D3F-5219-68DD-89416A67263D}"/>
              </a:ext>
            </a:extLst>
          </p:cNvPr>
          <p:cNvSpPr/>
          <p:nvPr userDrawn="1"/>
        </p:nvSpPr>
        <p:spPr>
          <a:xfrm>
            <a:off x="3360987" y="3762124"/>
            <a:ext cx="4638820" cy="3090011"/>
          </a:xfrm>
          <a:custGeom>
            <a:avLst/>
            <a:gdLst>
              <a:gd name="connsiteX0" fmla="*/ 2319410 w 4638820"/>
              <a:gd name="connsiteY0" fmla="*/ 0 h 3090010"/>
              <a:gd name="connsiteX1" fmla="*/ 4638820 w 4638820"/>
              <a:gd name="connsiteY1" fmla="*/ 2319408 h 3090010"/>
              <a:gd name="connsiteX2" fmla="*/ 4534544 w 4638820"/>
              <a:gd name="connsiteY2" fmla="*/ 3009129 h 3090010"/>
              <a:gd name="connsiteX3" fmla="*/ 4504942 w 4638820"/>
              <a:gd name="connsiteY3" fmla="*/ 3090010 h 3090010"/>
              <a:gd name="connsiteX4" fmla="*/ 133879 w 4638820"/>
              <a:gd name="connsiteY4" fmla="*/ 3090010 h 3090010"/>
              <a:gd name="connsiteX5" fmla="*/ 104276 w 4638820"/>
              <a:gd name="connsiteY5" fmla="*/ 3009129 h 3090010"/>
              <a:gd name="connsiteX6" fmla="*/ 0 w 4638820"/>
              <a:gd name="connsiteY6" fmla="*/ 2319408 h 3090010"/>
              <a:gd name="connsiteX7" fmla="*/ 2319410 w 4638820"/>
              <a:gd name="connsiteY7" fmla="*/ 0 h 309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38820" h="3090010">
                <a:moveTo>
                  <a:pt x="2319410" y="0"/>
                </a:moveTo>
                <a:cubicBezTo>
                  <a:pt x="3600385" y="0"/>
                  <a:pt x="4638820" y="1038434"/>
                  <a:pt x="4638820" y="2319408"/>
                </a:cubicBezTo>
                <a:cubicBezTo>
                  <a:pt x="4638820" y="2559591"/>
                  <a:pt x="4602313" y="2791247"/>
                  <a:pt x="4534544" y="3009129"/>
                </a:cubicBezTo>
                <a:lnTo>
                  <a:pt x="4504942" y="3090010"/>
                </a:lnTo>
                <a:lnTo>
                  <a:pt x="133879" y="3090010"/>
                </a:lnTo>
                <a:lnTo>
                  <a:pt x="104276" y="3009129"/>
                </a:lnTo>
                <a:cubicBezTo>
                  <a:pt x="36508" y="2791247"/>
                  <a:pt x="0" y="2559591"/>
                  <a:pt x="0" y="2319408"/>
                </a:cubicBezTo>
                <a:cubicBezTo>
                  <a:pt x="0" y="1038434"/>
                  <a:pt x="1038435" y="0"/>
                  <a:pt x="231941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9" name="Oval 1">
            <a:extLst>
              <a:ext uri="{FF2B5EF4-FFF2-40B4-BE49-F238E27FC236}">
                <a16:creationId xmlns:a16="http://schemas.microsoft.com/office/drawing/2014/main" id="{0B03E640-E3BB-FB17-5537-862E75ABF681}"/>
              </a:ext>
            </a:extLst>
          </p:cNvPr>
          <p:cNvSpPr/>
          <p:nvPr userDrawn="1"/>
        </p:nvSpPr>
        <p:spPr>
          <a:xfrm>
            <a:off x="1409433" y="3372318"/>
            <a:ext cx="2844331" cy="284433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dist="38100" dir="8100000" algn="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B9DBEBF6-24A2-17AF-03D7-D3A1A2315E42}"/>
              </a:ext>
            </a:extLst>
          </p:cNvPr>
          <p:cNvSpPr/>
          <p:nvPr userDrawn="1"/>
        </p:nvSpPr>
        <p:spPr>
          <a:xfrm>
            <a:off x="4673835" y="3372318"/>
            <a:ext cx="2844331" cy="284433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dist="38100" dir="8100000" algn="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7AFB69F1-EC89-0D88-F743-AB0CCD4E607B}"/>
              </a:ext>
            </a:extLst>
          </p:cNvPr>
          <p:cNvSpPr/>
          <p:nvPr userDrawn="1"/>
        </p:nvSpPr>
        <p:spPr>
          <a:xfrm>
            <a:off x="7998729" y="3372318"/>
            <a:ext cx="2844331" cy="284433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dist="38100" dir="8100000" algn="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8" name="Espaço Reservado para Imagem 27">
            <a:extLst>
              <a:ext uri="{FF2B5EF4-FFF2-40B4-BE49-F238E27FC236}">
                <a16:creationId xmlns:a16="http://schemas.microsoft.com/office/drawing/2014/main" id="{6DE3F598-43D3-1E44-57FB-17EFD4D9254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512131" y="3631564"/>
            <a:ext cx="638934" cy="638934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pt-BR"/>
              <a:t>Ícone</a:t>
            </a:r>
          </a:p>
        </p:txBody>
      </p:sp>
      <p:sp>
        <p:nvSpPr>
          <p:cNvPr id="19" name="Espaço Reservado para Imagem 27">
            <a:extLst>
              <a:ext uri="{FF2B5EF4-FFF2-40B4-BE49-F238E27FC236}">
                <a16:creationId xmlns:a16="http://schemas.microsoft.com/office/drawing/2014/main" id="{E0926438-798E-F72E-EFC9-39EF87CE363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96186" y="3631564"/>
            <a:ext cx="638934" cy="638934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pt-BR"/>
              <a:t>Ícone</a:t>
            </a:r>
          </a:p>
        </p:txBody>
      </p:sp>
      <p:sp>
        <p:nvSpPr>
          <p:cNvPr id="20" name="Espaço Reservado para Imagem 27">
            <a:extLst>
              <a:ext uri="{FF2B5EF4-FFF2-40B4-BE49-F238E27FC236}">
                <a16:creationId xmlns:a16="http://schemas.microsoft.com/office/drawing/2014/main" id="{E07D2C1F-D30D-2277-57A7-14955984FC8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101966" y="3631564"/>
            <a:ext cx="638934" cy="638934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pt-BR"/>
              <a:t>Ícone</a:t>
            </a:r>
          </a:p>
        </p:txBody>
      </p:sp>
      <p:sp>
        <p:nvSpPr>
          <p:cNvPr id="25" name="Espaço Reservado para Texto 23">
            <a:extLst>
              <a:ext uri="{FF2B5EF4-FFF2-40B4-BE49-F238E27FC236}">
                <a16:creationId xmlns:a16="http://schemas.microsoft.com/office/drawing/2014/main" id="{10FAB265-50D2-444E-770C-DF530276BE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16450" y="4339221"/>
            <a:ext cx="2419408" cy="355592"/>
          </a:xfrm>
        </p:spPr>
        <p:txBody>
          <a:bodyPr>
            <a:normAutofit/>
          </a:bodyPr>
          <a:lstStyle>
            <a:lvl1pPr algn="ctr">
              <a:defRPr sz="14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27" name="Espaço Reservado para Texto 23">
            <a:extLst>
              <a:ext uri="{FF2B5EF4-FFF2-40B4-BE49-F238E27FC236}">
                <a16:creationId xmlns:a16="http://schemas.microsoft.com/office/drawing/2014/main" id="{A60E8CAA-48D5-61E9-C74D-2CCEB3E3A7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86296" y="4339221"/>
            <a:ext cx="2419408" cy="355592"/>
          </a:xfrm>
        </p:spPr>
        <p:txBody>
          <a:bodyPr>
            <a:normAutofit/>
          </a:bodyPr>
          <a:lstStyle>
            <a:lvl1pPr algn="ctr">
              <a:defRPr sz="14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29" name="Espaço Reservado para Texto 23">
            <a:extLst>
              <a:ext uri="{FF2B5EF4-FFF2-40B4-BE49-F238E27FC236}">
                <a16:creationId xmlns:a16="http://schemas.microsoft.com/office/drawing/2014/main" id="{73876383-9A46-664A-7697-809108EB46B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11409" y="4339221"/>
            <a:ext cx="2419408" cy="355592"/>
          </a:xfrm>
        </p:spPr>
        <p:txBody>
          <a:bodyPr>
            <a:normAutofit/>
          </a:bodyPr>
          <a:lstStyle>
            <a:lvl1pPr algn="ctr">
              <a:defRPr sz="14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37" name="Espaço Reservado para Texto 36">
            <a:extLst>
              <a:ext uri="{FF2B5EF4-FFF2-40B4-BE49-F238E27FC236}">
                <a16:creationId xmlns:a16="http://schemas.microsoft.com/office/drawing/2014/main" id="{F5EC3AD8-AE40-5DF3-5734-FF5CE486586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610496" y="4704373"/>
            <a:ext cx="2444373" cy="920750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1100" b="0">
                <a:solidFill>
                  <a:schemeClr val="tx2"/>
                </a:solidFill>
              </a:defRPr>
            </a:lvl1pPr>
            <a:lvl2pPr algn="ctr">
              <a:defRPr sz="1100">
                <a:solidFill>
                  <a:schemeClr val="tx2"/>
                </a:solidFill>
              </a:defRPr>
            </a:lvl2pPr>
            <a:lvl3pPr algn="ctr">
              <a:defRPr sz="1100">
                <a:solidFill>
                  <a:schemeClr val="tx2"/>
                </a:solidFill>
              </a:defRPr>
            </a:lvl3pPr>
            <a:lvl4pPr algn="ctr">
              <a:defRPr sz="1100">
                <a:solidFill>
                  <a:schemeClr val="tx2"/>
                </a:solidFill>
              </a:defRPr>
            </a:lvl4pPr>
            <a:lvl5pPr algn="ctr">
              <a:defRPr sz="11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38" name="Espaço Reservado para Texto 36">
            <a:extLst>
              <a:ext uri="{FF2B5EF4-FFF2-40B4-BE49-F238E27FC236}">
                <a16:creationId xmlns:a16="http://schemas.microsoft.com/office/drawing/2014/main" id="{D2DAA205-1F5B-0E76-2E89-35678D12406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878915" y="4704373"/>
            <a:ext cx="2444373" cy="920750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1100" b="0">
                <a:solidFill>
                  <a:schemeClr val="tx2"/>
                </a:solidFill>
              </a:defRPr>
            </a:lvl1pPr>
            <a:lvl2pPr algn="ctr">
              <a:defRPr sz="1100">
                <a:solidFill>
                  <a:schemeClr val="tx2"/>
                </a:solidFill>
              </a:defRPr>
            </a:lvl2pPr>
            <a:lvl3pPr algn="ctr">
              <a:defRPr sz="1100">
                <a:solidFill>
                  <a:schemeClr val="tx2"/>
                </a:solidFill>
              </a:defRPr>
            </a:lvl3pPr>
            <a:lvl4pPr algn="ctr">
              <a:defRPr sz="1100">
                <a:solidFill>
                  <a:schemeClr val="tx2"/>
                </a:solidFill>
              </a:defRPr>
            </a:lvl4pPr>
            <a:lvl5pPr algn="ctr">
              <a:defRPr sz="11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39" name="Espaço Reservado para Texto 36">
            <a:extLst>
              <a:ext uri="{FF2B5EF4-FFF2-40B4-BE49-F238E27FC236}">
                <a16:creationId xmlns:a16="http://schemas.microsoft.com/office/drawing/2014/main" id="{EC8C1CAA-95F3-AE44-1F31-7D912F1B861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199247" y="4704373"/>
            <a:ext cx="2444373" cy="920750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1100" b="0">
                <a:solidFill>
                  <a:schemeClr val="tx2"/>
                </a:solidFill>
              </a:defRPr>
            </a:lvl1pPr>
            <a:lvl2pPr algn="ctr">
              <a:defRPr sz="1100">
                <a:solidFill>
                  <a:schemeClr val="tx2"/>
                </a:solidFill>
              </a:defRPr>
            </a:lvl2pPr>
            <a:lvl3pPr algn="ctr">
              <a:defRPr sz="1100">
                <a:solidFill>
                  <a:schemeClr val="tx2"/>
                </a:solidFill>
              </a:defRPr>
            </a:lvl3pPr>
            <a:lvl4pPr algn="ctr">
              <a:defRPr sz="1100">
                <a:solidFill>
                  <a:schemeClr val="tx2"/>
                </a:solidFill>
              </a:defRPr>
            </a:lvl4pPr>
            <a:lvl5pPr algn="ctr">
              <a:defRPr sz="11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67249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5536CC76-6171-B09D-FDF3-59407A1352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00" y="-1751088"/>
            <a:ext cx="2647804" cy="311117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5C99EB3E-B5D8-9B44-1758-975265A41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77559" y="3052763"/>
            <a:ext cx="5182891" cy="60899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BDA759A-9915-56A7-B65A-20AE4C2B5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391" y="1668084"/>
            <a:ext cx="3046009" cy="1281113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6">
            <a:extLst>
              <a:ext uri="{FF2B5EF4-FFF2-40B4-BE49-F238E27FC236}">
                <a16:creationId xmlns:a16="http://schemas.microsoft.com/office/drawing/2014/main" id="{5A69258F-54AB-711A-8C68-B0EDF4C7EF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71669" y="1313487"/>
            <a:ext cx="3044731" cy="354597"/>
          </a:xfrm>
        </p:spPr>
        <p:txBody>
          <a:bodyPr lIns="108000" anchor="b">
            <a:normAutofit/>
          </a:bodyPr>
          <a:lstStyle>
            <a:lvl1pPr algn="l"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 err="1"/>
              <a:t>TítulO</a:t>
            </a:r>
            <a:endParaRPr lang="pt-BR"/>
          </a:p>
        </p:txBody>
      </p:sp>
      <p:sp>
        <p:nvSpPr>
          <p:cNvPr id="28" name="Espaço Reservado para Texto 26">
            <a:extLst>
              <a:ext uri="{FF2B5EF4-FFF2-40B4-BE49-F238E27FC236}">
                <a16:creationId xmlns:a16="http://schemas.microsoft.com/office/drawing/2014/main" id="{48FFDDFF-D427-23B0-5392-54A4F7DC0D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73601" y="1566862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35" name="Espaço Reservado para Texto 26">
            <a:extLst>
              <a:ext uri="{FF2B5EF4-FFF2-40B4-BE49-F238E27FC236}">
                <a16:creationId xmlns:a16="http://schemas.microsoft.com/office/drawing/2014/main" id="{434FF1FA-B54B-D941-7236-4AB73CE07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73601" y="2546240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36" name="Espaço Reservado para Texto 26">
            <a:extLst>
              <a:ext uri="{FF2B5EF4-FFF2-40B4-BE49-F238E27FC236}">
                <a16:creationId xmlns:a16="http://schemas.microsoft.com/office/drawing/2014/main" id="{94BBE6CA-1C8D-0C0E-98B1-F0C9675FB2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73601" y="3507581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37" name="Espaço Reservado para Texto 26">
            <a:extLst>
              <a:ext uri="{FF2B5EF4-FFF2-40B4-BE49-F238E27FC236}">
                <a16:creationId xmlns:a16="http://schemas.microsoft.com/office/drawing/2014/main" id="{802FF599-8D20-63CA-9E5C-86076C60E4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73601" y="4461884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1" name="Espaço Reservado para Texto 26">
            <a:extLst>
              <a:ext uri="{FF2B5EF4-FFF2-40B4-BE49-F238E27FC236}">
                <a16:creationId xmlns:a16="http://schemas.microsoft.com/office/drawing/2014/main" id="{57A346B4-11F9-01EB-210A-4A70946F8E0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97850" y="1566862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2" name="Espaço Reservado para Texto 26">
            <a:extLst>
              <a:ext uri="{FF2B5EF4-FFF2-40B4-BE49-F238E27FC236}">
                <a16:creationId xmlns:a16="http://schemas.microsoft.com/office/drawing/2014/main" id="{EC3DE48F-0EBD-2A68-925F-8A0EF020E6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97850" y="2546240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3" name="Espaço Reservado para Texto 26">
            <a:extLst>
              <a:ext uri="{FF2B5EF4-FFF2-40B4-BE49-F238E27FC236}">
                <a16:creationId xmlns:a16="http://schemas.microsoft.com/office/drawing/2014/main" id="{FF173AB6-483B-5C2C-0E35-74B8CFC072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97850" y="3507581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4" name="Espaço Reservado para Texto 26">
            <a:extLst>
              <a:ext uri="{FF2B5EF4-FFF2-40B4-BE49-F238E27FC236}">
                <a16:creationId xmlns:a16="http://schemas.microsoft.com/office/drawing/2014/main" id="{67ADE121-C2B0-51E4-A497-3BB512AA41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4461884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8" name="Espaço Reservado para Texto 45">
            <a:extLst>
              <a:ext uri="{FF2B5EF4-FFF2-40B4-BE49-F238E27FC236}">
                <a16:creationId xmlns:a16="http://schemas.microsoft.com/office/drawing/2014/main" id="{AA0A1508-379C-FE57-7F02-B2F7615EF5C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230813" y="1607419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50" name="Espaço Reservado para Texto 45">
            <a:extLst>
              <a:ext uri="{FF2B5EF4-FFF2-40B4-BE49-F238E27FC236}">
                <a16:creationId xmlns:a16="http://schemas.microsoft.com/office/drawing/2014/main" id="{90EFF4E9-FB08-5C1A-9AE1-FC5E00F8336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30813" y="2579309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56" name="Espaço Reservado para Texto 45">
            <a:extLst>
              <a:ext uri="{FF2B5EF4-FFF2-40B4-BE49-F238E27FC236}">
                <a16:creationId xmlns:a16="http://schemas.microsoft.com/office/drawing/2014/main" id="{69EED1E0-BCD6-F969-095D-CB3F4281C4C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230813" y="4500843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57" name="Espaço Reservado para Texto 45">
            <a:extLst>
              <a:ext uri="{FF2B5EF4-FFF2-40B4-BE49-F238E27FC236}">
                <a16:creationId xmlns:a16="http://schemas.microsoft.com/office/drawing/2014/main" id="{FC661200-4B00-8BE8-EBFB-A1ADFE405EB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230813" y="3533705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58" name="Espaço Reservado para Texto 45">
            <a:extLst>
              <a:ext uri="{FF2B5EF4-FFF2-40B4-BE49-F238E27FC236}">
                <a16:creationId xmlns:a16="http://schemas.microsoft.com/office/drawing/2014/main" id="{345D7696-2F1D-1E51-5609-E3C0EBA299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756650" y="1607419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59" name="Espaço Reservado para Texto 45">
            <a:extLst>
              <a:ext uri="{FF2B5EF4-FFF2-40B4-BE49-F238E27FC236}">
                <a16:creationId xmlns:a16="http://schemas.microsoft.com/office/drawing/2014/main" id="{22E326E2-1473-4ABD-2CF9-3D37955704C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756650" y="2579309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60" name="Espaço Reservado para Texto 45">
            <a:extLst>
              <a:ext uri="{FF2B5EF4-FFF2-40B4-BE49-F238E27FC236}">
                <a16:creationId xmlns:a16="http://schemas.microsoft.com/office/drawing/2014/main" id="{5A6A8A0A-A9DC-57C3-F49B-D204B25F3ED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756650" y="4500843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61" name="Espaço Reservado para Texto 45">
            <a:extLst>
              <a:ext uri="{FF2B5EF4-FFF2-40B4-BE49-F238E27FC236}">
                <a16:creationId xmlns:a16="http://schemas.microsoft.com/office/drawing/2014/main" id="{D3BE16D6-E390-D1BC-569E-B7C8A4BAC1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756650" y="3533705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62" name="Espaço Reservado para Texto 3">
            <a:extLst>
              <a:ext uri="{FF2B5EF4-FFF2-40B4-BE49-F238E27FC236}">
                <a16:creationId xmlns:a16="http://schemas.microsoft.com/office/drawing/2014/main" id="{79D8D897-387E-A66E-3D4D-C6E8F6F70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70391" y="3235508"/>
            <a:ext cx="3044731" cy="951402"/>
          </a:xfrm>
        </p:spPr>
        <p:txBody>
          <a:bodyPr>
            <a:normAutofit/>
          </a:bodyPr>
          <a:lstStyle>
            <a:lvl1pPr marL="0" marR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11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6872769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m Branc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5536CC76-6171-B09D-FDF3-59407A1352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00" y="-1751088"/>
            <a:ext cx="2647804" cy="311117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5C99EB3E-B5D8-9B44-1758-975265A41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77559" y="3052763"/>
            <a:ext cx="5182891" cy="60899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BDA759A-9915-56A7-B65A-20AE4C2B5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391" y="1668084"/>
            <a:ext cx="3046009" cy="1281113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6">
            <a:extLst>
              <a:ext uri="{FF2B5EF4-FFF2-40B4-BE49-F238E27FC236}">
                <a16:creationId xmlns:a16="http://schemas.microsoft.com/office/drawing/2014/main" id="{5A69258F-54AB-711A-8C68-B0EDF4C7EF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71669" y="1313487"/>
            <a:ext cx="3044731" cy="354597"/>
          </a:xfrm>
        </p:spPr>
        <p:txBody>
          <a:bodyPr lIns="108000" anchor="b">
            <a:normAutofit/>
          </a:bodyPr>
          <a:lstStyle>
            <a:lvl1pPr algn="l">
              <a:lnSpc>
                <a:spcPct val="100000"/>
              </a:lnSpc>
              <a:defRPr sz="1100" b="0" cap="all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err="1"/>
              <a:t>TítulO</a:t>
            </a:r>
            <a:endParaRPr lang="pt-BR"/>
          </a:p>
        </p:txBody>
      </p:sp>
      <p:sp>
        <p:nvSpPr>
          <p:cNvPr id="48" name="Espaço Reservado para Texto 45">
            <a:extLst>
              <a:ext uri="{FF2B5EF4-FFF2-40B4-BE49-F238E27FC236}">
                <a16:creationId xmlns:a16="http://schemas.microsoft.com/office/drawing/2014/main" id="{AA0A1508-379C-FE57-7F02-B2F7615EF5C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230813" y="1607419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50" name="Espaço Reservado para Texto 45">
            <a:extLst>
              <a:ext uri="{FF2B5EF4-FFF2-40B4-BE49-F238E27FC236}">
                <a16:creationId xmlns:a16="http://schemas.microsoft.com/office/drawing/2014/main" id="{90EFF4E9-FB08-5C1A-9AE1-FC5E00F8336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30813" y="2579309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56" name="Espaço Reservado para Texto 45">
            <a:extLst>
              <a:ext uri="{FF2B5EF4-FFF2-40B4-BE49-F238E27FC236}">
                <a16:creationId xmlns:a16="http://schemas.microsoft.com/office/drawing/2014/main" id="{69EED1E0-BCD6-F969-095D-CB3F4281C4C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230813" y="4500843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57" name="Espaço Reservado para Texto 45">
            <a:extLst>
              <a:ext uri="{FF2B5EF4-FFF2-40B4-BE49-F238E27FC236}">
                <a16:creationId xmlns:a16="http://schemas.microsoft.com/office/drawing/2014/main" id="{FC661200-4B00-8BE8-EBFB-A1ADFE405EB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230813" y="3533705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58" name="Espaço Reservado para Texto 45">
            <a:extLst>
              <a:ext uri="{FF2B5EF4-FFF2-40B4-BE49-F238E27FC236}">
                <a16:creationId xmlns:a16="http://schemas.microsoft.com/office/drawing/2014/main" id="{345D7696-2F1D-1E51-5609-E3C0EBA299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756650" y="1607419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59" name="Espaço Reservado para Texto 45">
            <a:extLst>
              <a:ext uri="{FF2B5EF4-FFF2-40B4-BE49-F238E27FC236}">
                <a16:creationId xmlns:a16="http://schemas.microsoft.com/office/drawing/2014/main" id="{22E326E2-1473-4ABD-2CF9-3D37955704C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756650" y="2579309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60" name="Espaço Reservado para Texto 45">
            <a:extLst>
              <a:ext uri="{FF2B5EF4-FFF2-40B4-BE49-F238E27FC236}">
                <a16:creationId xmlns:a16="http://schemas.microsoft.com/office/drawing/2014/main" id="{5A6A8A0A-A9DC-57C3-F49B-D204B25F3ED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756650" y="4500843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61" name="Espaço Reservado para Texto 45">
            <a:extLst>
              <a:ext uri="{FF2B5EF4-FFF2-40B4-BE49-F238E27FC236}">
                <a16:creationId xmlns:a16="http://schemas.microsoft.com/office/drawing/2014/main" id="{D3BE16D6-E390-D1BC-569E-B7C8A4BAC1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756650" y="3533705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9F790EC3-C462-56AD-2B08-F7FF72508A8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576763" y="1571153"/>
            <a:ext cx="654050" cy="654050"/>
          </a:xfrm>
          <a:prstGeom prst="ellipse">
            <a:avLst/>
          </a:prstGeom>
        </p:spPr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9" name="Espaço Reservado para Imagem 6">
            <a:extLst>
              <a:ext uri="{FF2B5EF4-FFF2-40B4-BE49-F238E27FC236}">
                <a16:creationId xmlns:a16="http://schemas.microsoft.com/office/drawing/2014/main" id="{117F00D3-8A9D-BA5C-B4D6-56F53DABE081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76763" y="4468922"/>
            <a:ext cx="654050" cy="654050"/>
          </a:xfrm>
          <a:prstGeom prst="ellipse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1" name="Espaço Reservado para Imagem 6">
            <a:extLst>
              <a:ext uri="{FF2B5EF4-FFF2-40B4-BE49-F238E27FC236}">
                <a16:creationId xmlns:a16="http://schemas.microsoft.com/office/drawing/2014/main" id="{C63AF8FD-7A31-97C0-140D-F6C27992E08A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576763" y="3507444"/>
            <a:ext cx="654050" cy="654050"/>
          </a:xfrm>
          <a:prstGeom prst="ellipse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3" name="Espaço Reservado para Imagem 6">
            <a:extLst>
              <a:ext uri="{FF2B5EF4-FFF2-40B4-BE49-F238E27FC236}">
                <a16:creationId xmlns:a16="http://schemas.microsoft.com/office/drawing/2014/main" id="{F1E03703-2380-F3EB-4FA7-CE7A98BD8A4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576763" y="2545093"/>
            <a:ext cx="654050" cy="654050"/>
          </a:xfrm>
          <a:prstGeom prst="ellipse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8" name="Espaço Reservado para Imagem 6">
            <a:extLst>
              <a:ext uri="{FF2B5EF4-FFF2-40B4-BE49-F238E27FC236}">
                <a16:creationId xmlns:a16="http://schemas.microsoft.com/office/drawing/2014/main" id="{F2561D0A-B2DA-2E1A-6F9F-4F820557716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102600" y="1571153"/>
            <a:ext cx="654050" cy="654050"/>
          </a:xfrm>
          <a:prstGeom prst="ellipse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9" name="Espaço Reservado para Imagem 6">
            <a:extLst>
              <a:ext uri="{FF2B5EF4-FFF2-40B4-BE49-F238E27FC236}">
                <a16:creationId xmlns:a16="http://schemas.microsoft.com/office/drawing/2014/main" id="{5FF9A836-CC47-5A5F-1F9F-77925A1F4580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102600" y="4468922"/>
            <a:ext cx="654050" cy="654050"/>
          </a:xfrm>
          <a:prstGeom prst="ellipse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20" name="Espaço Reservado para Imagem 6">
            <a:extLst>
              <a:ext uri="{FF2B5EF4-FFF2-40B4-BE49-F238E27FC236}">
                <a16:creationId xmlns:a16="http://schemas.microsoft.com/office/drawing/2014/main" id="{6B2CA7E3-B922-EC4D-43CF-64B5C722AF4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102600" y="3507444"/>
            <a:ext cx="654050" cy="654050"/>
          </a:xfrm>
          <a:prstGeom prst="ellipse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21" name="Espaço Reservado para Imagem 6">
            <a:extLst>
              <a:ext uri="{FF2B5EF4-FFF2-40B4-BE49-F238E27FC236}">
                <a16:creationId xmlns:a16="http://schemas.microsoft.com/office/drawing/2014/main" id="{59009F60-9F6B-1234-55D4-BBD6C8FA18B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8102600" y="2545093"/>
            <a:ext cx="654050" cy="654050"/>
          </a:xfrm>
          <a:prstGeom prst="ellipse">
            <a:avLst/>
          </a:pr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13257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1191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25" y="602332"/>
            <a:ext cx="6832600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0" y="865524"/>
            <a:ext cx="6832600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0" y="2090738"/>
            <a:ext cx="683260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A8EC6370-4927-C92F-ACF0-D1E7FF52C1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31040" y="-591489"/>
            <a:ext cx="8040978" cy="804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6761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+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>
            <a:extLst>
              <a:ext uri="{FF2B5EF4-FFF2-40B4-BE49-F238E27FC236}">
                <a16:creationId xmlns:a16="http://schemas.microsoft.com/office/drawing/2014/main" id="{5F44D272-F42D-4378-A5AB-34A1FCC636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91165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5" imgH="424" progId="TCLayout.ActiveDocument.1">
                  <p:embed/>
                </p:oleObj>
              </mc:Choice>
              <mc:Fallback>
                <p:oleObj name="Slide do think-cell" r:id="rId3" imgW="425" imgH="424" progId="TCLayout.ActiveDocument.1">
                  <p:embed/>
                  <p:pic>
                    <p:nvPicPr>
                      <p:cNvPr id="3" name="Objeto 2" hidden="1">
                        <a:extLst>
                          <a:ext uri="{FF2B5EF4-FFF2-40B4-BE49-F238E27FC236}">
                            <a16:creationId xmlns:a16="http://schemas.microsoft.com/office/drawing/2014/main" id="{5F44D272-F42D-4378-A5AB-34A1FCC636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E4E1D4-AB1A-48D1-9A59-F20EE335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99951704-927B-4A22-8579-F84376718AE5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3" name="Espaço Reservado para Texto 2">
            <a:extLst>
              <a:ext uri="{FF2B5EF4-FFF2-40B4-BE49-F238E27FC236}">
                <a16:creationId xmlns:a16="http://schemas.microsoft.com/office/drawing/2014/main" id="{B66346A9-9466-407E-A0B6-D5718A5A7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362" y="1701799"/>
            <a:ext cx="11470959" cy="4608690"/>
          </a:xfrm>
          <a:prstGeom prst="rect">
            <a:avLst/>
          </a:prstGeom>
        </p:spPr>
        <p:txBody>
          <a:bodyPr anchor="t"/>
          <a:lstStyle>
            <a:lvl1pPr marL="0" indent="0" algn="just" rtl="0">
              <a:buNone/>
              <a:defRPr sz="1600">
                <a:solidFill>
                  <a:srgbClr val="7F7F7F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Espaço Reservado para Texto 2">
            <a:extLst>
              <a:ext uri="{FF2B5EF4-FFF2-40B4-BE49-F238E27FC236}">
                <a16:creationId xmlns:a16="http://schemas.microsoft.com/office/drawing/2014/main" id="{84216B22-24C4-4F2C-BD2F-46A234CB2D68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60362" y="1168240"/>
            <a:ext cx="11470959" cy="415026"/>
          </a:xfrm>
          <a:prstGeom prst="rect">
            <a:avLst/>
          </a:prstGeom>
        </p:spPr>
        <p:txBody>
          <a:bodyPr anchor="t"/>
          <a:lstStyle>
            <a:lvl1pPr marL="0" indent="0" algn="l" rtl="0">
              <a:buNone/>
              <a:defRPr sz="2400">
                <a:solidFill>
                  <a:schemeClr val="accent2"/>
                </a:solidFill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19FD41-B7F1-4F62-A04F-BCB264DDA08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rtl="0">
              <a:defRPr/>
            </a:lvl1pPr>
          </a:lstStyle>
          <a:p>
            <a:endParaRPr lang="pt-BR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BA3AE21A-2A07-4712-94B7-214061DFC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7321" y="351897"/>
            <a:ext cx="9144000" cy="621770"/>
          </a:xfrm>
          <a:prstGeom prst="rect">
            <a:avLst/>
          </a:prstGeom>
        </p:spPr>
        <p:txBody>
          <a:bodyPr vert="horz" anchor="t"/>
          <a:lstStyle>
            <a:lvl1pPr algn="r" rtl="0">
              <a:defRPr sz="2800" b="0">
                <a:solidFill>
                  <a:schemeClr val="accent3">
                    <a:lumMod val="75000"/>
                  </a:schemeClr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072706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339FF7-E679-BC64-FE01-C490964293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562" y="2848767"/>
            <a:ext cx="6832600" cy="1281113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lang="pt-BR" sz="5400" b="1" i="0" u="none" strike="noStrike" kern="1200" cap="all" spc="-10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</a:t>
            </a:r>
            <a:r>
              <a:rPr lang="pt-BR" err="1"/>
              <a:t>títulO</a:t>
            </a:r>
            <a:endParaRPr lang="pt-BR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74D81A32-4C7C-0CCE-4AE1-180F087D3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9BD457A8-84E7-7430-6D08-43149ED43C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43448" y="4877887"/>
            <a:ext cx="1577057" cy="1853043"/>
          </a:xfrm>
          <a:prstGeom prst="rect">
            <a:avLst/>
          </a:prstGeom>
        </p:spPr>
      </p:pic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0D810081-EA73-009A-C87B-3D42044833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449218"/>
            <a:ext cx="6832600" cy="447675"/>
          </a:xfrm>
        </p:spPr>
        <p:txBody>
          <a:bodyPr lIns="144000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C8458586-A2E0-FAC7-BE44-2EA68F6CF9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4205706"/>
            <a:ext cx="6832600" cy="447675"/>
          </a:xfrm>
        </p:spPr>
        <p:txBody>
          <a:bodyPr lIns="144000" anchor="t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24C9451C-4B61-4874-1435-D78622F233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5600" y="-2844501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7726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1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339FF7-E679-BC64-FE01-C490964293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562" y="2848767"/>
            <a:ext cx="6832600" cy="1281113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lang="pt-BR" sz="5400" b="1" i="0" u="none" strike="noStrike" kern="1200" cap="all" spc="-10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</a:t>
            </a:r>
            <a:r>
              <a:rPr lang="pt-BR" err="1"/>
              <a:t>títulO</a:t>
            </a:r>
            <a:endParaRPr lang="pt-BR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74D81A32-4C7C-0CCE-4AE1-180F087D3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9BD457A8-84E7-7430-6D08-43149ED43C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43448" y="4877887"/>
            <a:ext cx="1577057" cy="1853043"/>
          </a:xfrm>
          <a:prstGeom prst="rect">
            <a:avLst/>
          </a:prstGeom>
        </p:spPr>
      </p:pic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0D810081-EA73-009A-C87B-3D42044833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449218"/>
            <a:ext cx="6832600" cy="447675"/>
          </a:xfrm>
        </p:spPr>
        <p:txBody>
          <a:bodyPr lIns="144000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C8458586-A2E0-FAC7-BE44-2EA68F6CF9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4205706"/>
            <a:ext cx="6832600" cy="447675"/>
          </a:xfrm>
        </p:spPr>
        <p:txBody>
          <a:bodyPr lIns="144000" anchor="t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24C9451C-4B61-4874-1435-D78622F233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5600" y="-2844501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0452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1 #azu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339FF7-E679-BC64-FE01-C490964293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562" y="2848767"/>
            <a:ext cx="6832600" cy="1281113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lang="pt-BR" sz="5400" b="1" i="0" u="none" strike="noStrike" kern="1200" cap="all" spc="-1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</a:t>
            </a:r>
            <a:r>
              <a:rPr lang="pt-BR" err="1"/>
              <a:t>títulO</a:t>
            </a:r>
            <a:endParaRPr lang="pt-BR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74D81A32-4C7C-0CCE-4AE1-180F087D3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9BD457A8-84E7-7430-6D08-43149ED43C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43448" y="4877887"/>
            <a:ext cx="1577057" cy="1853043"/>
          </a:xfrm>
          <a:prstGeom prst="rect">
            <a:avLst/>
          </a:prstGeom>
        </p:spPr>
      </p:pic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0D810081-EA73-009A-C87B-3D42044833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449218"/>
            <a:ext cx="6832600" cy="447675"/>
          </a:xfrm>
        </p:spPr>
        <p:txBody>
          <a:bodyPr lIns="144000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C8458586-A2E0-FAC7-BE44-2EA68F6CF9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4205706"/>
            <a:ext cx="6832600" cy="447675"/>
          </a:xfrm>
        </p:spPr>
        <p:txBody>
          <a:bodyPr lIns="144000" anchor="t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24C9451C-4B61-4874-1435-D78622F233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5600" y="-2844501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684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1 #vermelh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339FF7-E679-BC64-FE01-C490964293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562" y="2848767"/>
            <a:ext cx="6832600" cy="1281113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lang="pt-BR" sz="5400" b="1" i="0" u="none" strike="noStrike" kern="1200" cap="all" spc="-10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</a:t>
            </a:r>
            <a:r>
              <a:rPr lang="pt-BR" err="1"/>
              <a:t>títulO</a:t>
            </a:r>
            <a:endParaRPr lang="pt-BR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74D81A32-4C7C-0CCE-4AE1-180F087D3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9BD457A8-84E7-7430-6D08-43149ED43C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43448" y="4877887"/>
            <a:ext cx="1577057" cy="1853043"/>
          </a:xfrm>
          <a:prstGeom prst="rect">
            <a:avLst/>
          </a:prstGeom>
        </p:spPr>
      </p:pic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0D810081-EA73-009A-C87B-3D42044833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449218"/>
            <a:ext cx="6832600" cy="447675"/>
          </a:xfrm>
        </p:spPr>
        <p:txBody>
          <a:bodyPr lIns="144000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C8458586-A2E0-FAC7-BE44-2EA68F6CF9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4205706"/>
            <a:ext cx="6832600" cy="447675"/>
          </a:xfrm>
        </p:spPr>
        <p:txBody>
          <a:bodyPr lIns="144000" anchor="t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24C9451C-4B61-4874-1435-D78622F233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5600" y="-2844501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61456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7">
            <a:extLst>
              <a:ext uri="{FF2B5EF4-FFF2-40B4-BE49-F238E27FC236}">
                <a16:creationId xmlns:a16="http://schemas.microsoft.com/office/drawing/2014/main" id="{AF8990A5-F5D6-7ABF-BEDC-5AFCFB60B7A0}"/>
              </a:ext>
            </a:extLst>
          </p:cNvPr>
          <p:cNvSpPr/>
          <p:nvPr userDrawn="1"/>
        </p:nvSpPr>
        <p:spPr>
          <a:xfrm>
            <a:off x="6554661" y="639763"/>
            <a:ext cx="5637340" cy="6218237"/>
          </a:xfrm>
          <a:custGeom>
            <a:avLst/>
            <a:gdLst>
              <a:gd name="connsiteX0" fmla="*/ 3474173 w 5498706"/>
              <a:gd name="connsiteY0" fmla="*/ 0 h 6065318"/>
              <a:gd name="connsiteX1" fmla="*/ 5416616 w 5498706"/>
              <a:gd name="connsiteY1" fmla="*/ 593334 h 6065318"/>
              <a:gd name="connsiteX2" fmla="*/ 5498706 w 5498706"/>
              <a:gd name="connsiteY2" fmla="*/ 654720 h 6065318"/>
              <a:gd name="connsiteX3" fmla="*/ 5498706 w 5498706"/>
              <a:gd name="connsiteY3" fmla="*/ 6065318 h 6065318"/>
              <a:gd name="connsiteX4" fmla="*/ 1165586 w 5498706"/>
              <a:gd name="connsiteY4" fmla="*/ 6065318 h 6065318"/>
              <a:gd name="connsiteX5" fmla="*/ 1017562 w 5498706"/>
              <a:gd name="connsiteY5" fmla="*/ 5930785 h 6065318"/>
              <a:gd name="connsiteX6" fmla="*/ 0 w 5498706"/>
              <a:gd name="connsiteY6" fmla="*/ 3474173 h 6065318"/>
              <a:gd name="connsiteX7" fmla="*/ 3474173 w 5498706"/>
              <a:gd name="connsiteY7" fmla="*/ 0 h 6065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8706" h="6065318">
                <a:moveTo>
                  <a:pt x="3474173" y="0"/>
                </a:moveTo>
                <a:cubicBezTo>
                  <a:pt x="4193698" y="0"/>
                  <a:pt x="4862135" y="218734"/>
                  <a:pt x="5416616" y="593334"/>
                </a:cubicBezTo>
                <a:lnTo>
                  <a:pt x="5498706" y="654720"/>
                </a:lnTo>
                <a:lnTo>
                  <a:pt x="5498706" y="6065318"/>
                </a:lnTo>
                <a:lnTo>
                  <a:pt x="1165586" y="6065318"/>
                </a:lnTo>
                <a:lnTo>
                  <a:pt x="1017562" y="5930785"/>
                </a:lnTo>
                <a:cubicBezTo>
                  <a:pt x="388860" y="5302083"/>
                  <a:pt x="0" y="4433540"/>
                  <a:pt x="0" y="3474173"/>
                </a:cubicBezTo>
                <a:cubicBezTo>
                  <a:pt x="0" y="1555440"/>
                  <a:pt x="1555440" y="0"/>
                  <a:pt x="347417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3" name="Oval 7">
            <a:extLst>
              <a:ext uri="{FF2B5EF4-FFF2-40B4-BE49-F238E27FC236}">
                <a16:creationId xmlns:a16="http://schemas.microsoft.com/office/drawing/2014/main" id="{E25AC08E-91FA-01EA-A886-BF25C77C1534}"/>
              </a:ext>
            </a:extLst>
          </p:cNvPr>
          <p:cNvSpPr/>
          <p:nvPr userDrawn="1"/>
        </p:nvSpPr>
        <p:spPr>
          <a:xfrm>
            <a:off x="5488857" y="3789837"/>
            <a:ext cx="2408876" cy="2408876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6" name="Rectangle: Rounded Corners 11">
            <a:extLst>
              <a:ext uri="{FF2B5EF4-FFF2-40B4-BE49-F238E27FC236}">
                <a16:creationId xmlns:a16="http://schemas.microsoft.com/office/drawing/2014/main" id="{B4888BF6-6D83-B35F-7CB4-457FD9697BE0}"/>
              </a:ext>
            </a:extLst>
          </p:cNvPr>
          <p:cNvSpPr/>
          <p:nvPr userDrawn="1"/>
        </p:nvSpPr>
        <p:spPr>
          <a:xfrm>
            <a:off x="914399" y="5340109"/>
            <a:ext cx="1725959" cy="3965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>
                <a:solidFill>
                  <a:schemeClr val="bg1"/>
                </a:solidFill>
              </a:rPr>
              <a:t>Iniciar</a:t>
            </a:r>
            <a:r>
              <a:rPr lang="en-US" sz="1100">
                <a:solidFill>
                  <a:schemeClr val="bg1"/>
                </a:solidFill>
              </a:rPr>
              <a:t> </a:t>
            </a:r>
            <a:r>
              <a:rPr lang="en-US" sz="1100" err="1">
                <a:solidFill>
                  <a:schemeClr val="bg1"/>
                </a:solidFill>
              </a:rPr>
              <a:t>Apresentação</a:t>
            </a:r>
            <a:endParaRPr lang="en-ID" sz="1100">
              <a:solidFill>
                <a:schemeClr val="bg1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05B3D1A-3A4F-B238-C7BC-7500DE1242CE}"/>
              </a:ext>
            </a:extLst>
          </p:cNvPr>
          <p:cNvSpPr txBox="1"/>
          <p:nvPr userDrawn="1"/>
        </p:nvSpPr>
        <p:spPr>
          <a:xfrm>
            <a:off x="6253141" y="5257463"/>
            <a:ext cx="61446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90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5D50FE14-E076-3357-CEA4-12B561EB19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585919" y="-127586"/>
            <a:ext cx="1577057" cy="1853043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1C9F4191-FA1B-FB73-7396-0C61ECE184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EE2D293-C725-44C2-AFD6-EFB0838DCB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53140" y="1868099"/>
            <a:ext cx="6194383" cy="3861697"/>
          </a:xfrm>
          <a:custGeom>
            <a:avLst/>
            <a:gdLst>
              <a:gd name="connsiteX0" fmla="*/ 252663 w 5011761"/>
              <a:gd name="connsiteY0" fmla="*/ 0 h 3670300"/>
              <a:gd name="connsiteX1" fmla="*/ 4759098 w 5011761"/>
              <a:gd name="connsiteY1" fmla="*/ 0 h 3670300"/>
              <a:gd name="connsiteX2" fmla="*/ 5011761 w 5011761"/>
              <a:gd name="connsiteY2" fmla="*/ 252663 h 3670300"/>
              <a:gd name="connsiteX3" fmla="*/ 5011761 w 5011761"/>
              <a:gd name="connsiteY3" fmla="*/ 3417637 h 3670300"/>
              <a:gd name="connsiteX4" fmla="*/ 4759098 w 5011761"/>
              <a:gd name="connsiteY4" fmla="*/ 3670300 h 3670300"/>
              <a:gd name="connsiteX5" fmla="*/ 252663 w 5011761"/>
              <a:gd name="connsiteY5" fmla="*/ 3670300 h 3670300"/>
              <a:gd name="connsiteX6" fmla="*/ 0 w 5011761"/>
              <a:gd name="connsiteY6" fmla="*/ 3417637 h 3670300"/>
              <a:gd name="connsiteX7" fmla="*/ 0 w 5011761"/>
              <a:gd name="connsiteY7" fmla="*/ 252663 h 3670300"/>
              <a:gd name="connsiteX8" fmla="*/ 252663 w 5011761"/>
              <a:gd name="connsiteY8" fmla="*/ 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11761" h="3670300">
                <a:moveTo>
                  <a:pt x="252663" y="0"/>
                </a:moveTo>
                <a:lnTo>
                  <a:pt x="4759098" y="0"/>
                </a:lnTo>
                <a:cubicBezTo>
                  <a:pt x="4898640" y="0"/>
                  <a:pt x="5011761" y="113121"/>
                  <a:pt x="5011761" y="252663"/>
                </a:cubicBezTo>
                <a:lnTo>
                  <a:pt x="5011761" y="3417637"/>
                </a:lnTo>
                <a:cubicBezTo>
                  <a:pt x="5011761" y="3557179"/>
                  <a:pt x="4898640" y="3670300"/>
                  <a:pt x="4759098" y="3670300"/>
                </a:cubicBezTo>
                <a:lnTo>
                  <a:pt x="252663" y="3670300"/>
                </a:lnTo>
                <a:cubicBezTo>
                  <a:pt x="113121" y="3670300"/>
                  <a:pt x="0" y="3557179"/>
                  <a:pt x="0" y="3417637"/>
                </a:cubicBezTo>
                <a:lnTo>
                  <a:pt x="0" y="252663"/>
                </a:lnTo>
                <a:cubicBezTo>
                  <a:pt x="0" y="113121"/>
                  <a:pt x="113121" y="0"/>
                  <a:pt x="25266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1E9F4175-2390-A860-5E40-EC371CBFF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90738"/>
            <a:ext cx="4180299" cy="1281113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lang="pt-BR" sz="5400" b="1" i="0" u="none" strike="noStrike" cap="none" spc="-100" baseline="0" smtClean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BFE60DE9-FE1D-4AB9-A804-328587DBA3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399" y="4268788"/>
            <a:ext cx="3302001" cy="725487"/>
          </a:xfrm>
        </p:spPr>
        <p:txBody>
          <a:bodyPr>
            <a:noAutofit/>
          </a:bodyPr>
          <a:lstStyle>
            <a:lvl1pPr marR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baseline="0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8" name="Espaço Reservado para Imagem 17">
            <a:extLst>
              <a:ext uri="{FF2B5EF4-FFF2-40B4-BE49-F238E27FC236}">
                <a16:creationId xmlns:a16="http://schemas.microsoft.com/office/drawing/2014/main" id="{5F9FC45B-C121-09B4-0303-93E71801124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535652" y="323890"/>
            <a:ext cx="1630143" cy="1816276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BR"/>
              <a:t>Grafismo (opcional)</a:t>
            </a:r>
          </a:p>
        </p:txBody>
      </p:sp>
    </p:spTree>
    <p:extLst>
      <p:ext uri="{BB962C8B-B14F-4D97-AF65-F5344CB8AC3E}">
        <p14:creationId xmlns:p14="http://schemas.microsoft.com/office/powerpoint/2010/main" val="3173525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2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7">
            <a:extLst>
              <a:ext uri="{FF2B5EF4-FFF2-40B4-BE49-F238E27FC236}">
                <a16:creationId xmlns:a16="http://schemas.microsoft.com/office/drawing/2014/main" id="{AF8990A5-F5D6-7ABF-BEDC-5AFCFB60B7A0}"/>
              </a:ext>
            </a:extLst>
          </p:cNvPr>
          <p:cNvSpPr/>
          <p:nvPr userDrawn="1"/>
        </p:nvSpPr>
        <p:spPr>
          <a:xfrm>
            <a:off x="6554661" y="639763"/>
            <a:ext cx="5637340" cy="6218237"/>
          </a:xfrm>
          <a:custGeom>
            <a:avLst/>
            <a:gdLst>
              <a:gd name="connsiteX0" fmla="*/ 3474173 w 5498706"/>
              <a:gd name="connsiteY0" fmla="*/ 0 h 6065318"/>
              <a:gd name="connsiteX1" fmla="*/ 5416616 w 5498706"/>
              <a:gd name="connsiteY1" fmla="*/ 593334 h 6065318"/>
              <a:gd name="connsiteX2" fmla="*/ 5498706 w 5498706"/>
              <a:gd name="connsiteY2" fmla="*/ 654720 h 6065318"/>
              <a:gd name="connsiteX3" fmla="*/ 5498706 w 5498706"/>
              <a:gd name="connsiteY3" fmla="*/ 6065318 h 6065318"/>
              <a:gd name="connsiteX4" fmla="*/ 1165586 w 5498706"/>
              <a:gd name="connsiteY4" fmla="*/ 6065318 h 6065318"/>
              <a:gd name="connsiteX5" fmla="*/ 1017562 w 5498706"/>
              <a:gd name="connsiteY5" fmla="*/ 5930785 h 6065318"/>
              <a:gd name="connsiteX6" fmla="*/ 0 w 5498706"/>
              <a:gd name="connsiteY6" fmla="*/ 3474173 h 6065318"/>
              <a:gd name="connsiteX7" fmla="*/ 3474173 w 5498706"/>
              <a:gd name="connsiteY7" fmla="*/ 0 h 6065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8706" h="6065318">
                <a:moveTo>
                  <a:pt x="3474173" y="0"/>
                </a:moveTo>
                <a:cubicBezTo>
                  <a:pt x="4193698" y="0"/>
                  <a:pt x="4862135" y="218734"/>
                  <a:pt x="5416616" y="593334"/>
                </a:cubicBezTo>
                <a:lnTo>
                  <a:pt x="5498706" y="654720"/>
                </a:lnTo>
                <a:lnTo>
                  <a:pt x="5498706" y="6065318"/>
                </a:lnTo>
                <a:lnTo>
                  <a:pt x="1165586" y="6065318"/>
                </a:lnTo>
                <a:lnTo>
                  <a:pt x="1017562" y="5930785"/>
                </a:lnTo>
                <a:cubicBezTo>
                  <a:pt x="388860" y="5302083"/>
                  <a:pt x="0" y="4433540"/>
                  <a:pt x="0" y="3474173"/>
                </a:cubicBezTo>
                <a:cubicBezTo>
                  <a:pt x="0" y="1555440"/>
                  <a:pt x="1555440" y="0"/>
                  <a:pt x="347417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3" name="Oval 7">
            <a:extLst>
              <a:ext uri="{FF2B5EF4-FFF2-40B4-BE49-F238E27FC236}">
                <a16:creationId xmlns:a16="http://schemas.microsoft.com/office/drawing/2014/main" id="{E25AC08E-91FA-01EA-A886-BF25C77C1534}"/>
              </a:ext>
            </a:extLst>
          </p:cNvPr>
          <p:cNvSpPr/>
          <p:nvPr userDrawn="1"/>
        </p:nvSpPr>
        <p:spPr>
          <a:xfrm>
            <a:off x="5488857" y="3789837"/>
            <a:ext cx="2408876" cy="2408876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6" name="Rectangle: Rounded Corners 11">
            <a:extLst>
              <a:ext uri="{FF2B5EF4-FFF2-40B4-BE49-F238E27FC236}">
                <a16:creationId xmlns:a16="http://schemas.microsoft.com/office/drawing/2014/main" id="{B4888BF6-6D83-B35F-7CB4-457FD9697BE0}"/>
              </a:ext>
            </a:extLst>
          </p:cNvPr>
          <p:cNvSpPr/>
          <p:nvPr userDrawn="1"/>
        </p:nvSpPr>
        <p:spPr>
          <a:xfrm>
            <a:off x="914399" y="5340109"/>
            <a:ext cx="1725959" cy="3965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>
                <a:solidFill>
                  <a:schemeClr val="bg1"/>
                </a:solidFill>
              </a:rPr>
              <a:t>Iniciar</a:t>
            </a:r>
            <a:r>
              <a:rPr lang="en-US" sz="1100">
                <a:solidFill>
                  <a:schemeClr val="bg1"/>
                </a:solidFill>
              </a:rPr>
              <a:t> </a:t>
            </a:r>
            <a:r>
              <a:rPr lang="en-US" sz="1100" err="1">
                <a:solidFill>
                  <a:schemeClr val="bg1"/>
                </a:solidFill>
              </a:rPr>
              <a:t>Apresentação</a:t>
            </a:r>
            <a:endParaRPr lang="en-ID" sz="1100">
              <a:solidFill>
                <a:schemeClr val="bg1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05B3D1A-3A4F-B238-C7BC-7500DE1242CE}"/>
              </a:ext>
            </a:extLst>
          </p:cNvPr>
          <p:cNvSpPr txBox="1"/>
          <p:nvPr userDrawn="1"/>
        </p:nvSpPr>
        <p:spPr>
          <a:xfrm>
            <a:off x="6253141" y="5257463"/>
            <a:ext cx="61446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90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5D50FE14-E076-3357-CEA4-12B561EB19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585919" y="-127586"/>
            <a:ext cx="1577057" cy="1853043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1C9F4191-FA1B-FB73-7396-0C61ECE184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EE2D293-C725-44C2-AFD6-EFB0838DCB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53140" y="1868099"/>
            <a:ext cx="6194383" cy="3861697"/>
          </a:xfrm>
          <a:custGeom>
            <a:avLst/>
            <a:gdLst>
              <a:gd name="connsiteX0" fmla="*/ 252663 w 5011761"/>
              <a:gd name="connsiteY0" fmla="*/ 0 h 3670300"/>
              <a:gd name="connsiteX1" fmla="*/ 4759098 w 5011761"/>
              <a:gd name="connsiteY1" fmla="*/ 0 h 3670300"/>
              <a:gd name="connsiteX2" fmla="*/ 5011761 w 5011761"/>
              <a:gd name="connsiteY2" fmla="*/ 252663 h 3670300"/>
              <a:gd name="connsiteX3" fmla="*/ 5011761 w 5011761"/>
              <a:gd name="connsiteY3" fmla="*/ 3417637 h 3670300"/>
              <a:gd name="connsiteX4" fmla="*/ 4759098 w 5011761"/>
              <a:gd name="connsiteY4" fmla="*/ 3670300 h 3670300"/>
              <a:gd name="connsiteX5" fmla="*/ 252663 w 5011761"/>
              <a:gd name="connsiteY5" fmla="*/ 3670300 h 3670300"/>
              <a:gd name="connsiteX6" fmla="*/ 0 w 5011761"/>
              <a:gd name="connsiteY6" fmla="*/ 3417637 h 3670300"/>
              <a:gd name="connsiteX7" fmla="*/ 0 w 5011761"/>
              <a:gd name="connsiteY7" fmla="*/ 252663 h 3670300"/>
              <a:gd name="connsiteX8" fmla="*/ 252663 w 5011761"/>
              <a:gd name="connsiteY8" fmla="*/ 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11761" h="3670300">
                <a:moveTo>
                  <a:pt x="252663" y="0"/>
                </a:moveTo>
                <a:lnTo>
                  <a:pt x="4759098" y="0"/>
                </a:lnTo>
                <a:cubicBezTo>
                  <a:pt x="4898640" y="0"/>
                  <a:pt x="5011761" y="113121"/>
                  <a:pt x="5011761" y="252663"/>
                </a:cubicBezTo>
                <a:lnTo>
                  <a:pt x="5011761" y="3417637"/>
                </a:lnTo>
                <a:cubicBezTo>
                  <a:pt x="5011761" y="3557179"/>
                  <a:pt x="4898640" y="3670300"/>
                  <a:pt x="4759098" y="3670300"/>
                </a:cubicBezTo>
                <a:lnTo>
                  <a:pt x="252663" y="3670300"/>
                </a:lnTo>
                <a:cubicBezTo>
                  <a:pt x="113121" y="3670300"/>
                  <a:pt x="0" y="3557179"/>
                  <a:pt x="0" y="3417637"/>
                </a:cubicBezTo>
                <a:lnTo>
                  <a:pt x="0" y="252663"/>
                </a:lnTo>
                <a:cubicBezTo>
                  <a:pt x="0" y="113121"/>
                  <a:pt x="113121" y="0"/>
                  <a:pt x="25266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1E9F4175-2390-A860-5E40-EC371CBFF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90738"/>
            <a:ext cx="4180299" cy="1281113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lang="pt-BR" sz="5400" b="1" i="0" u="none" strike="noStrike" cap="none" spc="-100" baseline="0" smtClean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BFE60DE9-FE1D-4AB9-A804-328587DBA3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399" y="4268788"/>
            <a:ext cx="3302001" cy="725487"/>
          </a:xfrm>
        </p:spPr>
        <p:txBody>
          <a:bodyPr>
            <a:noAutofit/>
          </a:bodyPr>
          <a:lstStyle>
            <a:lvl1pPr marR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baseline="0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8" name="Espaço Reservado para Imagem 17">
            <a:extLst>
              <a:ext uri="{FF2B5EF4-FFF2-40B4-BE49-F238E27FC236}">
                <a16:creationId xmlns:a16="http://schemas.microsoft.com/office/drawing/2014/main" id="{5F9FC45B-C121-09B4-0303-93E71801124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535652" y="323890"/>
            <a:ext cx="1630143" cy="1816276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BR"/>
              <a:t>Grafismo (opcional)</a:t>
            </a:r>
          </a:p>
        </p:txBody>
      </p:sp>
    </p:spTree>
    <p:extLst>
      <p:ext uri="{BB962C8B-B14F-4D97-AF65-F5344CB8AC3E}">
        <p14:creationId xmlns:p14="http://schemas.microsoft.com/office/powerpoint/2010/main" val="28328972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2 #azu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7">
            <a:extLst>
              <a:ext uri="{FF2B5EF4-FFF2-40B4-BE49-F238E27FC236}">
                <a16:creationId xmlns:a16="http://schemas.microsoft.com/office/drawing/2014/main" id="{AF8990A5-F5D6-7ABF-BEDC-5AFCFB60B7A0}"/>
              </a:ext>
            </a:extLst>
          </p:cNvPr>
          <p:cNvSpPr/>
          <p:nvPr userDrawn="1"/>
        </p:nvSpPr>
        <p:spPr>
          <a:xfrm>
            <a:off x="6554661" y="639763"/>
            <a:ext cx="5637340" cy="6218237"/>
          </a:xfrm>
          <a:custGeom>
            <a:avLst/>
            <a:gdLst>
              <a:gd name="connsiteX0" fmla="*/ 3474173 w 5498706"/>
              <a:gd name="connsiteY0" fmla="*/ 0 h 6065318"/>
              <a:gd name="connsiteX1" fmla="*/ 5416616 w 5498706"/>
              <a:gd name="connsiteY1" fmla="*/ 593334 h 6065318"/>
              <a:gd name="connsiteX2" fmla="*/ 5498706 w 5498706"/>
              <a:gd name="connsiteY2" fmla="*/ 654720 h 6065318"/>
              <a:gd name="connsiteX3" fmla="*/ 5498706 w 5498706"/>
              <a:gd name="connsiteY3" fmla="*/ 6065318 h 6065318"/>
              <a:gd name="connsiteX4" fmla="*/ 1165586 w 5498706"/>
              <a:gd name="connsiteY4" fmla="*/ 6065318 h 6065318"/>
              <a:gd name="connsiteX5" fmla="*/ 1017562 w 5498706"/>
              <a:gd name="connsiteY5" fmla="*/ 5930785 h 6065318"/>
              <a:gd name="connsiteX6" fmla="*/ 0 w 5498706"/>
              <a:gd name="connsiteY6" fmla="*/ 3474173 h 6065318"/>
              <a:gd name="connsiteX7" fmla="*/ 3474173 w 5498706"/>
              <a:gd name="connsiteY7" fmla="*/ 0 h 6065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8706" h="6065318">
                <a:moveTo>
                  <a:pt x="3474173" y="0"/>
                </a:moveTo>
                <a:cubicBezTo>
                  <a:pt x="4193698" y="0"/>
                  <a:pt x="4862135" y="218734"/>
                  <a:pt x="5416616" y="593334"/>
                </a:cubicBezTo>
                <a:lnTo>
                  <a:pt x="5498706" y="654720"/>
                </a:lnTo>
                <a:lnTo>
                  <a:pt x="5498706" y="6065318"/>
                </a:lnTo>
                <a:lnTo>
                  <a:pt x="1165586" y="6065318"/>
                </a:lnTo>
                <a:lnTo>
                  <a:pt x="1017562" y="5930785"/>
                </a:lnTo>
                <a:cubicBezTo>
                  <a:pt x="388860" y="5302083"/>
                  <a:pt x="0" y="4433540"/>
                  <a:pt x="0" y="3474173"/>
                </a:cubicBezTo>
                <a:cubicBezTo>
                  <a:pt x="0" y="1555440"/>
                  <a:pt x="1555440" y="0"/>
                  <a:pt x="347417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3" name="Oval 7">
            <a:extLst>
              <a:ext uri="{FF2B5EF4-FFF2-40B4-BE49-F238E27FC236}">
                <a16:creationId xmlns:a16="http://schemas.microsoft.com/office/drawing/2014/main" id="{E25AC08E-91FA-01EA-A886-BF25C77C1534}"/>
              </a:ext>
            </a:extLst>
          </p:cNvPr>
          <p:cNvSpPr/>
          <p:nvPr userDrawn="1"/>
        </p:nvSpPr>
        <p:spPr>
          <a:xfrm>
            <a:off x="5488857" y="3789837"/>
            <a:ext cx="2408876" cy="2408876"/>
          </a:xfrm>
          <a:prstGeom prst="ellipse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6" name="Rectangle: Rounded Corners 11">
            <a:extLst>
              <a:ext uri="{FF2B5EF4-FFF2-40B4-BE49-F238E27FC236}">
                <a16:creationId xmlns:a16="http://schemas.microsoft.com/office/drawing/2014/main" id="{B4888BF6-6D83-B35F-7CB4-457FD9697BE0}"/>
              </a:ext>
            </a:extLst>
          </p:cNvPr>
          <p:cNvSpPr/>
          <p:nvPr userDrawn="1"/>
        </p:nvSpPr>
        <p:spPr>
          <a:xfrm>
            <a:off x="914399" y="5340109"/>
            <a:ext cx="1725959" cy="39658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>
                <a:solidFill>
                  <a:schemeClr val="bg1"/>
                </a:solidFill>
              </a:rPr>
              <a:t>Iniciar</a:t>
            </a:r>
            <a:r>
              <a:rPr lang="en-US" sz="1100">
                <a:solidFill>
                  <a:schemeClr val="bg1"/>
                </a:solidFill>
              </a:rPr>
              <a:t> </a:t>
            </a:r>
            <a:r>
              <a:rPr lang="en-US" sz="1100" err="1">
                <a:solidFill>
                  <a:schemeClr val="bg1"/>
                </a:solidFill>
              </a:rPr>
              <a:t>Apresentação</a:t>
            </a:r>
            <a:endParaRPr lang="en-ID" sz="1100">
              <a:solidFill>
                <a:schemeClr val="bg1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05B3D1A-3A4F-B238-C7BC-7500DE1242CE}"/>
              </a:ext>
            </a:extLst>
          </p:cNvPr>
          <p:cNvSpPr txBox="1"/>
          <p:nvPr userDrawn="1"/>
        </p:nvSpPr>
        <p:spPr>
          <a:xfrm>
            <a:off x="6253141" y="5257463"/>
            <a:ext cx="61446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90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5D50FE14-E076-3357-CEA4-12B561EB19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585919" y="-127586"/>
            <a:ext cx="1577057" cy="1853043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1C9F4191-FA1B-FB73-7396-0C61ECE184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EE2D293-C725-44C2-AFD6-EFB0838DCB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53140" y="1868099"/>
            <a:ext cx="6194383" cy="3861697"/>
          </a:xfrm>
          <a:custGeom>
            <a:avLst/>
            <a:gdLst>
              <a:gd name="connsiteX0" fmla="*/ 252663 w 5011761"/>
              <a:gd name="connsiteY0" fmla="*/ 0 h 3670300"/>
              <a:gd name="connsiteX1" fmla="*/ 4759098 w 5011761"/>
              <a:gd name="connsiteY1" fmla="*/ 0 h 3670300"/>
              <a:gd name="connsiteX2" fmla="*/ 5011761 w 5011761"/>
              <a:gd name="connsiteY2" fmla="*/ 252663 h 3670300"/>
              <a:gd name="connsiteX3" fmla="*/ 5011761 w 5011761"/>
              <a:gd name="connsiteY3" fmla="*/ 3417637 h 3670300"/>
              <a:gd name="connsiteX4" fmla="*/ 4759098 w 5011761"/>
              <a:gd name="connsiteY4" fmla="*/ 3670300 h 3670300"/>
              <a:gd name="connsiteX5" fmla="*/ 252663 w 5011761"/>
              <a:gd name="connsiteY5" fmla="*/ 3670300 h 3670300"/>
              <a:gd name="connsiteX6" fmla="*/ 0 w 5011761"/>
              <a:gd name="connsiteY6" fmla="*/ 3417637 h 3670300"/>
              <a:gd name="connsiteX7" fmla="*/ 0 w 5011761"/>
              <a:gd name="connsiteY7" fmla="*/ 252663 h 3670300"/>
              <a:gd name="connsiteX8" fmla="*/ 252663 w 5011761"/>
              <a:gd name="connsiteY8" fmla="*/ 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11761" h="3670300">
                <a:moveTo>
                  <a:pt x="252663" y="0"/>
                </a:moveTo>
                <a:lnTo>
                  <a:pt x="4759098" y="0"/>
                </a:lnTo>
                <a:cubicBezTo>
                  <a:pt x="4898640" y="0"/>
                  <a:pt x="5011761" y="113121"/>
                  <a:pt x="5011761" y="252663"/>
                </a:cubicBezTo>
                <a:lnTo>
                  <a:pt x="5011761" y="3417637"/>
                </a:lnTo>
                <a:cubicBezTo>
                  <a:pt x="5011761" y="3557179"/>
                  <a:pt x="4898640" y="3670300"/>
                  <a:pt x="4759098" y="3670300"/>
                </a:cubicBezTo>
                <a:lnTo>
                  <a:pt x="252663" y="3670300"/>
                </a:lnTo>
                <a:cubicBezTo>
                  <a:pt x="113121" y="3670300"/>
                  <a:pt x="0" y="3557179"/>
                  <a:pt x="0" y="3417637"/>
                </a:cubicBezTo>
                <a:lnTo>
                  <a:pt x="0" y="252663"/>
                </a:lnTo>
                <a:cubicBezTo>
                  <a:pt x="0" y="113121"/>
                  <a:pt x="113121" y="0"/>
                  <a:pt x="25266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1E9F4175-2390-A860-5E40-EC371CBFF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90738"/>
            <a:ext cx="4180299" cy="1281113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lang="pt-BR" sz="5400" b="1" i="0" u="none" strike="noStrike" cap="none" spc="-100" baseline="0" smtClean="0">
                <a:solidFill>
                  <a:schemeClr val="accent2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BFE60DE9-FE1D-4AB9-A804-328587DBA3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399" y="4268788"/>
            <a:ext cx="3302001" cy="725487"/>
          </a:xfrm>
        </p:spPr>
        <p:txBody>
          <a:bodyPr>
            <a:noAutofit/>
          </a:bodyPr>
          <a:lstStyle>
            <a:lvl1pPr marR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baseline="0" dirty="0">
                <a:solidFill>
                  <a:schemeClr val="bg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8" name="Espaço Reservado para Imagem 17">
            <a:extLst>
              <a:ext uri="{FF2B5EF4-FFF2-40B4-BE49-F238E27FC236}">
                <a16:creationId xmlns:a16="http://schemas.microsoft.com/office/drawing/2014/main" id="{5F9FC45B-C121-09B4-0303-93E71801124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535652" y="323890"/>
            <a:ext cx="1630143" cy="1816276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BR"/>
              <a:t>Grafismo (opcional)</a:t>
            </a:r>
          </a:p>
        </p:txBody>
      </p:sp>
    </p:spTree>
    <p:extLst>
      <p:ext uri="{BB962C8B-B14F-4D97-AF65-F5344CB8AC3E}">
        <p14:creationId xmlns:p14="http://schemas.microsoft.com/office/powerpoint/2010/main" val="19980999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2 #vermelh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7">
            <a:extLst>
              <a:ext uri="{FF2B5EF4-FFF2-40B4-BE49-F238E27FC236}">
                <a16:creationId xmlns:a16="http://schemas.microsoft.com/office/drawing/2014/main" id="{AF8990A5-F5D6-7ABF-BEDC-5AFCFB60B7A0}"/>
              </a:ext>
            </a:extLst>
          </p:cNvPr>
          <p:cNvSpPr/>
          <p:nvPr userDrawn="1"/>
        </p:nvSpPr>
        <p:spPr>
          <a:xfrm>
            <a:off x="6554661" y="639763"/>
            <a:ext cx="5637340" cy="6218237"/>
          </a:xfrm>
          <a:custGeom>
            <a:avLst/>
            <a:gdLst>
              <a:gd name="connsiteX0" fmla="*/ 3474173 w 5498706"/>
              <a:gd name="connsiteY0" fmla="*/ 0 h 6065318"/>
              <a:gd name="connsiteX1" fmla="*/ 5416616 w 5498706"/>
              <a:gd name="connsiteY1" fmla="*/ 593334 h 6065318"/>
              <a:gd name="connsiteX2" fmla="*/ 5498706 w 5498706"/>
              <a:gd name="connsiteY2" fmla="*/ 654720 h 6065318"/>
              <a:gd name="connsiteX3" fmla="*/ 5498706 w 5498706"/>
              <a:gd name="connsiteY3" fmla="*/ 6065318 h 6065318"/>
              <a:gd name="connsiteX4" fmla="*/ 1165586 w 5498706"/>
              <a:gd name="connsiteY4" fmla="*/ 6065318 h 6065318"/>
              <a:gd name="connsiteX5" fmla="*/ 1017562 w 5498706"/>
              <a:gd name="connsiteY5" fmla="*/ 5930785 h 6065318"/>
              <a:gd name="connsiteX6" fmla="*/ 0 w 5498706"/>
              <a:gd name="connsiteY6" fmla="*/ 3474173 h 6065318"/>
              <a:gd name="connsiteX7" fmla="*/ 3474173 w 5498706"/>
              <a:gd name="connsiteY7" fmla="*/ 0 h 6065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8706" h="6065318">
                <a:moveTo>
                  <a:pt x="3474173" y="0"/>
                </a:moveTo>
                <a:cubicBezTo>
                  <a:pt x="4193698" y="0"/>
                  <a:pt x="4862135" y="218734"/>
                  <a:pt x="5416616" y="593334"/>
                </a:cubicBezTo>
                <a:lnTo>
                  <a:pt x="5498706" y="654720"/>
                </a:lnTo>
                <a:lnTo>
                  <a:pt x="5498706" y="6065318"/>
                </a:lnTo>
                <a:lnTo>
                  <a:pt x="1165586" y="6065318"/>
                </a:lnTo>
                <a:lnTo>
                  <a:pt x="1017562" y="5930785"/>
                </a:lnTo>
                <a:cubicBezTo>
                  <a:pt x="388860" y="5302083"/>
                  <a:pt x="0" y="4433540"/>
                  <a:pt x="0" y="3474173"/>
                </a:cubicBezTo>
                <a:cubicBezTo>
                  <a:pt x="0" y="1555440"/>
                  <a:pt x="1555440" y="0"/>
                  <a:pt x="34741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3" name="Oval 7">
            <a:extLst>
              <a:ext uri="{FF2B5EF4-FFF2-40B4-BE49-F238E27FC236}">
                <a16:creationId xmlns:a16="http://schemas.microsoft.com/office/drawing/2014/main" id="{E25AC08E-91FA-01EA-A886-BF25C77C1534}"/>
              </a:ext>
            </a:extLst>
          </p:cNvPr>
          <p:cNvSpPr/>
          <p:nvPr userDrawn="1"/>
        </p:nvSpPr>
        <p:spPr>
          <a:xfrm>
            <a:off x="5488857" y="3789837"/>
            <a:ext cx="2408876" cy="2408876"/>
          </a:xfrm>
          <a:prstGeom prst="ellipse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6" name="Rectangle: Rounded Corners 11">
            <a:extLst>
              <a:ext uri="{FF2B5EF4-FFF2-40B4-BE49-F238E27FC236}">
                <a16:creationId xmlns:a16="http://schemas.microsoft.com/office/drawing/2014/main" id="{B4888BF6-6D83-B35F-7CB4-457FD9697BE0}"/>
              </a:ext>
            </a:extLst>
          </p:cNvPr>
          <p:cNvSpPr/>
          <p:nvPr userDrawn="1"/>
        </p:nvSpPr>
        <p:spPr>
          <a:xfrm>
            <a:off x="914399" y="5340109"/>
            <a:ext cx="1725959" cy="3965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>
                <a:solidFill>
                  <a:schemeClr val="bg1"/>
                </a:solidFill>
              </a:rPr>
              <a:t>Iniciar</a:t>
            </a:r>
            <a:r>
              <a:rPr lang="en-US" sz="1100">
                <a:solidFill>
                  <a:schemeClr val="bg1"/>
                </a:solidFill>
              </a:rPr>
              <a:t> </a:t>
            </a:r>
            <a:r>
              <a:rPr lang="en-US" sz="1100" err="1">
                <a:solidFill>
                  <a:schemeClr val="bg1"/>
                </a:solidFill>
              </a:rPr>
              <a:t>Apresentação</a:t>
            </a:r>
            <a:endParaRPr lang="en-ID" sz="1100">
              <a:solidFill>
                <a:schemeClr val="bg1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05B3D1A-3A4F-B238-C7BC-7500DE1242CE}"/>
              </a:ext>
            </a:extLst>
          </p:cNvPr>
          <p:cNvSpPr txBox="1"/>
          <p:nvPr userDrawn="1"/>
        </p:nvSpPr>
        <p:spPr>
          <a:xfrm>
            <a:off x="6253141" y="5257463"/>
            <a:ext cx="61446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90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5D50FE14-E076-3357-CEA4-12B561EB19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585919" y="-127586"/>
            <a:ext cx="1577057" cy="1853043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1C9F4191-FA1B-FB73-7396-0C61ECE184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EE2D293-C725-44C2-AFD6-EFB0838DCB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53140" y="1868099"/>
            <a:ext cx="6194383" cy="3861697"/>
          </a:xfrm>
          <a:custGeom>
            <a:avLst/>
            <a:gdLst>
              <a:gd name="connsiteX0" fmla="*/ 252663 w 5011761"/>
              <a:gd name="connsiteY0" fmla="*/ 0 h 3670300"/>
              <a:gd name="connsiteX1" fmla="*/ 4759098 w 5011761"/>
              <a:gd name="connsiteY1" fmla="*/ 0 h 3670300"/>
              <a:gd name="connsiteX2" fmla="*/ 5011761 w 5011761"/>
              <a:gd name="connsiteY2" fmla="*/ 252663 h 3670300"/>
              <a:gd name="connsiteX3" fmla="*/ 5011761 w 5011761"/>
              <a:gd name="connsiteY3" fmla="*/ 3417637 h 3670300"/>
              <a:gd name="connsiteX4" fmla="*/ 4759098 w 5011761"/>
              <a:gd name="connsiteY4" fmla="*/ 3670300 h 3670300"/>
              <a:gd name="connsiteX5" fmla="*/ 252663 w 5011761"/>
              <a:gd name="connsiteY5" fmla="*/ 3670300 h 3670300"/>
              <a:gd name="connsiteX6" fmla="*/ 0 w 5011761"/>
              <a:gd name="connsiteY6" fmla="*/ 3417637 h 3670300"/>
              <a:gd name="connsiteX7" fmla="*/ 0 w 5011761"/>
              <a:gd name="connsiteY7" fmla="*/ 252663 h 3670300"/>
              <a:gd name="connsiteX8" fmla="*/ 252663 w 5011761"/>
              <a:gd name="connsiteY8" fmla="*/ 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11761" h="3670300">
                <a:moveTo>
                  <a:pt x="252663" y="0"/>
                </a:moveTo>
                <a:lnTo>
                  <a:pt x="4759098" y="0"/>
                </a:lnTo>
                <a:cubicBezTo>
                  <a:pt x="4898640" y="0"/>
                  <a:pt x="5011761" y="113121"/>
                  <a:pt x="5011761" y="252663"/>
                </a:cubicBezTo>
                <a:lnTo>
                  <a:pt x="5011761" y="3417637"/>
                </a:lnTo>
                <a:cubicBezTo>
                  <a:pt x="5011761" y="3557179"/>
                  <a:pt x="4898640" y="3670300"/>
                  <a:pt x="4759098" y="3670300"/>
                </a:cubicBezTo>
                <a:lnTo>
                  <a:pt x="252663" y="3670300"/>
                </a:lnTo>
                <a:cubicBezTo>
                  <a:pt x="113121" y="3670300"/>
                  <a:pt x="0" y="3557179"/>
                  <a:pt x="0" y="3417637"/>
                </a:cubicBezTo>
                <a:lnTo>
                  <a:pt x="0" y="252663"/>
                </a:lnTo>
                <a:cubicBezTo>
                  <a:pt x="0" y="113121"/>
                  <a:pt x="113121" y="0"/>
                  <a:pt x="25266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1E9F4175-2390-A860-5E40-EC371CBFF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90738"/>
            <a:ext cx="4180299" cy="1281113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lang="pt-BR" sz="5400" b="1" i="0" u="none" strike="noStrike" cap="none" spc="-100" baseline="0" smtClean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BFE60DE9-FE1D-4AB9-A804-328587DBA3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399" y="4268788"/>
            <a:ext cx="3302001" cy="725487"/>
          </a:xfrm>
        </p:spPr>
        <p:txBody>
          <a:bodyPr>
            <a:noAutofit/>
          </a:bodyPr>
          <a:lstStyle>
            <a:lvl1pPr marR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baseline="0" dirty="0">
                <a:solidFill>
                  <a:schemeClr val="bg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8" name="Espaço Reservado para Imagem 17">
            <a:extLst>
              <a:ext uri="{FF2B5EF4-FFF2-40B4-BE49-F238E27FC236}">
                <a16:creationId xmlns:a16="http://schemas.microsoft.com/office/drawing/2014/main" id="{5F9FC45B-C121-09B4-0303-93E71801124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535652" y="323890"/>
            <a:ext cx="1630143" cy="1816276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BR"/>
              <a:t>Grafismo (opcional)</a:t>
            </a:r>
          </a:p>
        </p:txBody>
      </p:sp>
    </p:spTree>
    <p:extLst>
      <p:ext uri="{BB962C8B-B14F-4D97-AF65-F5344CB8AC3E}">
        <p14:creationId xmlns:p14="http://schemas.microsoft.com/office/powerpoint/2010/main" val="7178725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63E891D6-3C9E-6CA7-58C5-A99C0C4D22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58099" y="274462"/>
            <a:ext cx="1577057" cy="185304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827399-D6D9-8189-3904-36F5D8797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38195"/>
            <a:ext cx="5067300" cy="1326091"/>
          </a:xfrm>
          <a:prstGeom prst="rect">
            <a:avLst/>
          </a:prstGeom>
        </p:spPr>
        <p:txBody>
          <a:bodyPr>
            <a:noAutofit/>
          </a:bodyPr>
          <a:lstStyle>
            <a:lvl1pPr marR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4800" b="1" i="0" u="none" strike="noStrike" cap="none" spc="-100" baseline="0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53DD9C0-0B7B-4802-9204-0F90379C05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30111" y="1170710"/>
            <a:ext cx="4516582" cy="4516582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333"/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3DA375F6-7AA0-AEC1-BC95-CE2BAFBDE8A2}"/>
              </a:ext>
            </a:extLst>
          </p:cNvPr>
          <p:cNvSpPr/>
          <p:nvPr userDrawn="1"/>
        </p:nvSpPr>
        <p:spPr>
          <a:xfrm>
            <a:off x="6114793" y="1078111"/>
            <a:ext cx="4747217" cy="4747217"/>
          </a:xfrm>
          <a:prstGeom prst="ellipse">
            <a:avLst/>
          </a:prstGeom>
          <a:noFill/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264327539">
                  <a:custGeom>
                    <a:avLst/>
                    <a:gdLst>
                      <a:gd name="connsiteX0" fmla="*/ 0 w 4747217"/>
                      <a:gd name="connsiteY0" fmla="*/ 2373609 h 4747217"/>
                      <a:gd name="connsiteX1" fmla="*/ 2373609 w 4747217"/>
                      <a:gd name="connsiteY1" fmla="*/ 0 h 4747217"/>
                      <a:gd name="connsiteX2" fmla="*/ 4747218 w 4747217"/>
                      <a:gd name="connsiteY2" fmla="*/ 2373609 h 4747217"/>
                      <a:gd name="connsiteX3" fmla="*/ 2373609 w 4747217"/>
                      <a:gd name="connsiteY3" fmla="*/ 4747218 h 4747217"/>
                      <a:gd name="connsiteX4" fmla="*/ 0 w 4747217"/>
                      <a:gd name="connsiteY4" fmla="*/ 2373609 h 4747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747217" h="4747217" extrusionOk="0">
                        <a:moveTo>
                          <a:pt x="0" y="2373609"/>
                        </a:moveTo>
                        <a:cubicBezTo>
                          <a:pt x="-47287" y="930507"/>
                          <a:pt x="1050209" y="-151600"/>
                          <a:pt x="2373609" y="0"/>
                        </a:cubicBezTo>
                        <a:cubicBezTo>
                          <a:pt x="3459270" y="-54555"/>
                          <a:pt x="4685701" y="1074288"/>
                          <a:pt x="4747218" y="2373609"/>
                        </a:cubicBezTo>
                        <a:cubicBezTo>
                          <a:pt x="4844760" y="3890868"/>
                          <a:pt x="3836141" y="4684234"/>
                          <a:pt x="2373609" y="4747218"/>
                        </a:cubicBezTo>
                        <a:cubicBezTo>
                          <a:pt x="1311770" y="4759003"/>
                          <a:pt x="3635" y="3726051"/>
                          <a:pt x="0" y="237360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33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F3284FE4-4CFB-8D54-E3D2-F2EE05FC53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386" y="1200983"/>
            <a:ext cx="1412714" cy="829797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E1E74A66-AB3B-0B9D-E917-184B6A4C99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85919" y="-473413"/>
            <a:ext cx="1577057" cy="1853043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40E63747-3802-E5CE-C8ED-52D01051B737}"/>
              </a:ext>
            </a:extLst>
          </p:cNvPr>
          <p:cNvSpPr txBox="1">
            <a:spLocks/>
          </p:cNvSpPr>
          <p:nvPr userDrawn="1"/>
        </p:nvSpPr>
        <p:spPr>
          <a:xfrm>
            <a:off x="914400" y="4763247"/>
            <a:ext cx="5067300" cy="13260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R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4800" b="1" i="0" u="none" strike="noStrike" kern="1200" cap="none" spc="-40" baseline="0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endParaRPr lang="pt-BR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6AB1257F-413F-25D8-39C5-3FCF673DA0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4268788"/>
            <a:ext cx="5067300" cy="261937"/>
          </a:xfrm>
        </p:spPr>
        <p:txBody>
          <a:bodyPr>
            <a:noAutofit/>
          </a:bodyPr>
          <a:lstStyle>
            <a:lvl1pPr marR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>
                <a:srgbClr val="000000"/>
              </a:buClr>
              <a:buFont typeface="Arial"/>
              <a:buNone/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>
                <a:srgbClr val="000000"/>
              </a:buClr>
              <a:buFont typeface="Arial"/>
              <a:buNone/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2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1E35B455-200F-4413-6A26-E292AAB88A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0751250" y="5199385"/>
            <a:ext cx="953097" cy="95309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825313D-A284-DF6E-CA0F-9FEA8047887C}"/>
              </a:ext>
            </a:extLst>
          </p:cNvPr>
          <p:cNvSpPr/>
          <p:nvPr userDrawn="1"/>
        </p:nvSpPr>
        <p:spPr>
          <a:xfrm>
            <a:off x="914399" y="5094580"/>
            <a:ext cx="1725959" cy="3965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>
                <a:solidFill>
                  <a:schemeClr val="bg1"/>
                </a:solidFill>
              </a:rPr>
              <a:t>Iniciar</a:t>
            </a:r>
            <a:r>
              <a:rPr lang="en-US" sz="1100">
                <a:solidFill>
                  <a:schemeClr val="bg1"/>
                </a:solidFill>
              </a:rPr>
              <a:t> </a:t>
            </a:r>
            <a:r>
              <a:rPr lang="en-US" sz="1100" err="1">
                <a:solidFill>
                  <a:schemeClr val="bg1"/>
                </a:solidFill>
              </a:rPr>
              <a:t>Apresentação</a:t>
            </a:r>
            <a:endParaRPr lang="en-ID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96489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3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63E891D6-3C9E-6CA7-58C5-A99C0C4D22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58099" y="274462"/>
            <a:ext cx="1577057" cy="185304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827399-D6D9-8189-3904-36F5D8797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38195"/>
            <a:ext cx="5067300" cy="1326091"/>
          </a:xfrm>
          <a:prstGeom prst="rect">
            <a:avLst/>
          </a:prstGeom>
        </p:spPr>
        <p:txBody>
          <a:bodyPr>
            <a:noAutofit/>
          </a:bodyPr>
          <a:lstStyle>
            <a:lvl1pPr marR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4800" b="1" i="0" u="none" strike="noStrike" cap="none" spc="-100" baseline="0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53DD9C0-0B7B-4802-9204-0F90379C05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30111" y="1170710"/>
            <a:ext cx="4516582" cy="4516582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333"/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3DA375F6-7AA0-AEC1-BC95-CE2BAFBDE8A2}"/>
              </a:ext>
            </a:extLst>
          </p:cNvPr>
          <p:cNvSpPr/>
          <p:nvPr userDrawn="1"/>
        </p:nvSpPr>
        <p:spPr>
          <a:xfrm>
            <a:off x="6114793" y="1078111"/>
            <a:ext cx="4747217" cy="4747217"/>
          </a:xfrm>
          <a:prstGeom prst="ellipse">
            <a:avLst/>
          </a:prstGeom>
          <a:noFill/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264327539">
                  <a:custGeom>
                    <a:avLst/>
                    <a:gdLst>
                      <a:gd name="connsiteX0" fmla="*/ 0 w 4747217"/>
                      <a:gd name="connsiteY0" fmla="*/ 2373609 h 4747217"/>
                      <a:gd name="connsiteX1" fmla="*/ 2373609 w 4747217"/>
                      <a:gd name="connsiteY1" fmla="*/ 0 h 4747217"/>
                      <a:gd name="connsiteX2" fmla="*/ 4747218 w 4747217"/>
                      <a:gd name="connsiteY2" fmla="*/ 2373609 h 4747217"/>
                      <a:gd name="connsiteX3" fmla="*/ 2373609 w 4747217"/>
                      <a:gd name="connsiteY3" fmla="*/ 4747218 h 4747217"/>
                      <a:gd name="connsiteX4" fmla="*/ 0 w 4747217"/>
                      <a:gd name="connsiteY4" fmla="*/ 2373609 h 4747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747217" h="4747217" extrusionOk="0">
                        <a:moveTo>
                          <a:pt x="0" y="2373609"/>
                        </a:moveTo>
                        <a:cubicBezTo>
                          <a:pt x="-47287" y="930507"/>
                          <a:pt x="1050209" y="-151600"/>
                          <a:pt x="2373609" y="0"/>
                        </a:cubicBezTo>
                        <a:cubicBezTo>
                          <a:pt x="3459270" y="-54555"/>
                          <a:pt x="4685701" y="1074288"/>
                          <a:pt x="4747218" y="2373609"/>
                        </a:cubicBezTo>
                        <a:cubicBezTo>
                          <a:pt x="4844760" y="3890868"/>
                          <a:pt x="3836141" y="4684234"/>
                          <a:pt x="2373609" y="4747218"/>
                        </a:cubicBezTo>
                        <a:cubicBezTo>
                          <a:pt x="1311770" y="4759003"/>
                          <a:pt x="3635" y="3726051"/>
                          <a:pt x="0" y="237360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33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F3284FE4-4CFB-8D54-E3D2-F2EE05FC53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386" y="1200983"/>
            <a:ext cx="1412714" cy="829797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E1E74A66-AB3B-0B9D-E917-184B6A4C99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85919" y="-473413"/>
            <a:ext cx="1577057" cy="1853043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40E63747-3802-E5CE-C8ED-52D01051B737}"/>
              </a:ext>
            </a:extLst>
          </p:cNvPr>
          <p:cNvSpPr txBox="1">
            <a:spLocks/>
          </p:cNvSpPr>
          <p:nvPr userDrawn="1"/>
        </p:nvSpPr>
        <p:spPr>
          <a:xfrm>
            <a:off x="914400" y="4763247"/>
            <a:ext cx="5067300" cy="13260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R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4800" b="1" i="0" u="none" strike="noStrike" kern="1200" cap="none" spc="-40" baseline="0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endParaRPr lang="pt-BR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6AB1257F-413F-25D8-39C5-3FCF673DA0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4268788"/>
            <a:ext cx="5067300" cy="261937"/>
          </a:xfrm>
        </p:spPr>
        <p:txBody>
          <a:bodyPr>
            <a:noAutofit/>
          </a:bodyPr>
          <a:lstStyle>
            <a:lvl1pPr marR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>
                <a:srgbClr val="000000"/>
              </a:buClr>
              <a:buFont typeface="Arial"/>
              <a:buNone/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>
                <a:srgbClr val="000000"/>
              </a:buClr>
              <a:buFont typeface="Arial"/>
              <a:buNone/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2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1E35B455-200F-4413-6A26-E292AAB88A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0751250" y="5199385"/>
            <a:ext cx="953097" cy="95309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825313D-A284-DF6E-CA0F-9FEA8047887C}"/>
              </a:ext>
            </a:extLst>
          </p:cNvPr>
          <p:cNvSpPr/>
          <p:nvPr userDrawn="1"/>
        </p:nvSpPr>
        <p:spPr>
          <a:xfrm>
            <a:off x="914399" y="5094580"/>
            <a:ext cx="1725959" cy="3965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>
                <a:solidFill>
                  <a:schemeClr val="bg1"/>
                </a:solidFill>
              </a:rPr>
              <a:t>Iniciar</a:t>
            </a:r>
            <a:r>
              <a:rPr lang="en-US" sz="1100">
                <a:solidFill>
                  <a:schemeClr val="bg1"/>
                </a:solidFill>
              </a:rPr>
              <a:t> </a:t>
            </a:r>
            <a:r>
              <a:rPr lang="en-US" sz="1100" err="1">
                <a:solidFill>
                  <a:schemeClr val="bg1"/>
                </a:solidFill>
              </a:rPr>
              <a:t>Apresentação</a:t>
            </a:r>
            <a:endParaRPr lang="en-ID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096234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3 #azu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63E891D6-3C9E-6CA7-58C5-A99C0C4D22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58099" y="274462"/>
            <a:ext cx="1577057" cy="185304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827399-D6D9-8189-3904-36F5D8797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38195"/>
            <a:ext cx="5067300" cy="1326091"/>
          </a:xfrm>
          <a:prstGeom prst="rect">
            <a:avLst/>
          </a:prstGeom>
        </p:spPr>
        <p:txBody>
          <a:bodyPr>
            <a:noAutofit/>
          </a:bodyPr>
          <a:lstStyle>
            <a:lvl1pPr marR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4800" b="1" i="0" u="none" strike="noStrike" cap="none" spc="-100" baseline="0" dirty="0">
                <a:solidFill>
                  <a:schemeClr val="accent2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53DD9C0-0B7B-4802-9204-0F90379C05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30111" y="1170710"/>
            <a:ext cx="4516582" cy="4516582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333"/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3DA375F6-7AA0-AEC1-BC95-CE2BAFBDE8A2}"/>
              </a:ext>
            </a:extLst>
          </p:cNvPr>
          <p:cNvSpPr/>
          <p:nvPr userDrawn="1"/>
        </p:nvSpPr>
        <p:spPr>
          <a:xfrm>
            <a:off x="6114793" y="1078111"/>
            <a:ext cx="4747217" cy="4747217"/>
          </a:xfrm>
          <a:prstGeom prst="ellipse">
            <a:avLst/>
          </a:prstGeom>
          <a:noFill/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264327539">
                  <a:custGeom>
                    <a:avLst/>
                    <a:gdLst>
                      <a:gd name="connsiteX0" fmla="*/ 0 w 4747217"/>
                      <a:gd name="connsiteY0" fmla="*/ 2373609 h 4747217"/>
                      <a:gd name="connsiteX1" fmla="*/ 2373609 w 4747217"/>
                      <a:gd name="connsiteY1" fmla="*/ 0 h 4747217"/>
                      <a:gd name="connsiteX2" fmla="*/ 4747218 w 4747217"/>
                      <a:gd name="connsiteY2" fmla="*/ 2373609 h 4747217"/>
                      <a:gd name="connsiteX3" fmla="*/ 2373609 w 4747217"/>
                      <a:gd name="connsiteY3" fmla="*/ 4747218 h 4747217"/>
                      <a:gd name="connsiteX4" fmla="*/ 0 w 4747217"/>
                      <a:gd name="connsiteY4" fmla="*/ 2373609 h 4747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747217" h="4747217" extrusionOk="0">
                        <a:moveTo>
                          <a:pt x="0" y="2373609"/>
                        </a:moveTo>
                        <a:cubicBezTo>
                          <a:pt x="-47287" y="930507"/>
                          <a:pt x="1050209" y="-151600"/>
                          <a:pt x="2373609" y="0"/>
                        </a:cubicBezTo>
                        <a:cubicBezTo>
                          <a:pt x="3459270" y="-54555"/>
                          <a:pt x="4685701" y="1074288"/>
                          <a:pt x="4747218" y="2373609"/>
                        </a:cubicBezTo>
                        <a:cubicBezTo>
                          <a:pt x="4844760" y="3890868"/>
                          <a:pt x="3836141" y="4684234"/>
                          <a:pt x="2373609" y="4747218"/>
                        </a:cubicBezTo>
                        <a:cubicBezTo>
                          <a:pt x="1311770" y="4759003"/>
                          <a:pt x="3635" y="3726051"/>
                          <a:pt x="0" y="237360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33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F3284FE4-4CFB-8D54-E3D2-F2EE05FC53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386" y="1200983"/>
            <a:ext cx="1412714" cy="829797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E1E74A66-AB3B-0B9D-E917-184B6A4C99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85919" y="-473413"/>
            <a:ext cx="1577057" cy="1853043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40E63747-3802-E5CE-C8ED-52D01051B737}"/>
              </a:ext>
            </a:extLst>
          </p:cNvPr>
          <p:cNvSpPr txBox="1">
            <a:spLocks/>
          </p:cNvSpPr>
          <p:nvPr userDrawn="1"/>
        </p:nvSpPr>
        <p:spPr>
          <a:xfrm>
            <a:off x="914400" y="4763247"/>
            <a:ext cx="5067300" cy="13260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R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4800" b="1" i="0" u="none" strike="noStrike" kern="1200" cap="none" spc="-40" baseline="0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endParaRPr lang="pt-BR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6AB1257F-413F-25D8-39C5-3FCF673DA0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4268788"/>
            <a:ext cx="5067300" cy="261937"/>
          </a:xfrm>
        </p:spPr>
        <p:txBody>
          <a:bodyPr>
            <a:noAutofit/>
          </a:bodyPr>
          <a:lstStyle>
            <a:lvl1pPr marR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>
                <a:srgbClr val="000000"/>
              </a:buClr>
              <a:buFont typeface="Arial"/>
              <a:buNone/>
              <a:defRPr lang="pt-BR" sz="1100" b="0" i="0" u="none" strike="noStrike" kern="1200" cap="all" spc="1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>
                <a:srgbClr val="000000"/>
              </a:buClr>
              <a:buFont typeface="Arial"/>
              <a:buNone/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2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1E35B455-200F-4413-6A26-E292AAB88A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0751250" y="5199385"/>
            <a:ext cx="953097" cy="95309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825313D-A284-DF6E-CA0F-9FEA8047887C}"/>
              </a:ext>
            </a:extLst>
          </p:cNvPr>
          <p:cNvSpPr/>
          <p:nvPr userDrawn="1"/>
        </p:nvSpPr>
        <p:spPr>
          <a:xfrm>
            <a:off x="914399" y="5094580"/>
            <a:ext cx="1725959" cy="39658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>
                <a:solidFill>
                  <a:schemeClr val="bg1"/>
                </a:solidFill>
              </a:rPr>
              <a:t>Iniciar</a:t>
            </a:r>
            <a:r>
              <a:rPr lang="en-US" sz="1100">
                <a:solidFill>
                  <a:schemeClr val="bg1"/>
                </a:solidFill>
              </a:rPr>
              <a:t> </a:t>
            </a:r>
            <a:r>
              <a:rPr lang="en-US" sz="1100" err="1">
                <a:solidFill>
                  <a:schemeClr val="bg1"/>
                </a:solidFill>
              </a:rPr>
              <a:t>Apresentação</a:t>
            </a:r>
            <a:endParaRPr lang="en-ID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72887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3 #vermelh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63E891D6-3C9E-6CA7-58C5-A99C0C4D22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58099" y="274462"/>
            <a:ext cx="1577057" cy="185304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827399-D6D9-8189-3904-36F5D8797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38195"/>
            <a:ext cx="5067300" cy="1326091"/>
          </a:xfrm>
          <a:prstGeom prst="rect">
            <a:avLst/>
          </a:prstGeom>
        </p:spPr>
        <p:txBody>
          <a:bodyPr>
            <a:noAutofit/>
          </a:bodyPr>
          <a:lstStyle>
            <a:lvl1pPr marR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4800" b="1" i="0" u="none" strike="noStrike" cap="none" spc="-100" baseline="0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53DD9C0-0B7B-4802-9204-0F90379C05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30111" y="1170710"/>
            <a:ext cx="4516582" cy="4516582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333"/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3DA375F6-7AA0-AEC1-BC95-CE2BAFBDE8A2}"/>
              </a:ext>
            </a:extLst>
          </p:cNvPr>
          <p:cNvSpPr/>
          <p:nvPr userDrawn="1"/>
        </p:nvSpPr>
        <p:spPr>
          <a:xfrm>
            <a:off x="6114793" y="1078111"/>
            <a:ext cx="4747217" cy="4747217"/>
          </a:xfrm>
          <a:prstGeom prst="ellipse">
            <a:avLst/>
          </a:prstGeom>
          <a:noFill/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264327539">
                  <a:custGeom>
                    <a:avLst/>
                    <a:gdLst>
                      <a:gd name="connsiteX0" fmla="*/ 0 w 4747217"/>
                      <a:gd name="connsiteY0" fmla="*/ 2373609 h 4747217"/>
                      <a:gd name="connsiteX1" fmla="*/ 2373609 w 4747217"/>
                      <a:gd name="connsiteY1" fmla="*/ 0 h 4747217"/>
                      <a:gd name="connsiteX2" fmla="*/ 4747218 w 4747217"/>
                      <a:gd name="connsiteY2" fmla="*/ 2373609 h 4747217"/>
                      <a:gd name="connsiteX3" fmla="*/ 2373609 w 4747217"/>
                      <a:gd name="connsiteY3" fmla="*/ 4747218 h 4747217"/>
                      <a:gd name="connsiteX4" fmla="*/ 0 w 4747217"/>
                      <a:gd name="connsiteY4" fmla="*/ 2373609 h 4747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747217" h="4747217" extrusionOk="0">
                        <a:moveTo>
                          <a:pt x="0" y="2373609"/>
                        </a:moveTo>
                        <a:cubicBezTo>
                          <a:pt x="-47287" y="930507"/>
                          <a:pt x="1050209" y="-151600"/>
                          <a:pt x="2373609" y="0"/>
                        </a:cubicBezTo>
                        <a:cubicBezTo>
                          <a:pt x="3459270" y="-54555"/>
                          <a:pt x="4685701" y="1074288"/>
                          <a:pt x="4747218" y="2373609"/>
                        </a:cubicBezTo>
                        <a:cubicBezTo>
                          <a:pt x="4844760" y="3890868"/>
                          <a:pt x="3836141" y="4684234"/>
                          <a:pt x="2373609" y="4747218"/>
                        </a:cubicBezTo>
                        <a:cubicBezTo>
                          <a:pt x="1311770" y="4759003"/>
                          <a:pt x="3635" y="3726051"/>
                          <a:pt x="0" y="237360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33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F3284FE4-4CFB-8D54-E3D2-F2EE05FC53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386" y="1200983"/>
            <a:ext cx="1412714" cy="829797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E1E74A66-AB3B-0B9D-E917-184B6A4C99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85919" y="-473413"/>
            <a:ext cx="1577057" cy="1853043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40E63747-3802-E5CE-C8ED-52D01051B737}"/>
              </a:ext>
            </a:extLst>
          </p:cNvPr>
          <p:cNvSpPr txBox="1">
            <a:spLocks/>
          </p:cNvSpPr>
          <p:nvPr userDrawn="1"/>
        </p:nvSpPr>
        <p:spPr>
          <a:xfrm>
            <a:off x="914400" y="4763247"/>
            <a:ext cx="5067300" cy="13260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R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4800" b="1" i="0" u="none" strike="noStrike" kern="1200" cap="none" spc="-40" baseline="0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endParaRPr lang="pt-BR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6AB1257F-413F-25D8-39C5-3FCF673DA0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4268788"/>
            <a:ext cx="5067300" cy="261937"/>
          </a:xfrm>
        </p:spPr>
        <p:txBody>
          <a:bodyPr>
            <a:noAutofit/>
          </a:bodyPr>
          <a:lstStyle>
            <a:lvl1pPr marR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>
                <a:srgbClr val="000000"/>
              </a:buClr>
              <a:buFont typeface="Arial"/>
              <a:buNone/>
              <a:defRPr lang="pt-BR" sz="1100" b="0" i="0" u="none" strike="noStrike" kern="1200" cap="all" spc="1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>
                <a:srgbClr val="000000"/>
              </a:buClr>
              <a:buFont typeface="Arial"/>
              <a:buNone/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2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1E35B455-200F-4413-6A26-E292AAB88A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0751250" y="5199385"/>
            <a:ext cx="953097" cy="95309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825313D-A284-DF6E-CA0F-9FEA8047887C}"/>
              </a:ext>
            </a:extLst>
          </p:cNvPr>
          <p:cNvSpPr/>
          <p:nvPr userDrawn="1"/>
        </p:nvSpPr>
        <p:spPr>
          <a:xfrm>
            <a:off x="914399" y="5094580"/>
            <a:ext cx="1725959" cy="3965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>
                <a:solidFill>
                  <a:schemeClr val="bg1"/>
                </a:solidFill>
              </a:rPr>
              <a:t>Iniciar</a:t>
            </a:r>
            <a:r>
              <a:rPr lang="en-US" sz="1100">
                <a:solidFill>
                  <a:schemeClr val="bg1"/>
                </a:solidFill>
              </a:rPr>
              <a:t> </a:t>
            </a:r>
            <a:r>
              <a:rPr lang="en-US" sz="1100" err="1">
                <a:solidFill>
                  <a:schemeClr val="bg1"/>
                </a:solidFill>
              </a:rPr>
              <a:t>Apresentação</a:t>
            </a:r>
            <a:endParaRPr lang="en-ID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33593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Imagem 19">
            <a:extLst>
              <a:ext uri="{FF2B5EF4-FFF2-40B4-BE49-F238E27FC236}">
                <a16:creationId xmlns:a16="http://schemas.microsoft.com/office/drawing/2014/main" id="{F9F2879B-1708-B68F-540E-494C085AD7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28390" y="1527646"/>
            <a:ext cx="4170660" cy="4170660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647610-F492-48EE-CCB8-AD39FEEDC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2816225"/>
            <a:ext cx="5067300" cy="1281113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lang="pt-BR" sz="4800" b="1" i="0" u="none" strike="noStrike" cap="none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AD957BC-C55B-0228-16B7-203A598615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6350"/>
            <a:ext cx="2667000" cy="365125"/>
          </a:xfrm>
          <a:prstGeom prst="rect">
            <a:avLst/>
          </a:prstGeom>
        </p:spPr>
        <p:txBody>
          <a:bodyPr/>
          <a:lstStyle/>
          <a:p>
            <a:fld id="{3E6DD1D3-15F5-4616-A348-AC448C8A14AB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4899489-77E4-8AF7-E1D1-B8CA56026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9760599-4CA6-3D27-2B73-A6CBCEE6E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667000" cy="365125"/>
          </a:xfrm>
          <a:prstGeom prst="rect">
            <a:avLst/>
          </a:prstGeom>
        </p:spPr>
        <p:txBody>
          <a:bodyPr/>
          <a:lstStyle/>
          <a:p>
            <a:fld id="{F43D91A0-3E8E-4090-8D40-C0F9E742A5CB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Círculo (Outline Foto)">
            <a:extLst>
              <a:ext uri="{FF2B5EF4-FFF2-40B4-BE49-F238E27FC236}">
                <a16:creationId xmlns:a16="http://schemas.microsoft.com/office/drawing/2014/main" id="{DEE7ED6F-280B-4BC1-CF9E-415E582F157A}"/>
              </a:ext>
            </a:extLst>
          </p:cNvPr>
          <p:cNvSpPr/>
          <p:nvPr userDrawn="1"/>
        </p:nvSpPr>
        <p:spPr>
          <a:xfrm>
            <a:off x="805218" y="1404474"/>
            <a:ext cx="4417004" cy="4417004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33"/>
          </a:p>
        </p:txBody>
      </p:sp>
      <p:pic>
        <p:nvPicPr>
          <p:cNvPr id="10" name="Grafismo - Círculos">
            <a:extLst>
              <a:ext uri="{FF2B5EF4-FFF2-40B4-BE49-F238E27FC236}">
                <a16:creationId xmlns:a16="http://schemas.microsoft.com/office/drawing/2014/main" id="{B7C94C14-8C01-C13E-14B6-1ECF9CC706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35889" y="274462"/>
            <a:ext cx="1837252" cy="2158772"/>
          </a:xfrm>
          <a:prstGeom prst="rect">
            <a:avLst/>
          </a:prstGeom>
        </p:spPr>
      </p:pic>
      <p:grpSp>
        <p:nvGrpSpPr>
          <p:cNvPr id="12" name="Grafismo - Topografia">
            <a:extLst>
              <a:ext uri="{FF2B5EF4-FFF2-40B4-BE49-F238E27FC236}">
                <a16:creationId xmlns:a16="http://schemas.microsoft.com/office/drawing/2014/main" id="{7CCC5CB8-61CD-43A9-DF2F-4F45D1B21138}"/>
              </a:ext>
            </a:extLst>
          </p:cNvPr>
          <p:cNvGrpSpPr/>
          <p:nvPr userDrawn="1"/>
        </p:nvGrpSpPr>
        <p:grpSpPr>
          <a:xfrm rot="10800000">
            <a:off x="161924" y="6509730"/>
            <a:ext cx="12030075" cy="475316"/>
            <a:chOff x="0" y="6347706"/>
            <a:chExt cx="11687627" cy="461786"/>
          </a:xfrm>
        </p:grpSpPr>
        <p:pic>
          <p:nvPicPr>
            <p:cNvPr id="13" name="Google Shape;108;p2">
              <a:extLst>
                <a:ext uri="{FF2B5EF4-FFF2-40B4-BE49-F238E27FC236}">
                  <a16:creationId xmlns:a16="http://schemas.microsoft.com/office/drawing/2014/main" id="{60B6082C-721D-B164-36FA-60EC2677FB6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61474"/>
            <a:stretch/>
          </p:blipFill>
          <p:spPr>
            <a:xfrm>
              <a:off x="0" y="6347706"/>
              <a:ext cx="5849257" cy="4617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09;p2">
              <a:extLst>
                <a:ext uri="{FF2B5EF4-FFF2-40B4-BE49-F238E27FC236}">
                  <a16:creationId xmlns:a16="http://schemas.microsoft.com/office/drawing/2014/main" id="{780DA761-98CD-4A24-6B8B-363BFEA33EE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61474"/>
            <a:stretch/>
          </p:blipFill>
          <p:spPr>
            <a:xfrm>
              <a:off x="5838371" y="6347706"/>
              <a:ext cx="5849257" cy="46178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" name="Logo">
            <a:extLst>
              <a:ext uri="{FF2B5EF4-FFF2-40B4-BE49-F238E27FC236}">
                <a16:creationId xmlns:a16="http://schemas.microsoft.com/office/drawing/2014/main" id="{1A7D77B8-D82B-EE46-59A3-B08122B3BB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4286" y="1200983"/>
            <a:ext cx="1412714" cy="829797"/>
          </a:xfrm>
          <a:prstGeom prst="rect">
            <a:avLst/>
          </a:prstGeom>
        </p:spPr>
      </p:pic>
      <p:sp>
        <p:nvSpPr>
          <p:cNvPr id="18" name="Espaço Reservado para Texto 17">
            <a:extLst>
              <a:ext uri="{FF2B5EF4-FFF2-40B4-BE49-F238E27FC236}">
                <a16:creationId xmlns:a16="http://schemas.microsoft.com/office/drawing/2014/main" id="{A590A436-C4FC-90AF-4136-6CB7CD1825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0300" y="4268788"/>
            <a:ext cx="5067300" cy="365125"/>
          </a:xfrm>
        </p:spPr>
        <p:txBody>
          <a:bodyPr>
            <a:normAutofit/>
          </a:bodyPr>
          <a:lstStyle>
            <a:lvl1pPr>
              <a:defRPr lang="pt-BR" sz="1100" b="0" i="0" u="none" strike="noStrike" kern="1200" cap="all" spc="100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00B443F9-E135-FF3E-E804-8FB8BE3E819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400" y="1862138"/>
            <a:ext cx="2419350" cy="2178050"/>
          </a:xfrm>
        </p:spPr>
        <p:txBody>
          <a:bodyPr/>
          <a:lstStyle>
            <a:lvl1pPr algn="ctr">
              <a:defRPr b="0">
                <a:solidFill>
                  <a:schemeClr val="accent2"/>
                </a:solidFill>
              </a:defRPr>
            </a:lvl1pPr>
          </a:lstStyle>
          <a:p>
            <a:r>
              <a:rPr lang="pt-BR"/>
              <a:t>Grafismo </a:t>
            </a:r>
            <a:br>
              <a:rPr lang="pt-BR"/>
            </a:br>
            <a:r>
              <a:rPr lang="pt-BR"/>
              <a:t>(opcional)</a:t>
            </a:r>
          </a:p>
        </p:txBody>
      </p:sp>
      <p:pic>
        <p:nvPicPr>
          <p:cNvPr id="26" name="Gráfico 25">
            <a:extLst>
              <a:ext uri="{FF2B5EF4-FFF2-40B4-BE49-F238E27FC236}">
                <a16:creationId xmlns:a16="http://schemas.microsoft.com/office/drawing/2014/main" id="{F1A091A3-AFD6-49CA-1829-37DA249DD2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585919" y="-483062"/>
            <a:ext cx="1577057" cy="185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32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4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Imagem 19">
            <a:extLst>
              <a:ext uri="{FF2B5EF4-FFF2-40B4-BE49-F238E27FC236}">
                <a16:creationId xmlns:a16="http://schemas.microsoft.com/office/drawing/2014/main" id="{F9F2879B-1708-B68F-540E-494C085AD7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28390" y="1527646"/>
            <a:ext cx="4170660" cy="4170660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647610-F492-48EE-CCB8-AD39FEEDC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2816225"/>
            <a:ext cx="5067300" cy="1281113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lang="pt-BR" sz="4800" b="1" i="0" u="none" strike="noStrike" cap="none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AD957BC-C55B-0228-16B7-203A598615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6350"/>
            <a:ext cx="2667000" cy="365125"/>
          </a:xfrm>
          <a:prstGeom prst="rect">
            <a:avLst/>
          </a:prstGeom>
        </p:spPr>
        <p:txBody>
          <a:bodyPr/>
          <a:lstStyle/>
          <a:p>
            <a:fld id="{3E6DD1D3-15F5-4616-A348-AC448C8A14AB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4899489-77E4-8AF7-E1D1-B8CA56026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9760599-4CA6-3D27-2B73-A6CBCEE6E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667000" cy="365125"/>
          </a:xfrm>
          <a:prstGeom prst="rect">
            <a:avLst/>
          </a:prstGeom>
        </p:spPr>
        <p:txBody>
          <a:bodyPr/>
          <a:lstStyle/>
          <a:p>
            <a:fld id="{F43D91A0-3E8E-4090-8D40-C0F9E742A5CB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Círculo (Outline Foto)">
            <a:extLst>
              <a:ext uri="{FF2B5EF4-FFF2-40B4-BE49-F238E27FC236}">
                <a16:creationId xmlns:a16="http://schemas.microsoft.com/office/drawing/2014/main" id="{DEE7ED6F-280B-4BC1-CF9E-415E582F157A}"/>
              </a:ext>
            </a:extLst>
          </p:cNvPr>
          <p:cNvSpPr/>
          <p:nvPr userDrawn="1"/>
        </p:nvSpPr>
        <p:spPr>
          <a:xfrm>
            <a:off x="805218" y="1404474"/>
            <a:ext cx="4417004" cy="4417004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33"/>
          </a:p>
        </p:txBody>
      </p:sp>
      <p:pic>
        <p:nvPicPr>
          <p:cNvPr id="10" name="Grafismo - Círculos">
            <a:extLst>
              <a:ext uri="{FF2B5EF4-FFF2-40B4-BE49-F238E27FC236}">
                <a16:creationId xmlns:a16="http://schemas.microsoft.com/office/drawing/2014/main" id="{B7C94C14-8C01-C13E-14B6-1ECF9CC706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35889" y="274462"/>
            <a:ext cx="1837252" cy="2158772"/>
          </a:xfrm>
          <a:prstGeom prst="rect">
            <a:avLst/>
          </a:prstGeom>
        </p:spPr>
      </p:pic>
      <p:grpSp>
        <p:nvGrpSpPr>
          <p:cNvPr id="12" name="Grafismo - Topografia">
            <a:extLst>
              <a:ext uri="{FF2B5EF4-FFF2-40B4-BE49-F238E27FC236}">
                <a16:creationId xmlns:a16="http://schemas.microsoft.com/office/drawing/2014/main" id="{7CCC5CB8-61CD-43A9-DF2F-4F45D1B21138}"/>
              </a:ext>
            </a:extLst>
          </p:cNvPr>
          <p:cNvGrpSpPr/>
          <p:nvPr userDrawn="1"/>
        </p:nvGrpSpPr>
        <p:grpSpPr>
          <a:xfrm rot="10800000">
            <a:off x="161924" y="6509730"/>
            <a:ext cx="12030075" cy="475316"/>
            <a:chOff x="0" y="6347706"/>
            <a:chExt cx="11687627" cy="461786"/>
          </a:xfrm>
        </p:grpSpPr>
        <p:pic>
          <p:nvPicPr>
            <p:cNvPr id="13" name="Google Shape;108;p2">
              <a:extLst>
                <a:ext uri="{FF2B5EF4-FFF2-40B4-BE49-F238E27FC236}">
                  <a16:creationId xmlns:a16="http://schemas.microsoft.com/office/drawing/2014/main" id="{60B6082C-721D-B164-36FA-60EC2677FB6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61474"/>
            <a:stretch/>
          </p:blipFill>
          <p:spPr>
            <a:xfrm>
              <a:off x="0" y="6347706"/>
              <a:ext cx="5849257" cy="4617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09;p2">
              <a:extLst>
                <a:ext uri="{FF2B5EF4-FFF2-40B4-BE49-F238E27FC236}">
                  <a16:creationId xmlns:a16="http://schemas.microsoft.com/office/drawing/2014/main" id="{780DA761-98CD-4A24-6B8B-363BFEA33EE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61474"/>
            <a:stretch/>
          </p:blipFill>
          <p:spPr>
            <a:xfrm>
              <a:off x="5838371" y="6347706"/>
              <a:ext cx="5849257" cy="46178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" name="Logo">
            <a:extLst>
              <a:ext uri="{FF2B5EF4-FFF2-40B4-BE49-F238E27FC236}">
                <a16:creationId xmlns:a16="http://schemas.microsoft.com/office/drawing/2014/main" id="{1A7D77B8-D82B-EE46-59A3-B08122B3BB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4286" y="1200983"/>
            <a:ext cx="1412714" cy="829797"/>
          </a:xfrm>
          <a:prstGeom prst="rect">
            <a:avLst/>
          </a:prstGeom>
        </p:spPr>
      </p:pic>
      <p:sp>
        <p:nvSpPr>
          <p:cNvPr id="18" name="Espaço Reservado para Texto 17">
            <a:extLst>
              <a:ext uri="{FF2B5EF4-FFF2-40B4-BE49-F238E27FC236}">
                <a16:creationId xmlns:a16="http://schemas.microsoft.com/office/drawing/2014/main" id="{A590A436-C4FC-90AF-4136-6CB7CD1825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0300" y="4268788"/>
            <a:ext cx="5067300" cy="365125"/>
          </a:xfrm>
        </p:spPr>
        <p:txBody>
          <a:bodyPr>
            <a:normAutofit/>
          </a:bodyPr>
          <a:lstStyle>
            <a:lvl1pPr>
              <a:defRPr lang="pt-BR" sz="1100" b="0" i="0" u="none" strike="noStrike" kern="1200" cap="all" spc="100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00B443F9-E135-FF3E-E804-8FB8BE3E819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400" y="1862138"/>
            <a:ext cx="2419350" cy="2178050"/>
          </a:xfrm>
        </p:spPr>
        <p:txBody>
          <a:bodyPr/>
          <a:lstStyle>
            <a:lvl1pPr algn="ctr">
              <a:defRPr b="0">
                <a:solidFill>
                  <a:schemeClr val="accent2"/>
                </a:solidFill>
              </a:defRPr>
            </a:lvl1pPr>
          </a:lstStyle>
          <a:p>
            <a:r>
              <a:rPr lang="pt-BR"/>
              <a:t>Grafismo </a:t>
            </a:r>
            <a:br>
              <a:rPr lang="pt-BR"/>
            </a:br>
            <a:r>
              <a:rPr lang="pt-BR"/>
              <a:t>(opcional)</a:t>
            </a:r>
          </a:p>
        </p:txBody>
      </p:sp>
      <p:pic>
        <p:nvPicPr>
          <p:cNvPr id="26" name="Gráfico 25">
            <a:extLst>
              <a:ext uri="{FF2B5EF4-FFF2-40B4-BE49-F238E27FC236}">
                <a16:creationId xmlns:a16="http://schemas.microsoft.com/office/drawing/2014/main" id="{F1A091A3-AFD6-49CA-1829-37DA249DD2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585919" y="-483062"/>
            <a:ext cx="1577057" cy="185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530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4 #azu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Imagem 19">
            <a:extLst>
              <a:ext uri="{FF2B5EF4-FFF2-40B4-BE49-F238E27FC236}">
                <a16:creationId xmlns:a16="http://schemas.microsoft.com/office/drawing/2014/main" id="{F9F2879B-1708-B68F-540E-494C085AD7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28390" y="1527646"/>
            <a:ext cx="4170660" cy="4170660"/>
          </a:xfrm>
          <a:prstGeom prst="ellipse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647610-F492-48EE-CCB8-AD39FEEDC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2816225"/>
            <a:ext cx="5067300" cy="1281113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lang="pt-BR" sz="4800" b="1" i="0" u="none" strike="noStrike" cap="none" dirty="0">
                <a:solidFill>
                  <a:schemeClr val="accent2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AD957BC-C55B-0228-16B7-203A598615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6350"/>
            <a:ext cx="2667000" cy="365125"/>
          </a:xfrm>
          <a:prstGeom prst="rect">
            <a:avLst/>
          </a:prstGeom>
        </p:spPr>
        <p:txBody>
          <a:bodyPr/>
          <a:lstStyle/>
          <a:p>
            <a:fld id="{3E6DD1D3-15F5-4616-A348-AC448C8A14AB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4899489-77E4-8AF7-E1D1-B8CA56026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9760599-4CA6-3D27-2B73-A6CBCEE6E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667000" cy="365125"/>
          </a:xfrm>
          <a:prstGeom prst="rect">
            <a:avLst/>
          </a:prstGeom>
        </p:spPr>
        <p:txBody>
          <a:bodyPr/>
          <a:lstStyle/>
          <a:p>
            <a:fld id="{F43D91A0-3E8E-4090-8D40-C0F9E742A5CB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Círculo (Outline Foto)">
            <a:extLst>
              <a:ext uri="{FF2B5EF4-FFF2-40B4-BE49-F238E27FC236}">
                <a16:creationId xmlns:a16="http://schemas.microsoft.com/office/drawing/2014/main" id="{DEE7ED6F-280B-4BC1-CF9E-415E582F157A}"/>
              </a:ext>
            </a:extLst>
          </p:cNvPr>
          <p:cNvSpPr/>
          <p:nvPr userDrawn="1"/>
        </p:nvSpPr>
        <p:spPr>
          <a:xfrm>
            <a:off x="805218" y="1404474"/>
            <a:ext cx="4417004" cy="4417004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33"/>
          </a:p>
        </p:txBody>
      </p:sp>
      <p:pic>
        <p:nvPicPr>
          <p:cNvPr id="10" name="Grafismo - Círculos">
            <a:extLst>
              <a:ext uri="{FF2B5EF4-FFF2-40B4-BE49-F238E27FC236}">
                <a16:creationId xmlns:a16="http://schemas.microsoft.com/office/drawing/2014/main" id="{B7C94C14-8C01-C13E-14B6-1ECF9CC706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35889" y="274462"/>
            <a:ext cx="1837252" cy="2158772"/>
          </a:xfrm>
          <a:prstGeom prst="rect">
            <a:avLst/>
          </a:prstGeom>
        </p:spPr>
      </p:pic>
      <p:grpSp>
        <p:nvGrpSpPr>
          <p:cNvPr id="6" name="Agrupar 5">
            <a:extLst>
              <a:ext uri="{FF2B5EF4-FFF2-40B4-BE49-F238E27FC236}">
                <a16:creationId xmlns:a16="http://schemas.microsoft.com/office/drawing/2014/main" id="{A0F13ABD-3AAC-3CA6-6227-5C3D0783E109}"/>
              </a:ext>
            </a:extLst>
          </p:cNvPr>
          <p:cNvGrpSpPr/>
          <p:nvPr userDrawn="1"/>
        </p:nvGrpSpPr>
        <p:grpSpPr>
          <a:xfrm>
            <a:off x="161923" y="6509730"/>
            <a:ext cx="12030076" cy="475316"/>
            <a:chOff x="161923" y="6509730"/>
            <a:chExt cx="12030076" cy="475316"/>
          </a:xfrm>
        </p:grpSpPr>
        <p:pic>
          <p:nvPicPr>
            <p:cNvPr id="13" name="Google Shape;108;p2">
              <a:extLst>
                <a:ext uri="{FF2B5EF4-FFF2-40B4-BE49-F238E27FC236}">
                  <a16:creationId xmlns:a16="http://schemas.microsoft.com/office/drawing/2014/main" id="{60B6082C-721D-B164-36FA-60EC2677FB6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61474"/>
            <a:stretch/>
          </p:blipFill>
          <p:spPr>
            <a:xfrm rot="10800000">
              <a:off x="6171359" y="6509730"/>
              <a:ext cx="6020640" cy="4753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09;p2">
              <a:extLst>
                <a:ext uri="{FF2B5EF4-FFF2-40B4-BE49-F238E27FC236}">
                  <a16:creationId xmlns:a16="http://schemas.microsoft.com/office/drawing/2014/main" id="{780DA761-98CD-4A24-6B8B-363BFEA33EE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61474"/>
            <a:stretch/>
          </p:blipFill>
          <p:spPr>
            <a:xfrm rot="10800000">
              <a:off x="161923" y="6509730"/>
              <a:ext cx="6020640" cy="4753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" name="Logo">
            <a:extLst>
              <a:ext uri="{FF2B5EF4-FFF2-40B4-BE49-F238E27FC236}">
                <a16:creationId xmlns:a16="http://schemas.microsoft.com/office/drawing/2014/main" id="{1A7D77B8-D82B-EE46-59A3-B08122B3BB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4286" y="1200983"/>
            <a:ext cx="1412714" cy="829797"/>
          </a:xfrm>
          <a:prstGeom prst="rect">
            <a:avLst/>
          </a:prstGeom>
        </p:spPr>
      </p:pic>
      <p:sp>
        <p:nvSpPr>
          <p:cNvPr id="18" name="Espaço Reservado para Texto 17">
            <a:extLst>
              <a:ext uri="{FF2B5EF4-FFF2-40B4-BE49-F238E27FC236}">
                <a16:creationId xmlns:a16="http://schemas.microsoft.com/office/drawing/2014/main" id="{A590A436-C4FC-90AF-4136-6CB7CD1825F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10300" y="4268788"/>
            <a:ext cx="5067300" cy="365125"/>
          </a:xfrm>
        </p:spPr>
        <p:txBody>
          <a:bodyPr>
            <a:normAutofit/>
          </a:bodyPr>
          <a:lstStyle>
            <a:lvl1pPr>
              <a:defRPr lang="pt-BR" sz="1100" b="0" i="0" u="none" strike="noStrike" kern="1200" cap="all" spc="100" dirty="0" smtClean="0">
                <a:solidFill>
                  <a:schemeClr val="bg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00B443F9-E135-FF3E-E804-8FB8BE3E8195}"/>
              </a:ext>
            </a:extLst>
          </p:cNvPr>
          <p:cNvSpPr>
            <a:spLocks noGrp="1"/>
          </p:cNvSpPr>
          <p:nvPr userDrawn="1">
            <p:ph type="pic" sz="quarter" idx="15" hasCustomPrompt="1"/>
          </p:nvPr>
        </p:nvSpPr>
        <p:spPr>
          <a:xfrm>
            <a:off x="914400" y="1862138"/>
            <a:ext cx="2419350" cy="2178050"/>
          </a:xfrm>
        </p:spPr>
        <p:txBody>
          <a:bodyPr/>
          <a:lstStyle>
            <a:lvl1pPr algn="ctr">
              <a:defRPr b="0">
                <a:solidFill>
                  <a:schemeClr val="bg2"/>
                </a:solidFill>
              </a:defRPr>
            </a:lvl1pPr>
          </a:lstStyle>
          <a:p>
            <a:r>
              <a:rPr lang="pt-BR"/>
              <a:t>Grafismo </a:t>
            </a:r>
            <a:br>
              <a:rPr lang="pt-BR"/>
            </a:br>
            <a:r>
              <a:rPr lang="pt-BR"/>
              <a:t>(opcional)</a:t>
            </a:r>
          </a:p>
        </p:txBody>
      </p:sp>
      <p:pic>
        <p:nvPicPr>
          <p:cNvPr id="26" name="Gráfico 25">
            <a:extLst>
              <a:ext uri="{FF2B5EF4-FFF2-40B4-BE49-F238E27FC236}">
                <a16:creationId xmlns:a16="http://schemas.microsoft.com/office/drawing/2014/main" id="{F1A091A3-AFD6-49CA-1829-37DA249DD2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585919" y="-483062"/>
            <a:ext cx="1577057" cy="185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89411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4 #vermelh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Imagem 19">
            <a:extLst>
              <a:ext uri="{FF2B5EF4-FFF2-40B4-BE49-F238E27FC236}">
                <a16:creationId xmlns:a16="http://schemas.microsoft.com/office/drawing/2014/main" id="{F9F2879B-1708-B68F-540E-494C085AD7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28390" y="1527646"/>
            <a:ext cx="4170660" cy="4170660"/>
          </a:xfrm>
          <a:prstGeom prst="ellipse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647610-F492-48EE-CCB8-AD39FEEDC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2816225"/>
            <a:ext cx="5067300" cy="1281113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lang="pt-BR" sz="4800" b="1" i="0" u="none" strike="noStrike" cap="none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AD957BC-C55B-0228-16B7-203A598615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6350"/>
            <a:ext cx="2667000" cy="365125"/>
          </a:xfrm>
          <a:prstGeom prst="rect">
            <a:avLst/>
          </a:prstGeom>
        </p:spPr>
        <p:txBody>
          <a:bodyPr/>
          <a:lstStyle/>
          <a:p>
            <a:fld id="{3E6DD1D3-15F5-4616-A348-AC448C8A14AB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4899489-77E4-8AF7-E1D1-B8CA56026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9760599-4CA6-3D27-2B73-A6CBCEE6E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667000" cy="365125"/>
          </a:xfrm>
          <a:prstGeom prst="rect">
            <a:avLst/>
          </a:prstGeom>
        </p:spPr>
        <p:txBody>
          <a:bodyPr/>
          <a:lstStyle/>
          <a:p>
            <a:fld id="{F43D91A0-3E8E-4090-8D40-C0F9E742A5CB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Círculo (Outline Foto)">
            <a:extLst>
              <a:ext uri="{FF2B5EF4-FFF2-40B4-BE49-F238E27FC236}">
                <a16:creationId xmlns:a16="http://schemas.microsoft.com/office/drawing/2014/main" id="{DEE7ED6F-280B-4BC1-CF9E-415E582F157A}"/>
              </a:ext>
            </a:extLst>
          </p:cNvPr>
          <p:cNvSpPr/>
          <p:nvPr userDrawn="1"/>
        </p:nvSpPr>
        <p:spPr>
          <a:xfrm>
            <a:off x="805218" y="1404474"/>
            <a:ext cx="4417004" cy="4417004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33"/>
          </a:p>
        </p:txBody>
      </p:sp>
      <p:pic>
        <p:nvPicPr>
          <p:cNvPr id="10" name="Grafismo - Círculos">
            <a:extLst>
              <a:ext uri="{FF2B5EF4-FFF2-40B4-BE49-F238E27FC236}">
                <a16:creationId xmlns:a16="http://schemas.microsoft.com/office/drawing/2014/main" id="{B7C94C14-8C01-C13E-14B6-1ECF9CC706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35889" y="274462"/>
            <a:ext cx="1837252" cy="2158772"/>
          </a:xfrm>
          <a:prstGeom prst="rect">
            <a:avLst/>
          </a:prstGeom>
        </p:spPr>
      </p:pic>
      <p:grpSp>
        <p:nvGrpSpPr>
          <p:cNvPr id="6" name="Agrupar 5">
            <a:extLst>
              <a:ext uri="{FF2B5EF4-FFF2-40B4-BE49-F238E27FC236}">
                <a16:creationId xmlns:a16="http://schemas.microsoft.com/office/drawing/2014/main" id="{A0F13ABD-3AAC-3CA6-6227-5C3D0783E109}"/>
              </a:ext>
            </a:extLst>
          </p:cNvPr>
          <p:cNvGrpSpPr/>
          <p:nvPr userDrawn="1"/>
        </p:nvGrpSpPr>
        <p:grpSpPr>
          <a:xfrm>
            <a:off x="161923" y="6509730"/>
            <a:ext cx="12030076" cy="475316"/>
            <a:chOff x="161923" y="6509730"/>
            <a:chExt cx="12030076" cy="475316"/>
          </a:xfrm>
        </p:grpSpPr>
        <p:pic>
          <p:nvPicPr>
            <p:cNvPr id="13" name="Google Shape;108;p2">
              <a:extLst>
                <a:ext uri="{FF2B5EF4-FFF2-40B4-BE49-F238E27FC236}">
                  <a16:creationId xmlns:a16="http://schemas.microsoft.com/office/drawing/2014/main" id="{60B6082C-721D-B164-36FA-60EC2677FB6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b="61474"/>
            <a:stretch/>
          </p:blipFill>
          <p:spPr>
            <a:xfrm rot="10800000">
              <a:off x="6171359" y="6509730"/>
              <a:ext cx="6020640" cy="4753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09;p2">
              <a:extLst>
                <a:ext uri="{FF2B5EF4-FFF2-40B4-BE49-F238E27FC236}">
                  <a16:creationId xmlns:a16="http://schemas.microsoft.com/office/drawing/2014/main" id="{780DA761-98CD-4A24-6B8B-363BFEA33EE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b="61474"/>
            <a:stretch/>
          </p:blipFill>
          <p:spPr>
            <a:xfrm rot="10800000">
              <a:off x="161923" y="6509730"/>
              <a:ext cx="6020640" cy="4753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" name="Logo">
            <a:extLst>
              <a:ext uri="{FF2B5EF4-FFF2-40B4-BE49-F238E27FC236}">
                <a16:creationId xmlns:a16="http://schemas.microsoft.com/office/drawing/2014/main" id="{1A7D77B8-D82B-EE46-59A3-B08122B3BB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4286" y="1200983"/>
            <a:ext cx="1412714" cy="829797"/>
          </a:xfrm>
          <a:prstGeom prst="rect">
            <a:avLst/>
          </a:prstGeom>
        </p:spPr>
      </p:pic>
      <p:sp>
        <p:nvSpPr>
          <p:cNvPr id="18" name="Espaço Reservado para Texto 17">
            <a:extLst>
              <a:ext uri="{FF2B5EF4-FFF2-40B4-BE49-F238E27FC236}">
                <a16:creationId xmlns:a16="http://schemas.microsoft.com/office/drawing/2014/main" id="{A590A436-C4FC-90AF-4136-6CB7CD1825F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10300" y="4268788"/>
            <a:ext cx="5067300" cy="365125"/>
          </a:xfrm>
        </p:spPr>
        <p:txBody>
          <a:bodyPr>
            <a:normAutofit/>
          </a:bodyPr>
          <a:lstStyle>
            <a:lvl1pPr>
              <a:defRPr lang="pt-BR" sz="1100" b="0" i="0" u="none" strike="noStrike" kern="1200" cap="all" spc="100" dirty="0" smtClean="0">
                <a:solidFill>
                  <a:schemeClr val="bg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00B443F9-E135-FF3E-E804-8FB8BE3E8195}"/>
              </a:ext>
            </a:extLst>
          </p:cNvPr>
          <p:cNvSpPr>
            <a:spLocks noGrp="1"/>
          </p:cNvSpPr>
          <p:nvPr userDrawn="1">
            <p:ph type="pic" sz="quarter" idx="15" hasCustomPrompt="1"/>
          </p:nvPr>
        </p:nvSpPr>
        <p:spPr>
          <a:xfrm>
            <a:off x="914400" y="1862138"/>
            <a:ext cx="2419350" cy="2178050"/>
          </a:xfrm>
        </p:spPr>
        <p:txBody>
          <a:bodyPr/>
          <a:lstStyle>
            <a:lvl1pPr algn="ctr">
              <a:defRPr b="0">
                <a:solidFill>
                  <a:schemeClr val="bg2"/>
                </a:solidFill>
              </a:defRPr>
            </a:lvl1pPr>
          </a:lstStyle>
          <a:p>
            <a:r>
              <a:rPr lang="pt-BR"/>
              <a:t>Grafismo </a:t>
            </a:r>
            <a:br>
              <a:rPr lang="pt-BR"/>
            </a:br>
            <a:r>
              <a:rPr lang="pt-BR"/>
              <a:t>(opcional)</a:t>
            </a:r>
          </a:p>
        </p:txBody>
      </p:sp>
      <p:pic>
        <p:nvPicPr>
          <p:cNvPr id="26" name="Gráfico 25">
            <a:extLst>
              <a:ext uri="{FF2B5EF4-FFF2-40B4-BE49-F238E27FC236}">
                <a16:creationId xmlns:a16="http://schemas.microsoft.com/office/drawing/2014/main" id="{F1A091A3-AFD6-49CA-1829-37DA249DD2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585919" y="-483062"/>
            <a:ext cx="1577057" cy="185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24798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E3206E-0AB7-B63C-651D-884C11379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50" y="2090737"/>
            <a:ext cx="6832600" cy="2674937"/>
          </a:xfrm>
        </p:spPr>
        <p:txBody>
          <a:bodyPr anchor="ctr"/>
          <a:lstStyle>
            <a:lvl1pPr>
              <a:lnSpc>
                <a:spcPct val="80000"/>
              </a:lnSpc>
              <a:defRPr lang="pt-BR" sz="4400" b="1" i="0" u="none" strike="noStrike" kern="1200" cap="none" spc="-10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7" name="Espaço Reservado para Texto 4">
            <a:extLst>
              <a:ext uri="{FF2B5EF4-FFF2-40B4-BE49-F238E27FC236}">
                <a16:creationId xmlns:a16="http://schemas.microsoft.com/office/drawing/2014/main" id="{B9457824-AFC5-539D-B4C1-7A3A5E03DD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8538" y="4268788"/>
            <a:ext cx="6892925" cy="496887"/>
          </a:xfrm>
        </p:spPr>
        <p:txBody>
          <a:bodyPr lIns="108000" anchor="ctr">
            <a:normAutofit/>
          </a:bodyPr>
          <a:lstStyle>
            <a:lvl1pPr>
              <a:defRPr sz="1100" b="0" cap="all" spc="1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575969D-0F0E-88B6-17B4-F083C94DB6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438651" y="0"/>
            <a:ext cx="6858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CE54C1C0-D953-09FC-46AB-1CD803756B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362" y="4357257"/>
            <a:ext cx="1577057" cy="1853043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15B50A3B-6C12-DE17-8536-FE3F8B4AA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0556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5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E3206E-0AB7-B63C-651D-884C11379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50" y="2090737"/>
            <a:ext cx="6832600" cy="2674937"/>
          </a:xfrm>
        </p:spPr>
        <p:txBody>
          <a:bodyPr anchor="ctr"/>
          <a:lstStyle>
            <a:lvl1pPr>
              <a:lnSpc>
                <a:spcPct val="80000"/>
              </a:lnSpc>
              <a:defRPr lang="pt-BR" sz="4400" b="1" i="0" u="none" strike="noStrike" kern="1200" cap="none" spc="-10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7" name="Espaço Reservado para Texto 4">
            <a:extLst>
              <a:ext uri="{FF2B5EF4-FFF2-40B4-BE49-F238E27FC236}">
                <a16:creationId xmlns:a16="http://schemas.microsoft.com/office/drawing/2014/main" id="{B9457824-AFC5-539D-B4C1-7A3A5E03DD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8538" y="4268788"/>
            <a:ext cx="6892925" cy="496887"/>
          </a:xfrm>
        </p:spPr>
        <p:txBody>
          <a:bodyPr lIns="108000" anchor="ctr">
            <a:normAutofit/>
          </a:bodyPr>
          <a:lstStyle>
            <a:lvl1pPr>
              <a:defRPr sz="1100" b="0" cap="all" spc="1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575969D-0F0E-88B6-17B4-F083C94DB6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438651" y="0"/>
            <a:ext cx="6858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CE54C1C0-D953-09FC-46AB-1CD803756B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362" y="4357257"/>
            <a:ext cx="1577057" cy="1853043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15B50A3B-6C12-DE17-8536-FE3F8B4AA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7049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5 #Azu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E3206E-0AB7-B63C-651D-884C11379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50" y="2090737"/>
            <a:ext cx="6832600" cy="2674937"/>
          </a:xfrm>
        </p:spPr>
        <p:txBody>
          <a:bodyPr anchor="ctr"/>
          <a:lstStyle>
            <a:lvl1pPr>
              <a:lnSpc>
                <a:spcPct val="80000"/>
              </a:lnSpc>
              <a:defRPr lang="pt-BR" sz="4400" b="1" i="0" u="none" strike="noStrike" kern="1200" cap="none" spc="-1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7" name="Espaço Reservado para Texto 4">
            <a:extLst>
              <a:ext uri="{FF2B5EF4-FFF2-40B4-BE49-F238E27FC236}">
                <a16:creationId xmlns:a16="http://schemas.microsoft.com/office/drawing/2014/main" id="{B9457824-AFC5-539D-B4C1-7A3A5E03DD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8538" y="4268788"/>
            <a:ext cx="6892925" cy="496887"/>
          </a:xfrm>
        </p:spPr>
        <p:txBody>
          <a:bodyPr lIns="108000" anchor="ctr">
            <a:normAutofit/>
          </a:bodyPr>
          <a:lstStyle>
            <a:lvl1pPr>
              <a:defRPr sz="1100" b="0" cap="all" spc="1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575969D-0F0E-88B6-17B4-F083C94DB6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438651" y="0"/>
            <a:ext cx="6858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CE54C1C0-D953-09FC-46AB-1CD803756B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362" y="4357257"/>
            <a:ext cx="1577057" cy="1853043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15B50A3B-6C12-DE17-8536-FE3F8B4AA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" r="32"/>
          <a:stretch/>
        </p:blipFill>
        <p:spPr>
          <a:xfrm>
            <a:off x="1038386" y="476863"/>
            <a:ext cx="1411800" cy="82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03437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5 #Vermelh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E3206E-0AB7-B63C-651D-884C11379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50" y="2090737"/>
            <a:ext cx="6832600" cy="2674937"/>
          </a:xfrm>
        </p:spPr>
        <p:txBody>
          <a:bodyPr anchor="ctr"/>
          <a:lstStyle>
            <a:lvl1pPr>
              <a:lnSpc>
                <a:spcPct val="80000"/>
              </a:lnSpc>
              <a:defRPr lang="pt-BR" sz="4400" b="1" i="0" u="none" strike="noStrike" kern="1200" cap="none" spc="-1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575969D-0F0E-88B6-17B4-F083C94DB6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438651" y="0"/>
            <a:ext cx="6858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CE54C1C0-D953-09FC-46AB-1CD803756B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362" y="4357257"/>
            <a:ext cx="1577057" cy="1853043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15B50A3B-6C12-DE17-8536-FE3F8B4AA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" r="32"/>
          <a:stretch/>
        </p:blipFill>
        <p:spPr>
          <a:xfrm>
            <a:off x="1038386" y="476863"/>
            <a:ext cx="1411800" cy="829797"/>
          </a:xfrm>
          <a:prstGeom prst="rect">
            <a:avLst/>
          </a:prstGeom>
        </p:spPr>
      </p:pic>
      <p:sp>
        <p:nvSpPr>
          <p:cNvPr id="19" name="Espaço Reservado para Texto 4">
            <a:extLst>
              <a:ext uri="{FF2B5EF4-FFF2-40B4-BE49-F238E27FC236}">
                <a16:creationId xmlns:a16="http://schemas.microsoft.com/office/drawing/2014/main" id="{4D87E33E-59D6-DAD1-29AD-45184F79D6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8538" y="4268788"/>
            <a:ext cx="6892925" cy="496887"/>
          </a:xfrm>
        </p:spPr>
        <p:txBody>
          <a:bodyPr lIns="108000" anchor="ctr">
            <a:normAutofit/>
          </a:bodyPr>
          <a:lstStyle>
            <a:lvl1pPr>
              <a:defRPr sz="1100" b="0" cap="all" spc="1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53273350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m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88C2BB54-28D0-7B69-03DE-35D0AF230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5802" y="1131464"/>
            <a:ext cx="1918548" cy="1918548"/>
          </a:xfrm>
          <a:prstGeom prst="rect">
            <a:avLst/>
          </a:prstGeom>
        </p:spPr>
      </p:pic>
      <p:sp>
        <p:nvSpPr>
          <p:cNvPr id="3" name="Oval 5">
            <a:extLst>
              <a:ext uri="{FF2B5EF4-FFF2-40B4-BE49-F238E27FC236}">
                <a16:creationId xmlns:a16="http://schemas.microsoft.com/office/drawing/2014/main" id="{43A55EDC-8B05-1E90-D19A-7CF6933CD13C}"/>
              </a:ext>
            </a:extLst>
          </p:cNvPr>
          <p:cNvSpPr/>
          <p:nvPr userDrawn="1"/>
        </p:nvSpPr>
        <p:spPr>
          <a:xfrm>
            <a:off x="1982364" y="1365250"/>
            <a:ext cx="3629025" cy="36290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32D6C9E4-DEA1-2E9C-FC67-6A4B3C700A88}"/>
              </a:ext>
            </a:extLst>
          </p:cNvPr>
          <p:cNvSpPr/>
          <p:nvPr userDrawn="1"/>
        </p:nvSpPr>
        <p:spPr>
          <a:xfrm>
            <a:off x="245178" y="3817803"/>
            <a:ext cx="2398847" cy="2398847"/>
          </a:xfrm>
          <a:prstGeom prst="ellipse">
            <a:avLst/>
          </a:pr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1F0B2C9-2277-4E20-9A3E-370F2F56DD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2077553"/>
            <a:ext cx="5067300" cy="2916722"/>
          </a:xfrm>
          <a:custGeom>
            <a:avLst/>
            <a:gdLst>
              <a:gd name="connsiteX0" fmla="*/ 228225 w 4065392"/>
              <a:gd name="connsiteY0" fmla="*/ 0 h 2784249"/>
              <a:gd name="connsiteX1" fmla="*/ 3837167 w 4065392"/>
              <a:gd name="connsiteY1" fmla="*/ 0 h 2784249"/>
              <a:gd name="connsiteX2" fmla="*/ 4065392 w 4065392"/>
              <a:gd name="connsiteY2" fmla="*/ 228225 h 2784249"/>
              <a:gd name="connsiteX3" fmla="*/ 4065392 w 4065392"/>
              <a:gd name="connsiteY3" fmla="*/ 2556024 h 2784249"/>
              <a:gd name="connsiteX4" fmla="*/ 3837167 w 4065392"/>
              <a:gd name="connsiteY4" fmla="*/ 2784249 h 2784249"/>
              <a:gd name="connsiteX5" fmla="*/ 228225 w 4065392"/>
              <a:gd name="connsiteY5" fmla="*/ 2784249 h 2784249"/>
              <a:gd name="connsiteX6" fmla="*/ 0 w 4065392"/>
              <a:gd name="connsiteY6" fmla="*/ 2556024 h 2784249"/>
              <a:gd name="connsiteX7" fmla="*/ 0 w 4065392"/>
              <a:gd name="connsiteY7" fmla="*/ 228225 h 2784249"/>
              <a:gd name="connsiteX8" fmla="*/ 228225 w 4065392"/>
              <a:gd name="connsiteY8" fmla="*/ 0 h 2784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65392" h="2784249">
                <a:moveTo>
                  <a:pt x="228225" y="0"/>
                </a:moveTo>
                <a:lnTo>
                  <a:pt x="3837167" y="0"/>
                </a:lnTo>
                <a:cubicBezTo>
                  <a:pt x="3963212" y="0"/>
                  <a:pt x="4065392" y="102180"/>
                  <a:pt x="4065392" y="228225"/>
                </a:cubicBezTo>
                <a:lnTo>
                  <a:pt x="4065392" y="2556024"/>
                </a:lnTo>
                <a:cubicBezTo>
                  <a:pt x="4065392" y="2682069"/>
                  <a:pt x="3963212" y="2784249"/>
                  <a:pt x="3837167" y="2784249"/>
                </a:cubicBezTo>
                <a:lnTo>
                  <a:pt x="228225" y="2784249"/>
                </a:lnTo>
                <a:cubicBezTo>
                  <a:pt x="102180" y="2784249"/>
                  <a:pt x="0" y="2682069"/>
                  <a:pt x="0" y="2556024"/>
                </a:cubicBezTo>
                <a:lnTo>
                  <a:pt x="0" y="228225"/>
                </a:lnTo>
                <a:cubicBezTo>
                  <a:pt x="0" y="102180"/>
                  <a:pt x="102180" y="0"/>
                  <a:pt x="22822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86585591-BA78-5F86-74B4-C6BBAFFD1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2949" y="1033094"/>
            <a:ext cx="4184649" cy="1281113"/>
          </a:xfrm>
        </p:spPr>
        <p:txBody>
          <a:bodyPr>
            <a:noAutofit/>
          </a:bodyPr>
          <a:lstStyle>
            <a:lvl1pPr marR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3600" b="1" i="0" u="none" strike="noStrike" cap="none" spc="-100" baseline="0" dirty="0">
                <a:solidFill>
                  <a:schemeClr val="accent1"/>
                </a:solidFill>
                <a:latin typeface="+mj-lt"/>
                <a:ea typeface="Arial"/>
                <a:cs typeface="Arial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9BFCA3B0-88F8-CAC6-A24A-936EBBE347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92950" y="2726531"/>
            <a:ext cx="4184650" cy="1176337"/>
          </a:xfrm>
        </p:spPr>
        <p:txBody>
          <a:bodyPr>
            <a:normAutofit/>
          </a:bodyPr>
          <a:lstStyle>
            <a:lvl1pPr marR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637AC9F0-E48A-ACAF-2021-2D19AFEAF8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92950" y="638483"/>
            <a:ext cx="4184650" cy="347663"/>
          </a:xfrm>
        </p:spPr>
        <p:txBody>
          <a:bodyPr>
            <a:norm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100" b="0" i="0" u="none" strike="noStrike" cap="all" spc="100" baseline="0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</p:spTree>
    <p:extLst>
      <p:ext uri="{BB962C8B-B14F-4D97-AF65-F5344CB8AC3E}">
        <p14:creationId xmlns:p14="http://schemas.microsoft.com/office/powerpoint/2010/main" val="55362816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e conteúdo 1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88C2BB54-28D0-7B69-03DE-35D0AF230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5802" y="1131464"/>
            <a:ext cx="1918548" cy="1918548"/>
          </a:xfrm>
          <a:prstGeom prst="rect">
            <a:avLst/>
          </a:prstGeom>
        </p:spPr>
      </p:pic>
      <p:sp>
        <p:nvSpPr>
          <p:cNvPr id="3" name="Oval 5">
            <a:extLst>
              <a:ext uri="{FF2B5EF4-FFF2-40B4-BE49-F238E27FC236}">
                <a16:creationId xmlns:a16="http://schemas.microsoft.com/office/drawing/2014/main" id="{43A55EDC-8B05-1E90-D19A-7CF6933CD13C}"/>
              </a:ext>
            </a:extLst>
          </p:cNvPr>
          <p:cNvSpPr/>
          <p:nvPr userDrawn="1"/>
        </p:nvSpPr>
        <p:spPr>
          <a:xfrm>
            <a:off x="1982364" y="1365250"/>
            <a:ext cx="3629025" cy="36290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32D6C9E4-DEA1-2E9C-FC67-6A4B3C700A88}"/>
              </a:ext>
            </a:extLst>
          </p:cNvPr>
          <p:cNvSpPr/>
          <p:nvPr userDrawn="1"/>
        </p:nvSpPr>
        <p:spPr>
          <a:xfrm>
            <a:off x="245178" y="3817803"/>
            <a:ext cx="2398847" cy="2398847"/>
          </a:xfrm>
          <a:prstGeom prst="ellipse">
            <a:avLst/>
          </a:pr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1F0B2C9-2277-4E20-9A3E-370F2F56DD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2077553"/>
            <a:ext cx="5067300" cy="2916722"/>
          </a:xfrm>
          <a:custGeom>
            <a:avLst/>
            <a:gdLst>
              <a:gd name="connsiteX0" fmla="*/ 228225 w 4065392"/>
              <a:gd name="connsiteY0" fmla="*/ 0 h 2784249"/>
              <a:gd name="connsiteX1" fmla="*/ 3837167 w 4065392"/>
              <a:gd name="connsiteY1" fmla="*/ 0 h 2784249"/>
              <a:gd name="connsiteX2" fmla="*/ 4065392 w 4065392"/>
              <a:gd name="connsiteY2" fmla="*/ 228225 h 2784249"/>
              <a:gd name="connsiteX3" fmla="*/ 4065392 w 4065392"/>
              <a:gd name="connsiteY3" fmla="*/ 2556024 h 2784249"/>
              <a:gd name="connsiteX4" fmla="*/ 3837167 w 4065392"/>
              <a:gd name="connsiteY4" fmla="*/ 2784249 h 2784249"/>
              <a:gd name="connsiteX5" fmla="*/ 228225 w 4065392"/>
              <a:gd name="connsiteY5" fmla="*/ 2784249 h 2784249"/>
              <a:gd name="connsiteX6" fmla="*/ 0 w 4065392"/>
              <a:gd name="connsiteY6" fmla="*/ 2556024 h 2784249"/>
              <a:gd name="connsiteX7" fmla="*/ 0 w 4065392"/>
              <a:gd name="connsiteY7" fmla="*/ 228225 h 2784249"/>
              <a:gd name="connsiteX8" fmla="*/ 228225 w 4065392"/>
              <a:gd name="connsiteY8" fmla="*/ 0 h 2784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65392" h="2784249">
                <a:moveTo>
                  <a:pt x="228225" y="0"/>
                </a:moveTo>
                <a:lnTo>
                  <a:pt x="3837167" y="0"/>
                </a:lnTo>
                <a:cubicBezTo>
                  <a:pt x="3963212" y="0"/>
                  <a:pt x="4065392" y="102180"/>
                  <a:pt x="4065392" y="228225"/>
                </a:cubicBezTo>
                <a:lnTo>
                  <a:pt x="4065392" y="2556024"/>
                </a:lnTo>
                <a:cubicBezTo>
                  <a:pt x="4065392" y="2682069"/>
                  <a:pt x="3963212" y="2784249"/>
                  <a:pt x="3837167" y="2784249"/>
                </a:cubicBezTo>
                <a:lnTo>
                  <a:pt x="228225" y="2784249"/>
                </a:lnTo>
                <a:cubicBezTo>
                  <a:pt x="102180" y="2784249"/>
                  <a:pt x="0" y="2682069"/>
                  <a:pt x="0" y="2556024"/>
                </a:cubicBezTo>
                <a:lnTo>
                  <a:pt x="0" y="228225"/>
                </a:lnTo>
                <a:cubicBezTo>
                  <a:pt x="0" y="102180"/>
                  <a:pt x="102180" y="0"/>
                  <a:pt x="22822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86585591-BA78-5F86-74B4-C6BBAFFD1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2949" y="1033094"/>
            <a:ext cx="4184649" cy="1281113"/>
          </a:xfrm>
        </p:spPr>
        <p:txBody>
          <a:bodyPr>
            <a:noAutofit/>
          </a:bodyPr>
          <a:lstStyle>
            <a:lvl1pPr marR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3600" b="1" i="0" u="none" strike="noStrike" cap="none" spc="-100" baseline="0" dirty="0">
                <a:solidFill>
                  <a:schemeClr val="accent1"/>
                </a:solidFill>
                <a:latin typeface="+mj-lt"/>
                <a:ea typeface="Arial"/>
                <a:cs typeface="Arial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9BFCA3B0-88F8-CAC6-A24A-936EBBE347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92950" y="2726531"/>
            <a:ext cx="4184650" cy="1176337"/>
          </a:xfrm>
        </p:spPr>
        <p:txBody>
          <a:bodyPr>
            <a:normAutofit/>
          </a:bodyPr>
          <a:lstStyle>
            <a:lvl1pPr marR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637AC9F0-E48A-ACAF-2021-2D19AFEAF8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92950" y="638483"/>
            <a:ext cx="4184650" cy="347663"/>
          </a:xfrm>
        </p:spPr>
        <p:txBody>
          <a:bodyPr>
            <a:norm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100" b="0" i="0" u="none" strike="noStrike" cap="all" spc="100" baseline="0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</p:spTree>
    <p:extLst>
      <p:ext uri="{BB962C8B-B14F-4D97-AF65-F5344CB8AC3E}">
        <p14:creationId xmlns:p14="http://schemas.microsoft.com/office/powerpoint/2010/main" val="276635584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88C2BB54-28D0-7B69-03DE-35D0AF230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5802" y="1131464"/>
            <a:ext cx="1918548" cy="1918548"/>
          </a:xfrm>
          <a:prstGeom prst="rect">
            <a:avLst/>
          </a:prstGeom>
        </p:spPr>
      </p:pic>
      <p:sp>
        <p:nvSpPr>
          <p:cNvPr id="3" name="Oval 5">
            <a:extLst>
              <a:ext uri="{FF2B5EF4-FFF2-40B4-BE49-F238E27FC236}">
                <a16:creationId xmlns:a16="http://schemas.microsoft.com/office/drawing/2014/main" id="{43A55EDC-8B05-1E90-D19A-7CF6933CD13C}"/>
              </a:ext>
            </a:extLst>
          </p:cNvPr>
          <p:cNvSpPr/>
          <p:nvPr userDrawn="1"/>
        </p:nvSpPr>
        <p:spPr>
          <a:xfrm>
            <a:off x="1982364" y="1365250"/>
            <a:ext cx="3629025" cy="36290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32D6C9E4-DEA1-2E9C-FC67-6A4B3C700A88}"/>
              </a:ext>
            </a:extLst>
          </p:cNvPr>
          <p:cNvSpPr/>
          <p:nvPr userDrawn="1"/>
        </p:nvSpPr>
        <p:spPr>
          <a:xfrm>
            <a:off x="245178" y="3817803"/>
            <a:ext cx="2398847" cy="2398847"/>
          </a:xfrm>
          <a:prstGeom prst="ellipse">
            <a:avLst/>
          </a:pr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1FD21CF0-8B64-28CD-3AED-D44ED776FC9F}"/>
              </a:ext>
            </a:extLst>
          </p:cNvPr>
          <p:cNvSpPr/>
          <p:nvPr userDrawn="1"/>
        </p:nvSpPr>
        <p:spPr>
          <a:xfrm>
            <a:off x="914400" y="1857271"/>
            <a:ext cx="5067300" cy="3145834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1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86585591-BA78-5F86-74B4-C6BBAFFD1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2949" y="1033094"/>
            <a:ext cx="4184649" cy="1281113"/>
          </a:xfrm>
        </p:spPr>
        <p:txBody>
          <a:bodyPr>
            <a:noAutofit/>
          </a:bodyPr>
          <a:lstStyle>
            <a:lvl1pPr marR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3600" b="1" i="0" u="none" strike="noStrike" cap="none" spc="-100" baseline="0" dirty="0">
                <a:solidFill>
                  <a:schemeClr val="accent1"/>
                </a:solidFill>
                <a:latin typeface="+mj-lt"/>
                <a:ea typeface="Arial"/>
                <a:cs typeface="Arial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9BFCA3B0-88F8-CAC6-A24A-936EBBE347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92950" y="2726531"/>
            <a:ext cx="4184650" cy="1176337"/>
          </a:xfrm>
        </p:spPr>
        <p:txBody>
          <a:bodyPr>
            <a:normAutofit/>
          </a:bodyPr>
          <a:lstStyle>
            <a:lvl1pPr marR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637AC9F0-E48A-ACAF-2021-2D19AFEAF8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92950" y="638483"/>
            <a:ext cx="4184650" cy="347663"/>
          </a:xfrm>
        </p:spPr>
        <p:txBody>
          <a:bodyPr>
            <a:norm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100" b="0" i="0" u="none" strike="noStrike" cap="all" spc="100" baseline="0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09663" y="2090738"/>
            <a:ext cx="4676775" cy="2674937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</p:spTree>
    <p:extLst>
      <p:ext uri="{BB962C8B-B14F-4D97-AF65-F5344CB8AC3E}">
        <p14:creationId xmlns:p14="http://schemas.microsoft.com/office/powerpoint/2010/main" val="366178420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 e conteúdo 1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88C2BB54-28D0-7B69-03DE-35D0AF230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5802" y="1131464"/>
            <a:ext cx="1918548" cy="1918548"/>
          </a:xfrm>
          <a:prstGeom prst="rect">
            <a:avLst/>
          </a:prstGeom>
        </p:spPr>
      </p:pic>
      <p:sp>
        <p:nvSpPr>
          <p:cNvPr id="3" name="Oval 5">
            <a:extLst>
              <a:ext uri="{FF2B5EF4-FFF2-40B4-BE49-F238E27FC236}">
                <a16:creationId xmlns:a16="http://schemas.microsoft.com/office/drawing/2014/main" id="{43A55EDC-8B05-1E90-D19A-7CF6933CD13C}"/>
              </a:ext>
            </a:extLst>
          </p:cNvPr>
          <p:cNvSpPr/>
          <p:nvPr userDrawn="1"/>
        </p:nvSpPr>
        <p:spPr>
          <a:xfrm>
            <a:off x="1982364" y="1365250"/>
            <a:ext cx="3629025" cy="36290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32D6C9E4-DEA1-2E9C-FC67-6A4B3C700A88}"/>
              </a:ext>
            </a:extLst>
          </p:cNvPr>
          <p:cNvSpPr/>
          <p:nvPr userDrawn="1"/>
        </p:nvSpPr>
        <p:spPr>
          <a:xfrm>
            <a:off x="245178" y="3817803"/>
            <a:ext cx="2398847" cy="2398847"/>
          </a:xfrm>
          <a:prstGeom prst="ellipse">
            <a:avLst/>
          </a:pr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1FD21CF0-8B64-28CD-3AED-D44ED776FC9F}"/>
              </a:ext>
            </a:extLst>
          </p:cNvPr>
          <p:cNvSpPr/>
          <p:nvPr userDrawn="1"/>
        </p:nvSpPr>
        <p:spPr>
          <a:xfrm>
            <a:off x="914400" y="1857271"/>
            <a:ext cx="5067300" cy="3145834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1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86585591-BA78-5F86-74B4-C6BBAFFD1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2949" y="1033094"/>
            <a:ext cx="4184649" cy="1281113"/>
          </a:xfrm>
        </p:spPr>
        <p:txBody>
          <a:bodyPr>
            <a:noAutofit/>
          </a:bodyPr>
          <a:lstStyle>
            <a:lvl1pPr marR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3600" b="1" i="0" u="none" strike="noStrike" cap="none" spc="-100" baseline="0" dirty="0">
                <a:solidFill>
                  <a:schemeClr val="accent1"/>
                </a:solidFill>
                <a:latin typeface="+mj-lt"/>
                <a:ea typeface="Arial"/>
                <a:cs typeface="Arial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9BFCA3B0-88F8-CAC6-A24A-936EBBE347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92950" y="2726531"/>
            <a:ext cx="4184650" cy="1176337"/>
          </a:xfrm>
        </p:spPr>
        <p:txBody>
          <a:bodyPr>
            <a:normAutofit/>
          </a:bodyPr>
          <a:lstStyle>
            <a:lvl1pPr marR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637AC9F0-E48A-ACAF-2021-2D19AFEAF8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92950" y="638483"/>
            <a:ext cx="4184650" cy="347663"/>
          </a:xfrm>
        </p:spPr>
        <p:txBody>
          <a:bodyPr>
            <a:norm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100" b="0" i="0" u="none" strike="noStrike" cap="all" spc="100" baseline="0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09663" y="2090738"/>
            <a:ext cx="4676775" cy="2674937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</p:spTree>
    <p:extLst>
      <p:ext uri="{BB962C8B-B14F-4D97-AF65-F5344CB8AC3E}">
        <p14:creationId xmlns:p14="http://schemas.microsoft.com/office/powerpoint/2010/main" val="36172971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88C2BB54-28D0-7B69-03DE-35D0AF230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5802" y="1131464"/>
            <a:ext cx="1918548" cy="1918548"/>
          </a:xfrm>
          <a:prstGeom prst="rect">
            <a:avLst/>
          </a:prstGeom>
        </p:spPr>
      </p:pic>
      <p:sp>
        <p:nvSpPr>
          <p:cNvPr id="3" name="Oval 5">
            <a:extLst>
              <a:ext uri="{FF2B5EF4-FFF2-40B4-BE49-F238E27FC236}">
                <a16:creationId xmlns:a16="http://schemas.microsoft.com/office/drawing/2014/main" id="{43A55EDC-8B05-1E90-D19A-7CF6933CD13C}"/>
              </a:ext>
            </a:extLst>
          </p:cNvPr>
          <p:cNvSpPr/>
          <p:nvPr userDrawn="1"/>
        </p:nvSpPr>
        <p:spPr>
          <a:xfrm>
            <a:off x="1982364" y="1365250"/>
            <a:ext cx="3629025" cy="36290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32D6C9E4-DEA1-2E9C-FC67-6A4B3C700A88}"/>
              </a:ext>
            </a:extLst>
          </p:cNvPr>
          <p:cNvSpPr/>
          <p:nvPr userDrawn="1"/>
        </p:nvSpPr>
        <p:spPr>
          <a:xfrm>
            <a:off x="245178" y="3817803"/>
            <a:ext cx="2398847" cy="2398847"/>
          </a:xfrm>
          <a:prstGeom prst="ellipse">
            <a:avLst/>
          </a:pr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1749C37-0E1C-DA14-42C3-889AC06FF72F}"/>
              </a:ext>
            </a:extLst>
          </p:cNvPr>
          <p:cNvSpPr/>
          <p:nvPr userDrawn="1"/>
        </p:nvSpPr>
        <p:spPr>
          <a:xfrm>
            <a:off x="699837" y="2090737"/>
            <a:ext cx="5496426" cy="3400425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1"/>
          </a:p>
        </p:txBody>
      </p:sp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09663" y="2438030"/>
            <a:ext cx="4676775" cy="2674937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ADF69FDE-B23B-9656-AB0E-FA565B8C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102" y="655275"/>
            <a:ext cx="7160897" cy="476190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8" name="Espaço Reservado para Texto 9">
            <a:extLst>
              <a:ext uri="{FF2B5EF4-FFF2-40B4-BE49-F238E27FC236}">
                <a16:creationId xmlns:a16="http://schemas.microsoft.com/office/drawing/2014/main" id="{2AC255A1-9E21-0591-850C-D24AC51F84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92951" y="1862138"/>
            <a:ext cx="418465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700" b="1" u="none">
                <a:solidFill>
                  <a:schemeClr val="accent2"/>
                </a:solidFill>
              </a:defRPr>
            </a:lvl1pPr>
            <a:lvl2pPr marL="0" indent="0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  <a:buNone/>
              <a:defRPr sz="1400">
                <a:solidFill>
                  <a:schemeClr val="tx2"/>
                </a:solidFill>
              </a:defRPr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</p:spTree>
    <p:extLst>
      <p:ext uri="{BB962C8B-B14F-4D97-AF65-F5344CB8AC3E}">
        <p14:creationId xmlns:p14="http://schemas.microsoft.com/office/powerpoint/2010/main" val="309973376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 e conteúdo 2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88C2BB54-28D0-7B69-03DE-35D0AF230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5802" y="1131464"/>
            <a:ext cx="1918548" cy="1918548"/>
          </a:xfrm>
          <a:prstGeom prst="rect">
            <a:avLst/>
          </a:prstGeom>
        </p:spPr>
      </p:pic>
      <p:sp>
        <p:nvSpPr>
          <p:cNvPr id="3" name="Oval 5">
            <a:extLst>
              <a:ext uri="{FF2B5EF4-FFF2-40B4-BE49-F238E27FC236}">
                <a16:creationId xmlns:a16="http://schemas.microsoft.com/office/drawing/2014/main" id="{43A55EDC-8B05-1E90-D19A-7CF6933CD13C}"/>
              </a:ext>
            </a:extLst>
          </p:cNvPr>
          <p:cNvSpPr/>
          <p:nvPr userDrawn="1"/>
        </p:nvSpPr>
        <p:spPr>
          <a:xfrm>
            <a:off x="1982364" y="1365250"/>
            <a:ext cx="3629025" cy="36290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32D6C9E4-DEA1-2E9C-FC67-6A4B3C700A88}"/>
              </a:ext>
            </a:extLst>
          </p:cNvPr>
          <p:cNvSpPr/>
          <p:nvPr userDrawn="1"/>
        </p:nvSpPr>
        <p:spPr>
          <a:xfrm>
            <a:off x="245178" y="3817803"/>
            <a:ext cx="2398847" cy="2398847"/>
          </a:xfrm>
          <a:prstGeom prst="ellipse">
            <a:avLst/>
          </a:pr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1749C37-0E1C-DA14-42C3-889AC06FF72F}"/>
              </a:ext>
            </a:extLst>
          </p:cNvPr>
          <p:cNvSpPr/>
          <p:nvPr userDrawn="1"/>
        </p:nvSpPr>
        <p:spPr>
          <a:xfrm>
            <a:off x="699837" y="2090737"/>
            <a:ext cx="5496426" cy="3400425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1"/>
          </a:p>
        </p:txBody>
      </p:sp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09663" y="2438030"/>
            <a:ext cx="4676775" cy="2674937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ADF69FDE-B23B-9656-AB0E-FA565B8C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102" y="655275"/>
            <a:ext cx="7160897" cy="476190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8" name="Espaço Reservado para Texto 9">
            <a:extLst>
              <a:ext uri="{FF2B5EF4-FFF2-40B4-BE49-F238E27FC236}">
                <a16:creationId xmlns:a16="http://schemas.microsoft.com/office/drawing/2014/main" id="{2AC255A1-9E21-0591-850C-D24AC51F84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92951" y="1862138"/>
            <a:ext cx="418465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700" b="1" u="none">
                <a:solidFill>
                  <a:schemeClr val="accent2"/>
                </a:solidFill>
              </a:defRPr>
            </a:lvl1pPr>
            <a:lvl2pPr marL="0" indent="0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  <a:buNone/>
              <a:defRPr sz="1400">
                <a:solidFill>
                  <a:schemeClr val="tx2"/>
                </a:solidFill>
              </a:defRPr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</p:spTree>
    <p:extLst>
      <p:ext uri="{BB962C8B-B14F-4D97-AF65-F5344CB8AC3E}">
        <p14:creationId xmlns:p14="http://schemas.microsoft.com/office/powerpoint/2010/main" val="399553330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 e conteú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09663" y="2438030"/>
            <a:ext cx="4676775" cy="2674937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ADF69FDE-B23B-9656-AB0E-FA565B8C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55275"/>
            <a:ext cx="7160897" cy="476190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8" name="Espaço Reservado para Texto 9">
            <a:extLst>
              <a:ext uri="{FF2B5EF4-FFF2-40B4-BE49-F238E27FC236}">
                <a16:creationId xmlns:a16="http://schemas.microsoft.com/office/drawing/2014/main" id="{2AC255A1-9E21-0591-850C-D24AC51F84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92951" y="1862138"/>
            <a:ext cx="418465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700" b="1" u="none">
                <a:solidFill>
                  <a:schemeClr val="accent2"/>
                </a:solidFill>
              </a:defRPr>
            </a:lvl1pPr>
            <a:lvl2pPr marL="0" indent="0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  <a:buNone/>
              <a:defRPr sz="1400">
                <a:solidFill>
                  <a:schemeClr val="tx2"/>
                </a:solidFill>
              </a:defRPr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A55B6DD7-EF35-1A47-0682-FB0263AE46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972" y="-1239748"/>
            <a:ext cx="2726056" cy="2726056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6BB7C3AF-C957-8BE3-AA41-01756EF205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0864" y="6346864"/>
            <a:ext cx="1022272" cy="102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91737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 e conteúdo 3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09663" y="2438030"/>
            <a:ext cx="4676775" cy="2674937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ADF69FDE-B23B-9656-AB0E-FA565B8C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55275"/>
            <a:ext cx="7160897" cy="476190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8" name="Espaço Reservado para Texto 9">
            <a:extLst>
              <a:ext uri="{FF2B5EF4-FFF2-40B4-BE49-F238E27FC236}">
                <a16:creationId xmlns:a16="http://schemas.microsoft.com/office/drawing/2014/main" id="{2AC255A1-9E21-0591-850C-D24AC51F84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92951" y="1862138"/>
            <a:ext cx="418465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700" b="1" u="none">
                <a:solidFill>
                  <a:schemeClr val="accent2"/>
                </a:solidFill>
              </a:defRPr>
            </a:lvl1pPr>
            <a:lvl2pPr marL="0" indent="0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  <a:buNone/>
              <a:defRPr sz="1400">
                <a:solidFill>
                  <a:schemeClr val="tx2"/>
                </a:solidFill>
              </a:defRPr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A55B6DD7-EF35-1A47-0682-FB0263AE46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972" y="-1239748"/>
            <a:ext cx="2726056" cy="2726056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6BB7C3AF-C957-8BE3-AA41-01756EF205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0864" y="6346864"/>
            <a:ext cx="1022272" cy="102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4371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09663" y="2438030"/>
            <a:ext cx="4676775" cy="2674937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ADF69FDE-B23B-9656-AB0E-FA565B8C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55275"/>
            <a:ext cx="7160897" cy="476190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A55B6DD7-EF35-1A47-0682-FB0263AE46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28972" y="-1239748"/>
            <a:ext cx="2726056" cy="2726056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6BB7C3AF-C957-8BE3-AA41-01756EF205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0864" y="6346864"/>
            <a:ext cx="1022272" cy="1022272"/>
          </a:xfrm>
          <a:prstGeom prst="rect">
            <a:avLst/>
          </a:prstGeom>
        </p:spPr>
      </p:pic>
      <p:sp>
        <p:nvSpPr>
          <p:cNvPr id="2" name="Espaço Reservado para Gráfico 7">
            <a:extLst>
              <a:ext uri="{FF2B5EF4-FFF2-40B4-BE49-F238E27FC236}">
                <a16:creationId xmlns:a16="http://schemas.microsoft.com/office/drawing/2014/main" id="{794511CE-6AEF-6FC7-2BBF-27E054E2A87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7096321" y="1365660"/>
            <a:ext cx="3298629" cy="1941860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3" name="Espaço Reservado para Gráfico 7">
            <a:extLst>
              <a:ext uri="{FF2B5EF4-FFF2-40B4-BE49-F238E27FC236}">
                <a16:creationId xmlns:a16="http://schemas.microsoft.com/office/drawing/2014/main" id="{ABB453D1-8782-5B15-4AA3-58BC9064C3CB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7096321" y="4274791"/>
            <a:ext cx="3298629" cy="1941860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</p:spTree>
    <p:extLst>
      <p:ext uri="{BB962C8B-B14F-4D97-AF65-F5344CB8AC3E}">
        <p14:creationId xmlns:p14="http://schemas.microsoft.com/office/powerpoint/2010/main" val="41824229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s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09663" y="2438030"/>
            <a:ext cx="4676775" cy="2674937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ADF69FDE-B23B-9656-AB0E-FA565B8C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55275"/>
            <a:ext cx="7160897" cy="476190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A55B6DD7-EF35-1A47-0682-FB0263AE46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28972" y="-1239748"/>
            <a:ext cx="2726056" cy="2726056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6BB7C3AF-C957-8BE3-AA41-01756EF205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0864" y="6346864"/>
            <a:ext cx="1022272" cy="1022272"/>
          </a:xfrm>
          <a:prstGeom prst="rect">
            <a:avLst/>
          </a:prstGeom>
        </p:spPr>
      </p:pic>
      <p:sp>
        <p:nvSpPr>
          <p:cNvPr id="2" name="Espaço Reservado para Gráfico 7">
            <a:extLst>
              <a:ext uri="{FF2B5EF4-FFF2-40B4-BE49-F238E27FC236}">
                <a16:creationId xmlns:a16="http://schemas.microsoft.com/office/drawing/2014/main" id="{794511CE-6AEF-6FC7-2BBF-27E054E2A87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7096321" y="1365660"/>
            <a:ext cx="3298629" cy="1941860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3" name="Espaço Reservado para Gráfico 7">
            <a:extLst>
              <a:ext uri="{FF2B5EF4-FFF2-40B4-BE49-F238E27FC236}">
                <a16:creationId xmlns:a16="http://schemas.microsoft.com/office/drawing/2014/main" id="{ABB453D1-8782-5B15-4AA3-58BC9064C3CB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7096321" y="4274791"/>
            <a:ext cx="3298629" cy="1941860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</p:spTree>
    <p:extLst>
      <p:ext uri="{BB962C8B-B14F-4D97-AF65-F5344CB8AC3E}">
        <p14:creationId xmlns:p14="http://schemas.microsoft.com/office/powerpoint/2010/main" val="20751557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88C2BB54-28D0-7B69-03DE-35D0AF230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5802" y="1758649"/>
            <a:ext cx="1918548" cy="1918548"/>
          </a:xfrm>
          <a:prstGeom prst="rect">
            <a:avLst/>
          </a:prstGeom>
        </p:spPr>
      </p:pic>
      <p:sp>
        <p:nvSpPr>
          <p:cNvPr id="3" name="Oval 5">
            <a:extLst>
              <a:ext uri="{FF2B5EF4-FFF2-40B4-BE49-F238E27FC236}">
                <a16:creationId xmlns:a16="http://schemas.microsoft.com/office/drawing/2014/main" id="{43A55EDC-8B05-1E90-D19A-7CF6933CD13C}"/>
              </a:ext>
            </a:extLst>
          </p:cNvPr>
          <p:cNvSpPr/>
          <p:nvPr userDrawn="1"/>
        </p:nvSpPr>
        <p:spPr>
          <a:xfrm>
            <a:off x="1982364" y="2691731"/>
            <a:ext cx="3629025" cy="36290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32D6C9E4-DEA1-2E9C-FC67-6A4B3C700A88}"/>
              </a:ext>
            </a:extLst>
          </p:cNvPr>
          <p:cNvSpPr/>
          <p:nvPr userDrawn="1"/>
        </p:nvSpPr>
        <p:spPr>
          <a:xfrm>
            <a:off x="245178" y="2094225"/>
            <a:ext cx="2398847" cy="2398847"/>
          </a:xfrm>
          <a:prstGeom prst="ellipse">
            <a:avLst/>
          </a:prstGeom>
          <a:solidFill>
            <a:srgbClr val="F3AB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D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5BCF3B3-3544-DAA9-5634-21C61FEECDBC}"/>
              </a:ext>
            </a:extLst>
          </p:cNvPr>
          <p:cNvSpPr/>
          <p:nvPr userDrawn="1"/>
        </p:nvSpPr>
        <p:spPr>
          <a:xfrm>
            <a:off x="931579" y="2094225"/>
            <a:ext cx="5055268" cy="3629025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1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5DF07B2-02A4-CB71-CA7E-52A98612C97F}"/>
              </a:ext>
            </a:extLst>
          </p:cNvPr>
          <p:cNvSpPr/>
          <p:nvPr userDrawn="1"/>
        </p:nvSpPr>
        <p:spPr>
          <a:xfrm>
            <a:off x="6223200" y="2094224"/>
            <a:ext cx="5054400" cy="3622265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1"/>
          </a:p>
        </p:txBody>
      </p:sp>
      <p:sp>
        <p:nvSpPr>
          <p:cNvPr id="13" name="Título 8">
            <a:extLst>
              <a:ext uri="{FF2B5EF4-FFF2-40B4-BE49-F238E27FC236}">
                <a16:creationId xmlns:a16="http://schemas.microsoft.com/office/drawing/2014/main" id="{7CD44CD7-56CD-8EB0-6CDD-B78477F92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509" y="641350"/>
            <a:ext cx="5969841" cy="921743"/>
          </a:xfrm>
        </p:spPr>
        <p:txBody>
          <a:bodyPr>
            <a:noAutofit/>
          </a:bodyPr>
          <a:lstStyle>
            <a:lvl1pPr marR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3000" b="1" i="0" u="none" strike="noStrike" cap="none" spc="-100" dirty="0">
                <a:solidFill>
                  <a:schemeClr val="accent1"/>
                </a:solidFill>
                <a:latin typeface="+mj-lt"/>
                <a:ea typeface="Arial"/>
                <a:cs typeface="Arial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Conteúdo 16">
            <a:extLst>
              <a:ext uri="{FF2B5EF4-FFF2-40B4-BE49-F238E27FC236}">
                <a16:creationId xmlns:a16="http://schemas.microsoft.com/office/drawing/2014/main" id="{70EC372B-880B-D5C5-1EC1-C8E4283A3C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10139" y="2344334"/>
            <a:ext cx="4498147" cy="3146829"/>
          </a:xfrm>
        </p:spPr>
        <p:txBody>
          <a:bodyPr/>
          <a:lstStyle>
            <a:lvl1pPr algn="ctr">
              <a:spcAft>
                <a:spcPts val="1200"/>
              </a:spcAft>
              <a:defRPr sz="1500"/>
            </a:lvl1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8" name="Espaço Reservado para Conteúdo 16">
            <a:extLst>
              <a:ext uri="{FF2B5EF4-FFF2-40B4-BE49-F238E27FC236}">
                <a16:creationId xmlns:a16="http://schemas.microsoft.com/office/drawing/2014/main" id="{DD68C171-7AB8-FCB5-8C97-0B242937AFC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01326" y="2344334"/>
            <a:ext cx="4498147" cy="3146829"/>
          </a:xfrm>
        </p:spPr>
        <p:txBody>
          <a:bodyPr/>
          <a:lstStyle>
            <a:lvl1pPr algn="ctr">
              <a:spcAft>
                <a:spcPts val="1200"/>
              </a:spcAft>
              <a:defRPr sz="1500"/>
            </a:lvl1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00462018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duplo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88C2BB54-28D0-7B69-03DE-35D0AF230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5802" y="1758649"/>
            <a:ext cx="1918548" cy="1918548"/>
          </a:xfrm>
          <a:prstGeom prst="rect">
            <a:avLst/>
          </a:prstGeom>
        </p:spPr>
      </p:pic>
      <p:sp>
        <p:nvSpPr>
          <p:cNvPr id="3" name="Oval 5">
            <a:extLst>
              <a:ext uri="{FF2B5EF4-FFF2-40B4-BE49-F238E27FC236}">
                <a16:creationId xmlns:a16="http://schemas.microsoft.com/office/drawing/2014/main" id="{43A55EDC-8B05-1E90-D19A-7CF6933CD13C}"/>
              </a:ext>
            </a:extLst>
          </p:cNvPr>
          <p:cNvSpPr/>
          <p:nvPr userDrawn="1"/>
        </p:nvSpPr>
        <p:spPr>
          <a:xfrm>
            <a:off x="1982364" y="2691731"/>
            <a:ext cx="3629025" cy="36290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32D6C9E4-DEA1-2E9C-FC67-6A4B3C700A88}"/>
              </a:ext>
            </a:extLst>
          </p:cNvPr>
          <p:cNvSpPr/>
          <p:nvPr userDrawn="1"/>
        </p:nvSpPr>
        <p:spPr>
          <a:xfrm>
            <a:off x="245178" y="2094225"/>
            <a:ext cx="2398847" cy="2398847"/>
          </a:xfrm>
          <a:prstGeom prst="ellipse">
            <a:avLst/>
          </a:prstGeom>
          <a:solidFill>
            <a:srgbClr val="F3AB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D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5BCF3B3-3544-DAA9-5634-21C61FEECDBC}"/>
              </a:ext>
            </a:extLst>
          </p:cNvPr>
          <p:cNvSpPr/>
          <p:nvPr userDrawn="1"/>
        </p:nvSpPr>
        <p:spPr>
          <a:xfrm>
            <a:off x="931579" y="2094225"/>
            <a:ext cx="5055268" cy="3629025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1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5DF07B2-02A4-CB71-CA7E-52A98612C97F}"/>
              </a:ext>
            </a:extLst>
          </p:cNvPr>
          <p:cNvSpPr/>
          <p:nvPr userDrawn="1"/>
        </p:nvSpPr>
        <p:spPr>
          <a:xfrm>
            <a:off x="6223200" y="2094224"/>
            <a:ext cx="5054400" cy="3622265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1"/>
          </a:p>
        </p:txBody>
      </p:sp>
      <p:sp>
        <p:nvSpPr>
          <p:cNvPr id="13" name="Título 8">
            <a:extLst>
              <a:ext uri="{FF2B5EF4-FFF2-40B4-BE49-F238E27FC236}">
                <a16:creationId xmlns:a16="http://schemas.microsoft.com/office/drawing/2014/main" id="{7CD44CD7-56CD-8EB0-6CDD-B78477F92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509" y="641350"/>
            <a:ext cx="5969841" cy="921743"/>
          </a:xfrm>
        </p:spPr>
        <p:txBody>
          <a:bodyPr>
            <a:noAutofit/>
          </a:bodyPr>
          <a:lstStyle>
            <a:lvl1pPr marR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3000" b="1" i="0" u="none" strike="noStrike" cap="none" spc="-100" dirty="0">
                <a:solidFill>
                  <a:schemeClr val="accent1"/>
                </a:solidFill>
                <a:latin typeface="+mj-lt"/>
                <a:ea typeface="Arial"/>
                <a:cs typeface="Arial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Conteúdo 16">
            <a:extLst>
              <a:ext uri="{FF2B5EF4-FFF2-40B4-BE49-F238E27FC236}">
                <a16:creationId xmlns:a16="http://schemas.microsoft.com/office/drawing/2014/main" id="{70EC372B-880B-D5C5-1EC1-C8E4283A3C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10139" y="2344334"/>
            <a:ext cx="4498147" cy="3146829"/>
          </a:xfrm>
        </p:spPr>
        <p:txBody>
          <a:bodyPr/>
          <a:lstStyle>
            <a:lvl1pPr algn="ctr">
              <a:spcAft>
                <a:spcPts val="1200"/>
              </a:spcAft>
              <a:defRPr sz="1500"/>
            </a:lvl1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8" name="Espaço Reservado para Conteúdo 16">
            <a:extLst>
              <a:ext uri="{FF2B5EF4-FFF2-40B4-BE49-F238E27FC236}">
                <a16:creationId xmlns:a16="http://schemas.microsoft.com/office/drawing/2014/main" id="{DD68C171-7AB8-FCB5-8C97-0B242937AFC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01326" y="2344334"/>
            <a:ext cx="4498147" cy="3146829"/>
          </a:xfrm>
        </p:spPr>
        <p:txBody>
          <a:bodyPr/>
          <a:lstStyle>
            <a:lvl1pPr algn="ctr">
              <a:spcAft>
                <a:spcPts val="1200"/>
              </a:spcAft>
              <a:defRPr sz="1500"/>
            </a:lvl1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00117633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s numer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lipse 10">
            <a:extLst>
              <a:ext uri="{FF2B5EF4-FFF2-40B4-BE49-F238E27FC236}">
                <a16:creationId xmlns:a16="http://schemas.microsoft.com/office/drawing/2014/main" id="{33D9D3EE-07B8-DDE0-D24C-617A25DF28E4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>
          <a:xfrm>
            <a:off x="6178550" y="-394648"/>
            <a:ext cx="6228000" cy="622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FBBB0E18-BC75-0FC9-7E6F-94F735FD7A0A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6178335" y="-394649"/>
            <a:ext cx="6228231" cy="5890966"/>
          </a:xfrm>
          <a:custGeom>
            <a:avLst/>
            <a:gdLst>
              <a:gd name="connsiteX0" fmla="*/ 0 w 6228000"/>
              <a:gd name="connsiteY0" fmla="*/ 3114000 h 6228000"/>
              <a:gd name="connsiteX1" fmla="*/ 3114000 w 6228000"/>
              <a:gd name="connsiteY1" fmla="*/ 0 h 6228000"/>
              <a:gd name="connsiteX2" fmla="*/ 6228000 w 6228000"/>
              <a:gd name="connsiteY2" fmla="*/ 3114000 h 6228000"/>
              <a:gd name="connsiteX3" fmla="*/ 3114000 w 6228000"/>
              <a:gd name="connsiteY3" fmla="*/ 6228000 h 6228000"/>
              <a:gd name="connsiteX4" fmla="*/ 0 w 6228000"/>
              <a:gd name="connsiteY4" fmla="*/ 3114000 h 6228000"/>
              <a:gd name="connsiteX0" fmla="*/ 335458 w 6563458"/>
              <a:gd name="connsiteY0" fmla="*/ 3114000 h 6235728"/>
              <a:gd name="connsiteX1" fmla="*/ 3449458 w 6563458"/>
              <a:gd name="connsiteY1" fmla="*/ 0 h 6235728"/>
              <a:gd name="connsiteX2" fmla="*/ 6563458 w 6563458"/>
              <a:gd name="connsiteY2" fmla="*/ 3114000 h 6235728"/>
              <a:gd name="connsiteX3" fmla="*/ 3449458 w 6563458"/>
              <a:gd name="connsiteY3" fmla="*/ 6228000 h 6235728"/>
              <a:gd name="connsiteX4" fmla="*/ 436684 w 6563458"/>
              <a:gd name="connsiteY4" fmla="*/ 3971566 h 6235728"/>
              <a:gd name="connsiteX5" fmla="*/ 335458 w 6563458"/>
              <a:gd name="connsiteY5" fmla="*/ 3114000 h 6235728"/>
              <a:gd name="connsiteX0" fmla="*/ 198652 w 6426652"/>
              <a:gd name="connsiteY0" fmla="*/ 3114000 h 6235728"/>
              <a:gd name="connsiteX1" fmla="*/ 3312652 w 6426652"/>
              <a:gd name="connsiteY1" fmla="*/ 0 h 6235728"/>
              <a:gd name="connsiteX2" fmla="*/ 6426652 w 6426652"/>
              <a:gd name="connsiteY2" fmla="*/ 3114000 h 6235728"/>
              <a:gd name="connsiteX3" fmla="*/ 3312652 w 6426652"/>
              <a:gd name="connsiteY3" fmla="*/ 6228000 h 6235728"/>
              <a:gd name="connsiteX4" fmla="*/ 299878 w 6426652"/>
              <a:gd name="connsiteY4" fmla="*/ 3971566 h 6235728"/>
              <a:gd name="connsiteX5" fmla="*/ 198652 w 6426652"/>
              <a:gd name="connsiteY5" fmla="*/ 3114000 h 6235728"/>
              <a:gd name="connsiteX0" fmla="*/ 0 w 6228000"/>
              <a:gd name="connsiteY0" fmla="*/ 3114000 h 6235728"/>
              <a:gd name="connsiteX1" fmla="*/ 3114000 w 6228000"/>
              <a:gd name="connsiteY1" fmla="*/ 0 h 6235728"/>
              <a:gd name="connsiteX2" fmla="*/ 6228000 w 6228000"/>
              <a:gd name="connsiteY2" fmla="*/ 3114000 h 6235728"/>
              <a:gd name="connsiteX3" fmla="*/ 3114000 w 6228000"/>
              <a:gd name="connsiteY3" fmla="*/ 6228000 h 6235728"/>
              <a:gd name="connsiteX4" fmla="*/ 101226 w 6228000"/>
              <a:gd name="connsiteY4" fmla="*/ 3971566 h 6235728"/>
              <a:gd name="connsiteX5" fmla="*/ 0 w 6228000"/>
              <a:gd name="connsiteY5" fmla="*/ 3114000 h 6235728"/>
              <a:gd name="connsiteX0" fmla="*/ 3161 w 6231161"/>
              <a:gd name="connsiteY0" fmla="*/ 3114000 h 6235728"/>
              <a:gd name="connsiteX1" fmla="*/ 3117161 w 6231161"/>
              <a:gd name="connsiteY1" fmla="*/ 0 h 6235728"/>
              <a:gd name="connsiteX2" fmla="*/ 6231161 w 6231161"/>
              <a:gd name="connsiteY2" fmla="*/ 3114000 h 6235728"/>
              <a:gd name="connsiteX3" fmla="*/ 3117161 w 6231161"/>
              <a:gd name="connsiteY3" fmla="*/ 6228000 h 6235728"/>
              <a:gd name="connsiteX4" fmla="*/ 104387 w 6231161"/>
              <a:gd name="connsiteY4" fmla="*/ 3971566 h 6235728"/>
              <a:gd name="connsiteX5" fmla="*/ 3161 w 6231161"/>
              <a:gd name="connsiteY5" fmla="*/ 3114000 h 6235728"/>
              <a:gd name="connsiteX0" fmla="*/ 3161 w 6231161"/>
              <a:gd name="connsiteY0" fmla="*/ 3114000 h 6234127"/>
              <a:gd name="connsiteX1" fmla="*/ 3117161 w 6231161"/>
              <a:gd name="connsiteY1" fmla="*/ 0 h 6234127"/>
              <a:gd name="connsiteX2" fmla="*/ 6231161 w 6231161"/>
              <a:gd name="connsiteY2" fmla="*/ 3114000 h 6234127"/>
              <a:gd name="connsiteX3" fmla="*/ 3117161 w 6231161"/>
              <a:gd name="connsiteY3" fmla="*/ 6228000 h 6234127"/>
              <a:gd name="connsiteX4" fmla="*/ 104387 w 6231161"/>
              <a:gd name="connsiteY4" fmla="*/ 3971566 h 6234127"/>
              <a:gd name="connsiteX5" fmla="*/ 3161 w 6231161"/>
              <a:gd name="connsiteY5" fmla="*/ 3114000 h 6234127"/>
              <a:gd name="connsiteX0" fmla="*/ 232739 w 6460739"/>
              <a:gd name="connsiteY0" fmla="*/ 3114000 h 4134120"/>
              <a:gd name="connsiteX1" fmla="*/ 3346739 w 6460739"/>
              <a:gd name="connsiteY1" fmla="*/ 0 h 4134120"/>
              <a:gd name="connsiteX2" fmla="*/ 6460739 w 6460739"/>
              <a:gd name="connsiteY2" fmla="*/ 3114000 h 4134120"/>
              <a:gd name="connsiteX3" fmla="*/ 4624210 w 6460739"/>
              <a:gd name="connsiteY3" fmla="*/ 3968895 h 4134120"/>
              <a:gd name="connsiteX4" fmla="*/ 333965 w 6460739"/>
              <a:gd name="connsiteY4" fmla="*/ 3971566 h 4134120"/>
              <a:gd name="connsiteX5" fmla="*/ 232739 w 6460739"/>
              <a:gd name="connsiteY5" fmla="*/ 3114000 h 4134120"/>
              <a:gd name="connsiteX0" fmla="*/ 232739 w 6533426"/>
              <a:gd name="connsiteY0" fmla="*/ 3114000 h 4101226"/>
              <a:gd name="connsiteX1" fmla="*/ 3346739 w 6533426"/>
              <a:gd name="connsiteY1" fmla="*/ 0 h 4101226"/>
              <a:gd name="connsiteX2" fmla="*/ 6460739 w 6533426"/>
              <a:gd name="connsiteY2" fmla="*/ 3114000 h 4101226"/>
              <a:gd name="connsiteX3" fmla="*/ 5470743 w 6533426"/>
              <a:gd name="connsiteY3" fmla="*/ 4052249 h 4101226"/>
              <a:gd name="connsiteX4" fmla="*/ 4624210 w 6533426"/>
              <a:gd name="connsiteY4" fmla="*/ 3968895 h 4101226"/>
              <a:gd name="connsiteX5" fmla="*/ 333965 w 6533426"/>
              <a:gd name="connsiteY5" fmla="*/ 3971566 h 4101226"/>
              <a:gd name="connsiteX6" fmla="*/ 232739 w 6533426"/>
              <a:gd name="connsiteY6" fmla="*/ 3114000 h 4101226"/>
              <a:gd name="connsiteX0" fmla="*/ 232739 w 6507150"/>
              <a:gd name="connsiteY0" fmla="*/ 3114000 h 5929534"/>
              <a:gd name="connsiteX1" fmla="*/ 3346739 w 6507150"/>
              <a:gd name="connsiteY1" fmla="*/ 0 h 5929534"/>
              <a:gd name="connsiteX2" fmla="*/ 6460739 w 6507150"/>
              <a:gd name="connsiteY2" fmla="*/ 3114000 h 5929534"/>
              <a:gd name="connsiteX3" fmla="*/ 4731155 w 6507150"/>
              <a:gd name="connsiteY3" fmla="*/ 5921390 h 5929534"/>
              <a:gd name="connsiteX4" fmla="*/ 4624210 w 6507150"/>
              <a:gd name="connsiteY4" fmla="*/ 3968895 h 5929534"/>
              <a:gd name="connsiteX5" fmla="*/ 333965 w 6507150"/>
              <a:gd name="connsiteY5" fmla="*/ 3971566 h 5929534"/>
              <a:gd name="connsiteX6" fmla="*/ 232739 w 6507150"/>
              <a:gd name="connsiteY6" fmla="*/ 3114000 h 5929534"/>
              <a:gd name="connsiteX0" fmla="*/ 232739 w 6526554"/>
              <a:gd name="connsiteY0" fmla="*/ 3114000 h 5929534"/>
              <a:gd name="connsiteX1" fmla="*/ 3346739 w 6526554"/>
              <a:gd name="connsiteY1" fmla="*/ 0 h 5929534"/>
              <a:gd name="connsiteX2" fmla="*/ 6460739 w 6526554"/>
              <a:gd name="connsiteY2" fmla="*/ 3114000 h 5929534"/>
              <a:gd name="connsiteX3" fmla="*/ 4731155 w 6526554"/>
              <a:gd name="connsiteY3" fmla="*/ 5921390 h 5929534"/>
              <a:gd name="connsiteX4" fmla="*/ 4624210 w 6526554"/>
              <a:gd name="connsiteY4" fmla="*/ 3968895 h 5929534"/>
              <a:gd name="connsiteX5" fmla="*/ 333965 w 6526554"/>
              <a:gd name="connsiteY5" fmla="*/ 3971566 h 5929534"/>
              <a:gd name="connsiteX6" fmla="*/ 232739 w 6526554"/>
              <a:gd name="connsiteY6" fmla="*/ 3114000 h 5929534"/>
              <a:gd name="connsiteX0" fmla="*/ 232739 w 6526554"/>
              <a:gd name="connsiteY0" fmla="*/ 3114000 h 5929534"/>
              <a:gd name="connsiteX1" fmla="*/ 3346739 w 6526554"/>
              <a:gd name="connsiteY1" fmla="*/ 0 h 5929534"/>
              <a:gd name="connsiteX2" fmla="*/ 6460739 w 6526554"/>
              <a:gd name="connsiteY2" fmla="*/ 3114000 h 5929534"/>
              <a:gd name="connsiteX3" fmla="*/ 4731155 w 6526554"/>
              <a:gd name="connsiteY3" fmla="*/ 5921390 h 5929534"/>
              <a:gd name="connsiteX4" fmla="*/ 4624210 w 6526554"/>
              <a:gd name="connsiteY4" fmla="*/ 3968895 h 5929534"/>
              <a:gd name="connsiteX5" fmla="*/ 333965 w 6526554"/>
              <a:gd name="connsiteY5" fmla="*/ 3971566 h 5929534"/>
              <a:gd name="connsiteX6" fmla="*/ 232739 w 6526554"/>
              <a:gd name="connsiteY6" fmla="*/ 3114000 h 5929534"/>
              <a:gd name="connsiteX0" fmla="*/ 232739 w 6462699"/>
              <a:gd name="connsiteY0" fmla="*/ 3114000 h 5929534"/>
              <a:gd name="connsiteX1" fmla="*/ 3346739 w 6462699"/>
              <a:gd name="connsiteY1" fmla="*/ 0 h 5929534"/>
              <a:gd name="connsiteX2" fmla="*/ 6460739 w 6462699"/>
              <a:gd name="connsiteY2" fmla="*/ 3114000 h 5929534"/>
              <a:gd name="connsiteX3" fmla="*/ 4731155 w 6462699"/>
              <a:gd name="connsiteY3" fmla="*/ 5921390 h 5929534"/>
              <a:gd name="connsiteX4" fmla="*/ 4624210 w 6462699"/>
              <a:gd name="connsiteY4" fmla="*/ 3968895 h 5929534"/>
              <a:gd name="connsiteX5" fmla="*/ 333965 w 6462699"/>
              <a:gd name="connsiteY5" fmla="*/ 3971566 h 5929534"/>
              <a:gd name="connsiteX6" fmla="*/ 232739 w 6462699"/>
              <a:gd name="connsiteY6" fmla="*/ 3114000 h 5929534"/>
              <a:gd name="connsiteX0" fmla="*/ 232739 w 6462699"/>
              <a:gd name="connsiteY0" fmla="*/ 3114000 h 5929534"/>
              <a:gd name="connsiteX1" fmla="*/ 3346739 w 6462699"/>
              <a:gd name="connsiteY1" fmla="*/ 0 h 5929534"/>
              <a:gd name="connsiteX2" fmla="*/ 6460739 w 6462699"/>
              <a:gd name="connsiteY2" fmla="*/ 3114000 h 5929534"/>
              <a:gd name="connsiteX3" fmla="*/ 4731155 w 6462699"/>
              <a:gd name="connsiteY3" fmla="*/ 5921390 h 5929534"/>
              <a:gd name="connsiteX4" fmla="*/ 4624210 w 6462699"/>
              <a:gd name="connsiteY4" fmla="*/ 3968895 h 5929534"/>
              <a:gd name="connsiteX5" fmla="*/ 333965 w 6462699"/>
              <a:gd name="connsiteY5" fmla="*/ 3971566 h 5929534"/>
              <a:gd name="connsiteX6" fmla="*/ 232739 w 6462699"/>
              <a:gd name="connsiteY6" fmla="*/ 3114000 h 5929534"/>
              <a:gd name="connsiteX0" fmla="*/ 232739 w 6462699"/>
              <a:gd name="connsiteY0" fmla="*/ 3114000 h 5929534"/>
              <a:gd name="connsiteX1" fmla="*/ 3346739 w 6462699"/>
              <a:gd name="connsiteY1" fmla="*/ 0 h 5929534"/>
              <a:gd name="connsiteX2" fmla="*/ 6460739 w 6462699"/>
              <a:gd name="connsiteY2" fmla="*/ 3114000 h 5929534"/>
              <a:gd name="connsiteX3" fmla="*/ 4731155 w 6462699"/>
              <a:gd name="connsiteY3" fmla="*/ 5921390 h 5929534"/>
              <a:gd name="connsiteX4" fmla="*/ 4624210 w 6462699"/>
              <a:gd name="connsiteY4" fmla="*/ 3968895 h 5929534"/>
              <a:gd name="connsiteX5" fmla="*/ 333965 w 6462699"/>
              <a:gd name="connsiteY5" fmla="*/ 3971566 h 5929534"/>
              <a:gd name="connsiteX6" fmla="*/ 232739 w 6462699"/>
              <a:gd name="connsiteY6" fmla="*/ 3114000 h 5929534"/>
              <a:gd name="connsiteX0" fmla="*/ 232739 w 6462699"/>
              <a:gd name="connsiteY0" fmla="*/ 3114000 h 5929534"/>
              <a:gd name="connsiteX1" fmla="*/ 3346739 w 6462699"/>
              <a:gd name="connsiteY1" fmla="*/ 0 h 5929534"/>
              <a:gd name="connsiteX2" fmla="*/ 6460739 w 6462699"/>
              <a:gd name="connsiteY2" fmla="*/ 3114000 h 5929534"/>
              <a:gd name="connsiteX3" fmla="*/ 4731155 w 6462699"/>
              <a:gd name="connsiteY3" fmla="*/ 5921390 h 5929534"/>
              <a:gd name="connsiteX4" fmla="*/ 4624210 w 6462699"/>
              <a:gd name="connsiteY4" fmla="*/ 3968895 h 5929534"/>
              <a:gd name="connsiteX5" fmla="*/ 333965 w 6462699"/>
              <a:gd name="connsiteY5" fmla="*/ 3971566 h 5929534"/>
              <a:gd name="connsiteX6" fmla="*/ 232739 w 6462699"/>
              <a:gd name="connsiteY6" fmla="*/ 3114000 h 5929534"/>
              <a:gd name="connsiteX0" fmla="*/ 3162 w 6233122"/>
              <a:gd name="connsiteY0" fmla="*/ 3114000 h 5929534"/>
              <a:gd name="connsiteX1" fmla="*/ 3117162 w 6233122"/>
              <a:gd name="connsiteY1" fmla="*/ 0 h 5929534"/>
              <a:gd name="connsiteX2" fmla="*/ 6231162 w 6233122"/>
              <a:gd name="connsiteY2" fmla="*/ 3114000 h 5929534"/>
              <a:gd name="connsiteX3" fmla="*/ 4501578 w 6233122"/>
              <a:gd name="connsiteY3" fmla="*/ 5921390 h 5929534"/>
              <a:gd name="connsiteX4" fmla="*/ 4394633 w 6233122"/>
              <a:gd name="connsiteY4" fmla="*/ 3968895 h 5929534"/>
              <a:gd name="connsiteX5" fmla="*/ 104388 w 6233122"/>
              <a:gd name="connsiteY5" fmla="*/ 3971566 h 5929534"/>
              <a:gd name="connsiteX6" fmla="*/ 3162 w 6233122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650"/>
              <a:gd name="connsiteX1" fmla="*/ 3119446 w 6235406"/>
              <a:gd name="connsiteY1" fmla="*/ 0 h 5929650"/>
              <a:gd name="connsiteX2" fmla="*/ 6233446 w 6235406"/>
              <a:gd name="connsiteY2" fmla="*/ 3114000 h 5929650"/>
              <a:gd name="connsiteX3" fmla="*/ 4503862 w 6235406"/>
              <a:gd name="connsiteY3" fmla="*/ 5921390 h 5929650"/>
              <a:gd name="connsiteX4" fmla="*/ 4396917 w 6235406"/>
              <a:gd name="connsiteY4" fmla="*/ 3968895 h 5929650"/>
              <a:gd name="connsiteX5" fmla="*/ 106672 w 6235406"/>
              <a:gd name="connsiteY5" fmla="*/ 3971566 h 5929650"/>
              <a:gd name="connsiteX6" fmla="*/ 5446 w 6235406"/>
              <a:gd name="connsiteY6" fmla="*/ 3114000 h 5929650"/>
              <a:gd name="connsiteX0" fmla="*/ 5446 w 6235406"/>
              <a:gd name="connsiteY0" fmla="*/ 3114000 h 5929650"/>
              <a:gd name="connsiteX1" fmla="*/ 3119446 w 6235406"/>
              <a:gd name="connsiteY1" fmla="*/ 0 h 5929650"/>
              <a:gd name="connsiteX2" fmla="*/ 6233446 w 6235406"/>
              <a:gd name="connsiteY2" fmla="*/ 3114000 h 5929650"/>
              <a:gd name="connsiteX3" fmla="*/ 4503862 w 6235406"/>
              <a:gd name="connsiteY3" fmla="*/ 5921390 h 5929650"/>
              <a:gd name="connsiteX4" fmla="*/ 4396917 w 6235406"/>
              <a:gd name="connsiteY4" fmla="*/ 3968895 h 5929650"/>
              <a:gd name="connsiteX5" fmla="*/ 106672 w 6235406"/>
              <a:gd name="connsiteY5" fmla="*/ 3971566 h 5929650"/>
              <a:gd name="connsiteX6" fmla="*/ 5446 w 6235406"/>
              <a:gd name="connsiteY6" fmla="*/ 3114000 h 5929650"/>
              <a:gd name="connsiteX0" fmla="*/ 5446 w 6235406"/>
              <a:gd name="connsiteY0" fmla="*/ 3114000 h 5929650"/>
              <a:gd name="connsiteX1" fmla="*/ 3119446 w 6235406"/>
              <a:gd name="connsiteY1" fmla="*/ 0 h 5929650"/>
              <a:gd name="connsiteX2" fmla="*/ 6233446 w 6235406"/>
              <a:gd name="connsiteY2" fmla="*/ 3114000 h 5929650"/>
              <a:gd name="connsiteX3" fmla="*/ 4503862 w 6235406"/>
              <a:gd name="connsiteY3" fmla="*/ 5921390 h 5929650"/>
              <a:gd name="connsiteX4" fmla="*/ 4396917 w 6235406"/>
              <a:gd name="connsiteY4" fmla="*/ 3968895 h 5929650"/>
              <a:gd name="connsiteX5" fmla="*/ 106672 w 6235406"/>
              <a:gd name="connsiteY5" fmla="*/ 3971566 h 5929650"/>
              <a:gd name="connsiteX6" fmla="*/ 5446 w 6235406"/>
              <a:gd name="connsiteY6" fmla="*/ 3114000 h 5929650"/>
              <a:gd name="connsiteX0" fmla="*/ 5446 w 6235406"/>
              <a:gd name="connsiteY0" fmla="*/ 3114000 h 5921390"/>
              <a:gd name="connsiteX1" fmla="*/ 3119446 w 6235406"/>
              <a:gd name="connsiteY1" fmla="*/ 0 h 5921390"/>
              <a:gd name="connsiteX2" fmla="*/ 6233446 w 6235406"/>
              <a:gd name="connsiteY2" fmla="*/ 3114000 h 5921390"/>
              <a:gd name="connsiteX3" fmla="*/ 4503862 w 6235406"/>
              <a:gd name="connsiteY3" fmla="*/ 5921390 h 5921390"/>
              <a:gd name="connsiteX4" fmla="*/ 4396917 w 6235406"/>
              <a:gd name="connsiteY4" fmla="*/ 3968895 h 5921390"/>
              <a:gd name="connsiteX5" fmla="*/ 106672 w 6235406"/>
              <a:gd name="connsiteY5" fmla="*/ 3971566 h 5921390"/>
              <a:gd name="connsiteX6" fmla="*/ 5446 w 6235406"/>
              <a:gd name="connsiteY6" fmla="*/ 3114000 h 5921390"/>
              <a:gd name="connsiteX0" fmla="*/ 5446 w 6235406"/>
              <a:gd name="connsiteY0" fmla="*/ 3114000 h 5921390"/>
              <a:gd name="connsiteX1" fmla="*/ 3119446 w 6235406"/>
              <a:gd name="connsiteY1" fmla="*/ 0 h 5921390"/>
              <a:gd name="connsiteX2" fmla="*/ 6233446 w 6235406"/>
              <a:gd name="connsiteY2" fmla="*/ 3114000 h 5921390"/>
              <a:gd name="connsiteX3" fmla="*/ 4503862 w 6235406"/>
              <a:gd name="connsiteY3" fmla="*/ 5921390 h 5921390"/>
              <a:gd name="connsiteX4" fmla="*/ 4396917 w 6235406"/>
              <a:gd name="connsiteY4" fmla="*/ 3968895 h 5921390"/>
              <a:gd name="connsiteX5" fmla="*/ 106672 w 6235406"/>
              <a:gd name="connsiteY5" fmla="*/ 3971566 h 5921390"/>
              <a:gd name="connsiteX6" fmla="*/ 5446 w 6235406"/>
              <a:gd name="connsiteY6" fmla="*/ 3114000 h 5921390"/>
              <a:gd name="connsiteX0" fmla="*/ 5446 w 6235406"/>
              <a:gd name="connsiteY0" fmla="*/ 3114000 h 5921390"/>
              <a:gd name="connsiteX1" fmla="*/ 3119446 w 6235406"/>
              <a:gd name="connsiteY1" fmla="*/ 0 h 5921390"/>
              <a:gd name="connsiteX2" fmla="*/ 6233446 w 6235406"/>
              <a:gd name="connsiteY2" fmla="*/ 3114000 h 5921390"/>
              <a:gd name="connsiteX3" fmla="*/ 4503862 w 6235406"/>
              <a:gd name="connsiteY3" fmla="*/ 5921390 h 5921390"/>
              <a:gd name="connsiteX4" fmla="*/ 4396917 w 6235406"/>
              <a:gd name="connsiteY4" fmla="*/ 3968895 h 5921390"/>
              <a:gd name="connsiteX5" fmla="*/ 106672 w 6235406"/>
              <a:gd name="connsiteY5" fmla="*/ 3971566 h 5921390"/>
              <a:gd name="connsiteX6" fmla="*/ 5446 w 6235406"/>
              <a:gd name="connsiteY6" fmla="*/ 3114000 h 5921390"/>
              <a:gd name="connsiteX0" fmla="*/ 5446 w 6235406"/>
              <a:gd name="connsiteY0" fmla="*/ 3114000 h 5938745"/>
              <a:gd name="connsiteX1" fmla="*/ 3119446 w 6235406"/>
              <a:gd name="connsiteY1" fmla="*/ 0 h 5938745"/>
              <a:gd name="connsiteX2" fmla="*/ 6233446 w 6235406"/>
              <a:gd name="connsiteY2" fmla="*/ 3114000 h 5938745"/>
              <a:gd name="connsiteX3" fmla="*/ 4503862 w 6235406"/>
              <a:gd name="connsiteY3" fmla="*/ 5921390 h 5938745"/>
              <a:gd name="connsiteX4" fmla="*/ 4455038 w 6235406"/>
              <a:gd name="connsiteY4" fmla="*/ 4284366 h 5938745"/>
              <a:gd name="connsiteX5" fmla="*/ 4396917 w 6235406"/>
              <a:gd name="connsiteY5" fmla="*/ 3968895 h 5938745"/>
              <a:gd name="connsiteX6" fmla="*/ 106672 w 6235406"/>
              <a:gd name="connsiteY6" fmla="*/ 3971566 h 5938745"/>
              <a:gd name="connsiteX7" fmla="*/ 5446 w 6235406"/>
              <a:gd name="connsiteY7" fmla="*/ 3114000 h 5938745"/>
              <a:gd name="connsiteX0" fmla="*/ 5446 w 6235406"/>
              <a:gd name="connsiteY0" fmla="*/ 3114000 h 5938745"/>
              <a:gd name="connsiteX1" fmla="*/ 3119446 w 6235406"/>
              <a:gd name="connsiteY1" fmla="*/ 0 h 5938745"/>
              <a:gd name="connsiteX2" fmla="*/ 6233446 w 6235406"/>
              <a:gd name="connsiteY2" fmla="*/ 3114000 h 5938745"/>
              <a:gd name="connsiteX3" fmla="*/ 4503862 w 6235406"/>
              <a:gd name="connsiteY3" fmla="*/ 5921390 h 5938745"/>
              <a:gd name="connsiteX4" fmla="*/ 4455038 w 6235406"/>
              <a:gd name="connsiteY4" fmla="*/ 4284366 h 5938745"/>
              <a:gd name="connsiteX5" fmla="*/ 4396917 w 6235406"/>
              <a:gd name="connsiteY5" fmla="*/ 3968895 h 5938745"/>
              <a:gd name="connsiteX6" fmla="*/ 106672 w 6235406"/>
              <a:gd name="connsiteY6" fmla="*/ 3971566 h 5938745"/>
              <a:gd name="connsiteX7" fmla="*/ 5446 w 6235406"/>
              <a:gd name="connsiteY7" fmla="*/ 3114000 h 5938745"/>
              <a:gd name="connsiteX0" fmla="*/ 5446 w 6235406"/>
              <a:gd name="connsiteY0" fmla="*/ 3114000 h 5938745"/>
              <a:gd name="connsiteX1" fmla="*/ 3119446 w 6235406"/>
              <a:gd name="connsiteY1" fmla="*/ 0 h 5938745"/>
              <a:gd name="connsiteX2" fmla="*/ 6233446 w 6235406"/>
              <a:gd name="connsiteY2" fmla="*/ 3114000 h 5938745"/>
              <a:gd name="connsiteX3" fmla="*/ 4503862 w 6235406"/>
              <a:gd name="connsiteY3" fmla="*/ 5921390 h 5938745"/>
              <a:gd name="connsiteX4" fmla="*/ 4483173 w 6235406"/>
              <a:gd name="connsiteY4" fmla="*/ 4284366 h 5938745"/>
              <a:gd name="connsiteX5" fmla="*/ 4396917 w 6235406"/>
              <a:gd name="connsiteY5" fmla="*/ 3968895 h 5938745"/>
              <a:gd name="connsiteX6" fmla="*/ 106672 w 6235406"/>
              <a:gd name="connsiteY6" fmla="*/ 3971566 h 5938745"/>
              <a:gd name="connsiteX7" fmla="*/ 5446 w 6235406"/>
              <a:gd name="connsiteY7" fmla="*/ 3114000 h 5938745"/>
              <a:gd name="connsiteX0" fmla="*/ 5446 w 6235406"/>
              <a:gd name="connsiteY0" fmla="*/ 3114000 h 5938818"/>
              <a:gd name="connsiteX1" fmla="*/ 3119446 w 6235406"/>
              <a:gd name="connsiteY1" fmla="*/ 0 h 5938818"/>
              <a:gd name="connsiteX2" fmla="*/ 6233446 w 6235406"/>
              <a:gd name="connsiteY2" fmla="*/ 3114000 h 5938818"/>
              <a:gd name="connsiteX3" fmla="*/ 4503862 w 6235406"/>
              <a:gd name="connsiteY3" fmla="*/ 5921390 h 5938818"/>
              <a:gd name="connsiteX4" fmla="*/ 4483173 w 6235406"/>
              <a:gd name="connsiteY4" fmla="*/ 4284366 h 5938818"/>
              <a:gd name="connsiteX5" fmla="*/ 4396917 w 6235406"/>
              <a:gd name="connsiteY5" fmla="*/ 3968895 h 5938818"/>
              <a:gd name="connsiteX6" fmla="*/ 106672 w 6235406"/>
              <a:gd name="connsiteY6" fmla="*/ 3971566 h 5938818"/>
              <a:gd name="connsiteX7" fmla="*/ 5446 w 6235406"/>
              <a:gd name="connsiteY7" fmla="*/ 3114000 h 5938818"/>
              <a:gd name="connsiteX0" fmla="*/ 5446 w 6235406"/>
              <a:gd name="connsiteY0" fmla="*/ 3114000 h 5938818"/>
              <a:gd name="connsiteX1" fmla="*/ 3119446 w 6235406"/>
              <a:gd name="connsiteY1" fmla="*/ 0 h 5938818"/>
              <a:gd name="connsiteX2" fmla="*/ 6233446 w 6235406"/>
              <a:gd name="connsiteY2" fmla="*/ 3114000 h 5938818"/>
              <a:gd name="connsiteX3" fmla="*/ 4503862 w 6235406"/>
              <a:gd name="connsiteY3" fmla="*/ 5921390 h 5938818"/>
              <a:gd name="connsiteX4" fmla="*/ 4483173 w 6235406"/>
              <a:gd name="connsiteY4" fmla="*/ 4284366 h 5938818"/>
              <a:gd name="connsiteX5" fmla="*/ 4396917 w 6235406"/>
              <a:gd name="connsiteY5" fmla="*/ 3968895 h 5938818"/>
              <a:gd name="connsiteX6" fmla="*/ 106672 w 6235406"/>
              <a:gd name="connsiteY6" fmla="*/ 3971566 h 5938818"/>
              <a:gd name="connsiteX7" fmla="*/ 5446 w 6235406"/>
              <a:gd name="connsiteY7" fmla="*/ 3114000 h 5938818"/>
              <a:gd name="connsiteX0" fmla="*/ 5446 w 6235406"/>
              <a:gd name="connsiteY0" fmla="*/ 3114000 h 5938818"/>
              <a:gd name="connsiteX1" fmla="*/ 3119446 w 6235406"/>
              <a:gd name="connsiteY1" fmla="*/ 0 h 5938818"/>
              <a:gd name="connsiteX2" fmla="*/ 6233446 w 6235406"/>
              <a:gd name="connsiteY2" fmla="*/ 3114000 h 5938818"/>
              <a:gd name="connsiteX3" fmla="*/ 4503862 w 6235406"/>
              <a:gd name="connsiteY3" fmla="*/ 5921390 h 5938818"/>
              <a:gd name="connsiteX4" fmla="*/ 4483173 w 6235406"/>
              <a:gd name="connsiteY4" fmla="*/ 4284366 h 5938818"/>
              <a:gd name="connsiteX5" fmla="*/ 4396917 w 6235406"/>
              <a:gd name="connsiteY5" fmla="*/ 3968895 h 5938818"/>
              <a:gd name="connsiteX6" fmla="*/ 106672 w 6235406"/>
              <a:gd name="connsiteY6" fmla="*/ 3971566 h 5938818"/>
              <a:gd name="connsiteX7" fmla="*/ 5446 w 6235406"/>
              <a:gd name="connsiteY7" fmla="*/ 3114000 h 5938818"/>
              <a:gd name="connsiteX0" fmla="*/ 5446 w 6235406"/>
              <a:gd name="connsiteY0" fmla="*/ 3114000 h 5938818"/>
              <a:gd name="connsiteX1" fmla="*/ 3119446 w 6235406"/>
              <a:gd name="connsiteY1" fmla="*/ 0 h 5938818"/>
              <a:gd name="connsiteX2" fmla="*/ 6233446 w 6235406"/>
              <a:gd name="connsiteY2" fmla="*/ 3114000 h 5938818"/>
              <a:gd name="connsiteX3" fmla="*/ 4503862 w 6235406"/>
              <a:gd name="connsiteY3" fmla="*/ 5921390 h 5938818"/>
              <a:gd name="connsiteX4" fmla="*/ 4483173 w 6235406"/>
              <a:gd name="connsiteY4" fmla="*/ 4284366 h 5938818"/>
              <a:gd name="connsiteX5" fmla="*/ 4396917 w 6235406"/>
              <a:gd name="connsiteY5" fmla="*/ 3968895 h 5938818"/>
              <a:gd name="connsiteX6" fmla="*/ 106672 w 6235406"/>
              <a:gd name="connsiteY6" fmla="*/ 3971566 h 5938818"/>
              <a:gd name="connsiteX7" fmla="*/ 5446 w 6235406"/>
              <a:gd name="connsiteY7" fmla="*/ 3114000 h 5938818"/>
              <a:gd name="connsiteX0" fmla="*/ 5446 w 6235406"/>
              <a:gd name="connsiteY0" fmla="*/ 3114000 h 5921941"/>
              <a:gd name="connsiteX1" fmla="*/ 3119446 w 6235406"/>
              <a:gd name="connsiteY1" fmla="*/ 0 h 5921941"/>
              <a:gd name="connsiteX2" fmla="*/ 6233446 w 6235406"/>
              <a:gd name="connsiteY2" fmla="*/ 3114000 h 5921941"/>
              <a:gd name="connsiteX3" fmla="*/ 4490214 w 6235406"/>
              <a:gd name="connsiteY3" fmla="*/ 5904331 h 5921941"/>
              <a:gd name="connsiteX4" fmla="*/ 4483173 w 6235406"/>
              <a:gd name="connsiteY4" fmla="*/ 4284366 h 5921941"/>
              <a:gd name="connsiteX5" fmla="*/ 4396917 w 6235406"/>
              <a:gd name="connsiteY5" fmla="*/ 3968895 h 5921941"/>
              <a:gd name="connsiteX6" fmla="*/ 106672 w 6235406"/>
              <a:gd name="connsiteY6" fmla="*/ 3971566 h 5921941"/>
              <a:gd name="connsiteX7" fmla="*/ 5446 w 6235406"/>
              <a:gd name="connsiteY7" fmla="*/ 3114000 h 5921941"/>
              <a:gd name="connsiteX0" fmla="*/ 5446 w 6235406"/>
              <a:gd name="connsiteY0" fmla="*/ 3114000 h 5921941"/>
              <a:gd name="connsiteX1" fmla="*/ 3119446 w 6235406"/>
              <a:gd name="connsiteY1" fmla="*/ 0 h 5921941"/>
              <a:gd name="connsiteX2" fmla="*/ 6233446 w 6235406"/>
              <a:gd name="connsiteY2" fmla="*/ 3114000 h 5921941"/>
              <a:gd name="connsiteX3" fmla="*/ 4490214 w 6235406"/>
              <a:gd name="connsiteY3" fmla="*/ 5904331 h 5921941"/>
              <a:gd name="connsiteX4" fmla="*/ 4483173 w 6235406"/>
              <a:gd name="connsiteY4" fmla="*/ 4284366 h 5921941"/>
              <a:gd name="connsiteX5" fmla="*/ 4396917 w 6235406"/>
              <a:gd name="connsiteY5" fmla="*/ 3968895 h 5921941"/>
              <a:gd name="connsiteX6" fmla="*/ 106672 w 6235406"/>
              <a:gd name="connsiteY6" fmla="*/ 3971566 h 5921941"/>
              <a:gd name="connsiteX7" fmla="*/ 5446 w 6235406"/>
              <a:gd name="connsiteY7" fmla="*/ 3114000 h 592194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3173 w 6235406"/>
              <a:gd name="connsiteY4" fmla="*/ 4284366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3173 w 6235406"/>
              <a:gd name="connsiteY4" fmla="*/ 4284366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3173 w 6235406"/>
              <a:gd name="connsiteY4" fmla="*/ 4284366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3173 w 6235406"/>
              <a:gd name="connsiteY4" fmla="*/ 4284366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6585 w 6235406"/>
              <a:gd name="connsiteY4" fmla="*/ 4137653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6585 w 6235406"/>
              <a:gd name="connsiteY4" fmla="*/ 4147888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6585 w 6235406"/>
              <a:gd name="connsiteY4" fmla="*/ 4147888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120811 w 6350771"/>
              <a:gd name="connsiteY0" fmla="*/ 3114000 h 5904331"/>
              <a:gd name="connsiteX1" fmla="*/ 3234811 w 6350771"/>
              <a:gd name="connsiteY1" fmla="*/ 0 h 5904331"/>
              <a:gd name="connsiteX2" fmla="*/ 6348811 w 6350771"/>
              <a:gd name="connsiteY2" fmla="*/ 3114000 h 5904331"/>
              <a:gd name="connsiteX3" fmla="*/ 4605579 w 6350771"/>
              <a:gd name="connsiteY3" fmla="*/ 5904331 h 5904331"/>
              <a:gd name="connsiteX4" fmla="*/ 4601950 w 6350771"/>
              <a:gd name="connsiteY4" fmla="*/ 4147888 h 5904331"/>
              <a:gd name="connsiteX5" fmla="*/ 4512282 w 6350771"/>
              <a:gd name="connsiteY5" fmla="*/ 3968895 h 5904331"/>
              <a:gd name="connsiteX6" fmla="*/ 293688 w 6350771"/>
              <a:gd name="connsiteY6" fmla="*/ 3968154 h 5904331"/>
              <a:gd name="connsiteX7" fmla="*/ 120811 w 6350771"/>
              <a:gd name="connsiteY7" fmla="*/ 3114000 h 5904331"/>
              <a:gd name="connsiteX0" fmla="*/ 120811 w 6350771"/>
              <a:gd name="connsiteY0" fmla="*/ 3114000 h 5904331"/>
              <a:gd name="connsiteX1" fmla="*/ 3234811 w 6350771"/>
              <a:gd name="connsiteY1" fmla="*/ 0 h 5904331"/>
              <a:gd name="connsiteX2" fmla="*/ 6348811 w 6350771"/>
              <a:gd name="connsiteY2" fmla="*/ 3114000 h 5904331"/>
              <a:gd name="connsiteX3" fmla="*/ 4605579 w 6350771"/>
              <a:gd name="connsiteY3" fmla="*/ 5904331 h 5904331"/>
              <a:gd name="connsiteX4" fmla="*/ 4601950 w 6350771"/>
              <a:gd name="connsiteY4" fmla="*/ 4147888 h 5904331"/>
              <a:gd name="connsiteX5" fmla="*/ 4512282 w 6350771"/>
              <a:gd name="connsiteY5" fmla="*/ 3968895 h 5904331"/>
              <a:gd name="connsiteX6" fmla="*/ 293688 w 6350771"/>
              <a:gd name="connsiteY6" fmla="*/ 3968154 h 5904331"/>
              <a:gd name="connsiteX7" fmla="*/ 120811 w 6350771"/>
              <a:gd name="connsiteY7" fmla="*/ 3114000 h 5904331"/>
              <a:gd name="connsiteX0" fmla="*/ 12 w 6229972"/>
              <a:gd name="connsiteY0" fmla="*/ 3114000 h 5904331"/>
              <a:gd name="connsiteX1" fmla="*/ 3114012 w 6229972"/>
              <a:gd name="connsiteY1" fmla="*/ 0 h 5904331"/>
              <a:gd name="connsiteX2" fmla="*/ 6228012 w 6229972"/>
              <a:gd name="connsiteY2" fmla="*/ 3114000 h 5904331"/>
              <a:gd name="connsiteX3" fmla="*/ 4484780 w 6229972"/>
              <a:gd name="connsiteY3" fmla="*/ 5904331 h 5904331"/>
              <a:gd name="connsiteX4" fmla="*/ 4481151 w 6229972"/>
              <a:gd name="connsiteY4" fmla="*/ 4147888 h 5904331"/>
              <a:gd name="connsiteX5" fmla="*/ 4391483 w 6229972"/>
              <a:gd name="connsiteY5" fmla="*/ 3968895 h 5904331"/>
              <a:gd name="connsiteX6" fmla="*/ 172889 w 6229972"/>
              <a:gd name="connsiteY6" fmla="*/ 3968154 h 5904331"/>
              <a:gd name="connsiteX7" fmla="*/ 12 w 6229972"/>
              <a:gd name="connsiteY7" fmla="*/ 3114000 h 5904331"/>
              <a:gd name="connsiteX0" fmla="*/ 12 w 6229972"/>
              <a:gd name="connsiteY0" fmla="*/ 3114000 h 5904331"/>
              <a:gd name="connsiteX1" fmla="*/ 3114012 w 6229972"/>
              <a:gd name="connsiteY1" fmla="*/ 0 h 5904331"/>
              <a:gd name="connsiteX2" fmla="*/ 6228012 w 6229972"/>
              <a:gd name="connsiteY2" fmla="*/ 3114000 h 5904331"/>
              <a:gd name="connsiteX3" fmla="*/ 4484780 w 6229972"/>
              <a:gd name="connsiteY3" fmla="*/ 5904331 h 5904331"/>
              <a:gd name="connsiteX4" fmla="*/ 4481151 w 6229972"/>
              <a:gd name="connsiteY4" fmla="*/ 4147888 h 5904331"/>
              <a:gd name="connsiteX5" fmla="*/ 4391483 w 6229972"/>
              <a:gd name="connsiteY5" fmla="*/ 3968895 h 5904331"/>
              <a:gd name="connsiteX6" fmla="*/ 172889 w 6229972"/>
              <a:gd name="connsiteY6" fmla="*/ 3968154 h 5904331"/>
              <a:gd name="connsiteX7" fmla="*/ 12 w 6229972"/>
              <a:gd name="connsiteY7" fmla="*/ 3114000 h 5904331"/>
              <a:gd name="connsiteX0" fmla="*/ 12 w 6229972"/>
              <a:gd name="connsiteY0" fmla="*/ 3114000 h 5904331"/>
              <a:gd name="connsiteX1" fmla="*/ 3114012 w 6229972"/>
              <a:gd name="connsiteY1" fmla="*/ 0 h 5904331"/>
              <a:gd name="connsiteX2" fmla="*/ 6228012 w 6229972"/>
              <a:gd name="connsiteY2" fmla="*/ 3114000 h 5904331"/>
              <a:gd name="connsiteX3" fmla="*/ 4484780 w 6229972"/>
              <a:gd name="connsiteY3" fmla="*/ 5904331 h 5904331"/>
              <a:gd name="connsiteX4" fmla="*/ 4481151 w 6229972"/>
              <a:gd name="connsiteY4" fmla="*/ 4147888 h 5904331"/>
              <a:gd name="connsiteX5" fmla="*/ 4391483 w 6229972"/>
              <a:gd name="connsiteY5" fmla="*/ 3968895 h 5904331"/>
              <a:gd name="connsiteX6" fmla="*/ 172889 w 6229972"/>
              <a:gd name="connsiteY6" fmla="*/ 3968154 h 5904331"/>
              <a:gd name="connsiteX7" fmla="*/ 12 w 6229972"/>
              <a:gd name="connsiteY7" fmla="*/ 3114000 h 5904331"/>
              <a:gd name="connsiteX0" fmla="*/ 165707 w 6395667"/>
              <a:gd name="connsiteY0" fmla="*/ 3114000 h 5904331"/>
              <a:gd name="connsiteX1" fmla="*/ 3279707 w 6395667"/>
              <a:gd name="connsiteY1" fmla="*/ 0 h 5904331"/>
              <a:gd name="connsiteX2" fmla="*/ 6393707 w 6395667"/>
              <a:gd name="connsiteY2" fmla="*/ 3114000 h 5904331"/>
              <a:gd name="connsiteX3" fmla="*/ 4650475 w 6395667"/>
              <a:gd name="connsiteY3" fmla="*/ 5904331 h 5904331"/>
              <a:gd name="connsiteX4" fmla="*/ 4646846 w 6395667"/>
              <a:gd name="connsiteY4" fmla="*/ 4147888 h 5904331"/>
              <a:gd name="connsiteX5" fmla="*/ 4557178 w 6395667"/>
              <a:gd name="connsiteY5" fmla="*/ 3968895 h 5904331"/>
              <a:gd name="connsiteX6" fmla="*/ 338584 w 6395667"/>
              <a:gd name="connsiteY6" fmla="*/ 3968154 h 5904331"/>
              <a:gd name="connsiteX7" fmla="*/ 418664 w 6395667"/>
              <a:gd name="connsiteY7" fmla="*/ 3789530 h 5904331"/>
              <a:gd name="connsiteX8" fmla="*/ 165707 w 6395667"/>
              <a:gd name="connsiteY8" fmla="*/ 3114000 h 5904331"/>
              <a:gd name="connsiteX0" fmla="*/ 165707 w 6395667"/>
              <a:gd name="connsiteY0" fmla="*/ 3114000 h 5904331"/>
              <a:gd name="connsiteX1" fmla="*/ 3279707 w 6395667"/>
              <a:gd name="connsiteY1" fmla="*/ 0 h 5904331"/>
              <a:gd name="connsiteX2" fmla="*/ 6393707 w 6395667"/>
              <a:gd name="connsiteY2" fmla="*/ 3114000 h 5904331"/>
              <a:gd name="connsiteX3" fmla="*/ 4650475 w 6395667"/>
              <a:gd name="connsiteY3" fmla="*/ 5904331 h 5904331"/>
              <a:gd name="connsiteX4" fmla="*/ 4646846 w 6395667"/>
              <a:gd name="connsiteY4" fmla="*/ 4147888 h 5904331"/>
              <a:gd name="connsiteX5" fmla="*/ 4557178 w 6395667"/>
              <a:gd name="connsiteY5" fmla="*/ 3968895 h 5904331"/>
              <a:gd name="connsiteX6" fmla="*/ 338584 w 6395667"/>
              <a:gd name="connsiteY6" fmla="*/ 3968154 h 5904331"/>
              <a:gd name="connsiteX7" fmla="*/ 418664 w 6395667"/>
              <a:gd name="connsiteY7" fmla="*/ 3789530 h 5904331"/>
              <a:gd name="connsiteX8" fmla="*/ 165707 w 6395667"/>
              <a:gd name="connsiteY8" fmla="*/ 3114000 h 5904331"/>
              <a:gd name="connsiteX0" fmla="*/ 187804 w 6417764"/>
              <a:gd name="connsiteY0" fmla="*/ 3114000 h 5904331"/>
              <a:gd name="connsiteX1" fmla="*/ 3301804 w 6417764"/>
              <a:gd name="connsiteY1" fmla="*/ 0 h 5904331"/>
              <a:gd name="connsiteX2" fmla="*/ 6415804 w 6417764"/>
              <a:gd name="connsiteY2" fmla="*/ 3114000 h 5904331"/>
              <a:gd name="connsiteX3" fmla="*/ 4672572 w 6417764"/>
              <a:gd name="connsiteY3" fmla="*/ 5904331 h 5904331"/>
              <a:gd name="connsiteX4" fmla="*/ 4668943 w 6417764"/>
              <a:gd name="connsiteY4" fmla="*/ 4147888 h 5904331"/>
              <a:gd name="connsiteX5" fmla="*/ 4579275 w 6417764"/>
              <a:gd name="connsiteY5" fmla="*/ 3968895 h 5904331"/>
              <a:gd name="connsiteX6" fmla="*/ 360681 w 6417764"/>
              <a:gd name="connsiteY6" fmla="*/ 3968154 h 5904331"/>
              <a:gd name="connsiteX7" fmla="*/ 317931 w 6417764"/>
              <a:gd name="connsiteY7" fmla="*/ 3984011 h 5904331"/>
              <a:gd name="connsiteX8" fmla="*/ 187804 w 6417764"/>
              <a:gd name="connsiteY8" fmla="*/ 3114000 h 5904331"/>
              <a:gd name="connsiteX0" fmla="*/ 187804 w 6417764"/>
              <a:gd name="connsiteY0" fmla="*/ 3114000 h 5904331"/>
              <a:gd name="connsiteX1" fmla="*/ 3301804 w 6417764"/>
              <a:gd name="connsiteY1" fmla="*/ 0 h 5904331"/>
              <a:gd name="connsiteX2" fmla="*/ 6415804 w 6417764"/>
              <a:gd name="connsiteY2" fmla="*/ 3114000 h 5904331"/>
              <a:gd name="connsiteX3" fmla="*/ 4672572 w 6417764"/>
              <a:gd name="connsiteY3" fmla="*/ 5904331 h 5904331"/>
              <a:gd name="connsiteX4" fmla="*/ 4668943 w 6417764"/>
              <a:gd name="connsiteY4" fmla="*/ 4147888 h 5904331"/>
              <a:gd name="connsiteX5" fmla="*/ 4579275 w 6417764"/>
              <a:gd name="connsiteY5" fmla="*/ 3968895 h 5904331"/>
              <a:gd name="connsiteX6" fmla="*/ 360681 w 6417764"/>
              <a:gd name="connsiteY6" fmla="*/ 3968154 h 5904331"/>
              <a:gd name="connsiteX7" fmla="*/ 317931 w 6417764"/>
              <a:gd name="connsiteY7" fmla="*/ 3984011 h 5904331"/>
              <a:gd name="connsiteX8" fmla="*/ 187804 w 6417764"/>
              <a:gd name="connsiteY8" fmla="*/ 3114000 h 5904331"/>
              <a:gd name="connsiteX0" fmla="*/ 183019 w 6412979"/>
              <a:gd name="connsiteY0" fmla="*/ 3114000 h 5904331"/>
              <a:gd name="connsiteX1" fmla="*/ 3297019 w 6412979"/>
              <a:gd name="connsiteY1" fmla="*/ 0 h 5904331"/>
              <a:gd name="connsiteX2" fmla="*/ 6411019 w 6412979"/>
              <a:gd name="connsiteY2" fmla="*/ 3114000 h 5904331"/>
              <a:gd name="connsiteX3" fmla="*/ 4667787 w 6412979"/>
              <a:gd name="connsiteY3" fmla="*/ 5904331 h 5904331"/>
              <a:gd name="connsiteX4" fmla="*/ 4664158 w 6412979"/>
              <a:gd name="connsiteY4" fmla="*/ 4147888 h 5904331"/>
              <a:gd name="connsiteX5" fmla="*/ 4574490 w 6412979"/>
              <a:gd name="connsiteY5" fmla="*/ 3968895 h 5904331"/>
              <a:gd name="connsiteX6" fmla="*/ 355896 w 6412979"/>
              <a:gd name="connsiteY6" fmla="*/ 3968154 h 5904331"/>
              <a:gd name="connsiteX7" fmla="*/ 313146 w 6412979"/>
              <a:gd name="connsiteY7" fmla="*/ 3984011 h 5904331"/>
              <a:gd name="connsiteX8" fmla="*/ 183019 w 6412979"/>
              <a:gd name="connsiteY8" fmla="*/ 3114000 h 5904331"/>
              <a:gd name="connsiteX0" fmla="*/ 144151 w 6374111"/>
              <a:gd name="connsiteY0" fmla="*/ 3114000 h 5904331"/>
              <a:gd name="connsiteX1" fmla="*/ 3258151 w 6374111"/>
              <a:gd name="connsiteY1" fmla="*/ 0 h 5904331"/>
              <a:gd name="connsiteX2" fmla="*/ 6372151 w 6374111"/>
              <a:gd name="connsiteY2" fmla="*/ 3114000 h 5904331"/>
              <a:gd name="connsiteX3" fmla="*/ 4628919 w 6374111"/>
              <a:gd name="connsiteY3" fmla="*/ 5904331 h 5904331"/>
              <a:gd name="connsiteX4" fmla="*/ 4625290 w 6374111"/>
              <a:gd name="connsiteY4" fmla="*/ 4147888 h 5904331"/>
              <a:gd name="connsiteX5" fmla="*/ 4535622 w 6374111"/>
              <a:gd name="connsiteY5" fmla="*/ 3968895 h 5904331"/>
              <a:gd name="connsiteX6" fmla="*/ 317028 w 6374111"/>
              <a:gd name="connsiteY6" fmla="*/ 3968154 h 5904331"/>
              <a:gd name="connsiteX7" fmla="*/ 274278 w 6374111"/>
              <a:gd name="connsiteY7" fmla="*/ 3984011 h 5904331"/>
              <a:gd name="connsiteX8" fmla="*/ 144151 w 6374111"/>
              <a:gd name="connsiteY8" fmla="*/ 3114000 h 5904331"/>
              <a:gd name="connsiteX0" fmla="*/ 141340 w 6371300"/>
              <a:gd name="connsiteY0" fmla="*/ 3114000 h 5904331"/>
              <a:gd name="connsiteX1" fmla="*/ 3255340 w 6371300"/>
              <a:gd name="connsiteY1" fmla="*/ 0 h 5904331"/>
              <a:gd name="connsiteX2" fmla="*/ 6369340 w 6371300"/>
              <a:gd name="connsiteY2" fmla="*/ 3114000 h 5904331"/>
              <a:gd name="connsiteX3" fmla="*/ 4626108 w 6371300"/>
              <a:gd name="connsiteY3" fmla="*/ 5904331 h 5904331"/>
              <a:gd name="connsiteX4" fmla="*/ 4622479 w 6371300"/>
              <a:gd name="connsiteY4" fmla="*/ 4147888 h 5904331"/>
              <a:gd name="connsiteX5" fmla="*/ 4532811 w 6371300"/>
              <a:gd name="connsiteY5" fmla="*/ 3968895 h 5904331"/>
              <a:gd name="connsiteX6" fmla="*/ 314217 w 6371300"/>
              <a:gd name="connsiteY6" fmla="*/ 3968154 h 5904331"/>
              <a:gd name="connsiteX7" fmla="*/ 281702 w 6371300"/>
              <a:gd name="connsiteY7" fmla="*/ 3987423 h 5904331"/>
              <a:gd name="connsiteX8" fmla="*/ 141340 w 6371300"/>
              <a:gd name="connsiteY8" fmla="*/ 3114000 h 5904331"/>
              <a:gd name="connsiteX0" fmla="*/ 181 w 6230141"/>
              <a:gd name="connsiteY0" fmla="*/ 3114000 h 5904331"/>
              <a:gd name="connsiteX1" fmla="*/ 3114181 w 6230141"/>
              <a:gd name="connsiteY1" fmla="*/ 0 h 5904331"/>
              <a:gd name="connsiteX2" fmla="*/ 6228181 w 6230141"/>
              <a:gd name="connsiteY2" fmla="*/ 3114000 h 5904331"/>
              <a:gd name="connsiteX3" fmla="*/ 4484949 w 6230141"/>
              <a:gd name="connsiteY3" fmla="*/ 5904331 h 5904331"/>
              <a:gd name="connsiteX4" fmla="*/ 4481320 w 6230141"/>
              <a:gd name="connsiteY4" fmla="*/ 4147888 h 5904331"/>
              <a:gd name="connsiteX5" fmla="*/ 4391652 w 6230141"/>
              <a:gd name="connsiteY5" fmla="*/ 3968895 h 5904331"/>
              <a:gd name="connsiteX6" fmla="*/ 173058 w 6230141"/>
              <a:gd name="connsiteY6" fmla="*/ 3968154 h 5904331"/>
              <a:gd name="connsiteX7" fmla="*/ 140543 w 6230141"/>
              <a:gd name="connsiteY7" fmla="*/ 3987423 h 5904331"/>
              <a:gd name="connsiteX8" fmla="*/ 181 w 6230141"/>
              <a:gd name="connsiteY8" fmla="*/ 3114000 h 5904331"/>
              <a:gd name="connsiteX0" fmla="*/ 199 w 6230159"/>
              <a:gd name="connsiteY0" fmla="*/ 3114000 h 5904331"/>
              <a:gd name="connsiteX1" fmla="*/ 3114199 w 6230159"/>
              <a:gd name="connsiteY1" fmla="*/ 0 h 5904331"/>
              <a:gd name="connsiteX2" fmla="*/ 6228199 w 6230159"/>
              <a:gd name="connsiteY2" fmla="*/ 3114000 h 5904331"/>
              <a:gd name="connsiteX3" fmla="*/ 4484967 w 6230159"/>
              <a:gd name="connsiteY3" fmla="*/ 5904331 h 5904331"/>
              <a:gd name="connsiteX4" fmla="*/ 4481338 w 6230159"/>
              <a:gd name="connsiteY4" fmla="*/ 4147888 h 5904331"/>
              <a:gd name="connsiteX5" fmla="*/ 4391670 w 6230159"/>
              <a:gd name="connsiteY5" fmla="*/ 3968895 h 5904331"/>
              <a:gd name="connsiteX6" fmla="*/ 173076 w 6230159"/>
              <a:gd name="connsiteY6" fmla="*/ 3968154 h 5904331"/>
              <a:gd name="connsiteX7" fmla="*/ 126914 w 6230159"/>
              <a:gd name="connsiteY7" fmla="*/ 3990835 h 5904331"/>
              <a:gd name="connsiteX8" fmla="*/ 199 w 6230159"/>
              <a:gd name="connsiteY8" fmla="*/ 3114000 h 5904331"/>
              <a:gd name="connsiteX0" fmla="*/ 199 w 6230159"/>
              <a:gd name="connsiteY0" fmla="*/ 3114000 h 5904331"/>
              <a:gd name="connsiteX1" fmla="*/ 3114199 w 6230159"/>
              <a:gd name="connsiteY1" fmla="*/ 0 h 5904331"/>
              <a:gd name="connsiteX2" fmla="*/ 6228199 w 6230159"/>
              <a:gd name="connsiteY2" fmla="*/ 3114000 h 5904331"/>
              <a:gd name="connsiteX3" fmla="*/ 4484967 w 6230159"/>
              <a:gd name="connsiteY3" fmla="*/ 5904331 h 5904331"/>
              <a:gd name="connsiteX4" fmla="*/ 4481338 w 6230159"/>
              <a:gd name="connsiteY4" fmla="*/ 4147888 h 5904331"/>
              <a:gd name="connsiteX5" fmla="*/ 4391670 w 6230159"/>
              <a:gd name="connsiteY5" fmla="*/ 3968895 h 5904331"/>
              <a:gd name="connsiteX6" fmla="*/ 173076 w 6230159"/>
              <a:gd name="connsiteY6" fmla="*/ 3968154 h 5904331"/>
              <a:gd name="connsiteX7" fmla="*/ 126914 w 6230159"/>
              <a:gd name="connsiteY7" fmla="*/ 3990835 h 5904331"/>
              <a:gd name="connsiteX8" fmla="*/ 199 w 6230159"/>
              <a:gd name="connsiteY8" fmla="*/ 3114000 h 5904331"/>
              <a:gd name="connsiteX0" fmla="*/ 199 w 6230159"/>
              <a:gd name="connsiteY0" fmla="*/ 3114000 h 5904331"/>
              <a:gd name="connsiteX1" fmla="*/ 3114199 w 6230159"/>
              <a:gd name="connsiteY1" fmla="*/ 0 h 5904331"/>
              <a:gd name="connsiteX2" fmla="*/ 6228199 w 6230159"/>
              <a:gd name="connsiteY2" fmla="*/ 3114000 h 5904331"/>
              <a:gd name="connsiteX3" fmla="*/ 4484967 w 6230159"/>
              <a:gd name="connsiteY3" fmla="*/ 5904331 h 5904331"/>
              <a:gd name="connsiteX4" fmla="*/ 4481338 w 6230159"/>
              <a:gd name="connsiteY4" fmla="*/ 4147888 h 5904331"/>
              <a:gd name="connsiteX5" fmla="*/ 4391670 w 6230159"/>
              <a:gd name="connsiteY5" fmla="*/ 3968895 h 5904331"/>
              <a:gd name="connsiteX6" fmla="*/ 194243 w 6230159"/>
              <a:gd name="connsiteY6" fmla="*/ 3968154 h 5904331"/>
              <a:gd name="connsiteX7" fmla="*/ 126914 w 6230159"/>
              <a:gd name="connsiteY7" fmla="*/ 3990835 h 5904331"/>
              <a:gd name="connsiteX8" fmla="*/ 199 w 6230159"/>
              <a:gd name="connsiteY8" fmla="*/ 3114000 h 5904331"/>
              <a:gd name="connsiteX0" fmla="*/ 199 w 6228217"/>
              <a:gd name="connsiteY0" fmla="*/ 3114000 h 5904331"/>
              <a:gd name="connsiteX1" fmla="*/ 3114199 w 6228217"/>
              <a:gd name="connsiteY1" fmla="*/ 0 h 5904331"/>
              <a:gd name="connsiteX2" fmla="*/ 6228199 w 6228217"/>
              <a:gd name="connsiteY2" fmla="*/ 3114000 h 5904331"/>
              <a:gd name="connsiteX3" fmla="*/ 4484967 w 6228217"/>
              <a:gd name="connsiteY3" fmla="*/ 5904331 h 5904331"/>
              <a:gd name="connsiteX4" fmla="*/ 4481338 w 6228217"/>
              <a:gd name="connsiteY4" fmla="*/ 4147888 h 5904331"/>
              <a:gd name="connsiteX5" fmla="*/ 4391670 w 6228217"/>
              <a:gd name="connsiteY5" fmla="*/ 3968895 h 5904331"/>
              <a:gd name="connsiteX6" fmla="*/ 194243 w 6228217"/>
              <a:gd name="connsiteY6" fmla="*/ 3968154 h 5904331"/>
              <a:gd name="connsiteX7" fmla="*/ 126914 w 6228217"/>
              <a:gd name="connsiteY7" fmla="*/ 3990835 h 5904331"/>
              <a:gd name="connsiteX8" fmla="*/ 199 w 6228217"/>
              <a:gd name="connsiteY8" fmla="*/ 3114000 h 5904331"/>
              <a:gd name="connsiteX0" fmla="*/ 199 w 6228217"/>
              <a:gd name="connsiteY0" fmla="*/ 3114000 h 5904331"/>
              <a:gd name="connsiteX1" fmla="*/ 3114199 w 6228217"/>
              <a:gd name="connsiteY1" fmla="*/ 0 h 5904331"/>
              <a:gd name="connsiteX2" fmla="*/ 6228199 w 6228217"/>
              <a:gd name="connsiteY2" fmla="*/ 3114000 h 5904331"/>
              <a:gd name="connsiteX3" fmla="*/ 4484967 w 6228217"/>
              <a:gd name="connsiteY3" fmla="*/ 5904331 h 5904331"/>
              <a:gd name="connsiteX4" fmla="*/ 4481338 w 6228217"/>
              <a:gd name="connsiteY4" fmla="*/ 4147888 h 5904331"/>
              <a:gd name="connsiteX5" fmla="*/ 4391670 w 6228217"/>
              <a:gd name="connsiteY5" fmla="*/ 3968895 h 5904331"/>
              <a:gd name="connsiteX6" fmla="*/ 194243 w 6228217"/>
              <a:gd name="connsiteY6" fmla="*/ 3968154 h 5904331"/>
              <a:gd name="connsiteX7" fmla="*/ 126914 w 6228217"/>
              <a:gd name="connsiteY7" fmla="*/ 3990835 h 5904331"/>
              <a:gd name="connsiteX8" fmla="*/ 199 w 6228217"/>
              <a:gd name="connsiteY8" fmla="*/ 3114000 h 5904331"/>
              <a:gd name="connsiteX0" fmla="*/ 199 w 6228217"/>
              <a:gd name="connsiteY0" fmla="*/ 3114000 h 5904331"/>
              <a:gd name="connsiteX1" fmla="*/ 3114199 w 6228217"/>
              <a:gd name="connsiteY1" fmla="*/ 0 h 5904331"/>
              <a:gd name="connsiteX2" fmla="*/ 6228199 w 6228217"/>
              <a:gd name="connsiteY2" fmla="*/ 3114000 h 5904331"/>
              <a:gd name="connsiteX3" fmla="*/ 4484967 w 6228217"/>
              <a:gd name="connsiteY3" fmla="*/ 5904331 h 5904331"/>
              <a:gd name="connsiteX4" fmla="*/ 4481338 w 6228217"/>
              <a:gd name="connsiteY4" fmla="*/ 4147888 h 5904331"/>
              <a:gd name="connsiteX5" fmla="*/ 4391670 w 6228217"/>
              <a:gd name="connsiteY5" fmla="*/ 3968895 h 5904331"/>
              <a:gd name="connsiteX6" fmla="*/ 194243 w 6228217"/>
              <a:gd name="connsiteY6" fmla="*/ 3968154 h 5904331"/>
              <a:gd name="connsiteX7" fmla="*/ 126914 w 6228217"/>
              <a:gd name="connsiteY7" fmla="*/ 3990835 h 5904331"/>
              <a:gd name="connsiteX8" fmla="*/ 199 w 6228217"/>
              <a:gd name="connsiteY8" fmla="*/ 3114000 h 5904331"/>
              <a:gd name="connsiteX0" fmla="*/ 199 w 6228216"/>
              <a:gd name="connsiteY0" fmla="*/ 3114000 h 5904331"/>
              <a:gd name="connsiteX1" fmla="*/ 3114199 w 6228216"/>
              <a:gd name="connsiteY1" fmla="*/ 0 h 5904331"/>
              <a:gd name="connsiteX2" fmla="*/ 6228199 w 6228216"/>
              <a:gd name="connsiteY2" fmla="*/ 3114000 h 5904331"/>
              <a:gd name="connsiteX3" fmla="*/ 4474456 w 6228216"/>
              <a:gd name="connsiteY3" fmla="*/ 5904331 h 5904331"/>
              <a:gd name="connsiteX4" fmla="*/ 4481338 w 6228216"/>
              <a:gd name="connsiteY4" fmla="*/ 4147888 h 5904331"/>
              <a:gd name="connsiteX5" fmla="*/ 4391670 w 6228216"/>
              <a:gd name="connsiteY5" fmla="*/ 3968895 h 5904331"/>
              <a:gd name="connsiteX6" fmla="*/ 194243 w 6228216"/>
              <a:gd name="connsiteY6" fmla="*/ 3968154 h 5904331"/>
              <a:gd name="connsiteX7" fmla="*/ 126914 w 6228216"/>
              <a:gd name="connsiteY7" fmla="*/ 3990835 h 5904331"/>
              <a:gd name="connsiteX8" fmla="*/ 199 w 6228216"/>
              <a:gd name="connsiteY8" fmla="*/ 3114000 h 5904331"/>
              <a:gd name="connsiteX0" fmla="*/ 199 w 6228216"/>
              <a:gd name="connsiteY0" fmla="*/ 3114000 h 5915833"/>
              <a:gd name="connsiteX1" fmla="*/ 3114199 w 6228216"/>
              <a:gd name="connsiteY1" fmla="*/ 0 h 5915833"/>
              <a:gd name="connsiteX2" fmla="*/ 6228199 w 6228216"/>
              <a:gd name="connsiteY2" fmla="*/ 3114000 h 5915833"/>
              <a:gd name="connsiteX3" fmla="*/ 4480207 w 6228216"/>
              <a:gd name="connsiteY3" fmla="*/ 5915833 h 5915833"/>
              <a:gd name="connsiteX4" fmla="*/ 4481338 w 6228216"/>
              <a:gd name="connsiteY4" fmla="*/ 4147888 h 5915833"/>
              <a:gd name="connsiteX5" fmla="*/ 4391670 w 6228216"/>
              <a:gd name="connsiteY5" fmla="*/ 3968895 h 5915833"/>
              <a:gd name="connsiteX6" fmla="*/ 194243 w 6228216"/>
              <a:gd name="connsiteY6" fmla="*/ 3968154 h 5915833"/>
              <a:gd name="connsiteX7" fmla="*/ 126914 w 6228216"/>
              <a:gd name="connsiteY7" fmla="*/ 3990835 h 5915833"/>
              <a:gd name="connsiteX8" fmla="*/ 199 w 6228216"/>
              <a:gd name="connsiteY8" fmla="*/ 3114000 h 5915833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80207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80207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76649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7"/>
              <a:gd name="connsiteY0" fmla="*/ 3114000 h 5927335"/>
              <a:gd name="connsiteX1" fmla="*/ 3114199 w 6228217"/>
              <a:gd name="connsiteY1" fmla="*/ 0 h 5927335"/>
              <a:gd name="connsiteX2" fmla="*/ 6228199 w 6228217"/>
              <a:gd name="connsiteY2" fmla="*/ 3114000 h 5927335"/>
              <a:gd name="connsiteX3" fmla="*/ 4476649 w 6228217"/>
              <a:gd name="connsiteY3" fmla="*/ 5927335 h 5927335"/>
              <a:gd name="connsiteX4" fmla="*/ 4481338 w 6228217"/>
              <a:gd name="connsiteY4" fmla="*/ 4147888 h 5927335"/>
              <a:gd name="connsiteX5" fmla="*/ 4391670 w 6228217"/>
              <a:gd name="connsiteY5" fmla="*/ 3968895 h 5927335"/>
              <a:gd name="connsiteX6" fmla="*/ 194243 w 6228217"/>
              <a:gd name="connsiteY6" fmla="*/ 3968154 h 5927335"/>
              <a:gd name="connsiteX7" fmla="*/ 126914 w 6228217"/>
              <a:gd name="connsiteY7" fmla="*/ 3990835 h 5927335"/>
              <a:gd name="connsiteX8" fmla="*/ 199 w 6228217"/>
              <a:gd name="connsiteY8" fmla="*/ 3114000 h 5927335"/>
              <a:gd name="connsiteX0" fmla="*/ 199 w 6228217"/>
              <a:gd name="connsiteY0" fmla="*/ 3114000 h 5927335"/>
              <a:gd name="connsiteX1" fmla="*/ 3114199 w 6228217"/>
              <a:gd name="connsiteY1" fmla="*/ 0 h 5927335"/>
              <a:gd name="connsiteX2" fmla="*/ 6228199 w 6228217"/>
              <a:gd name="connsiteY2" fmla="*/ 3114000 h 5927335"/>
              <a:gd name="connsiteX3" fmla="*/ 4494439 w 6228217"/>
              <a:gd name="connsiteY3" fmla="*/ 5927335 h 5927335"/>
              <a:gd name="connsiteX4" fmla="*/ 4481338 w 6228217"/>
              <a:gd name="connsiteY4" fmla="*/ 4147888 h 5927335"/>
              <a:gd name="connsiteX5" fmla="*/ 4391670 w 6228217"/>
              <a:gd name="connsiteY5" fmla="*/ 3968895 h 5927335"/>
              <a:gd name="connsiteX6" fmla="*/ 194243 w 6228217"/>
              <a:gd name="connsiteY6" fmla="*/ 3968154 h 5927335"/>
              <a:gd name="connsiteX7" fmla="*/ 126914 w 6228217"/>
              <a:gd name="connsiteY7" fmla="*/ 3990835 h 5927335"/>
              <a:gd name="connsiteX8" fmla="*/ 199 w 6228217"/>
              <a:gd name="connsiteY8" fmla="*/ 3114000 h 5927335"/>
              <a:gd name="connsiteX0" fmla="*/ 199 w 6228217"/>
              <a:gd name="connsiteY0" fmla="*/ 3114000 h 5927335"/>
              <a:gd name="connsiteX1" fmla="*/ 3114199 w 6228217"/>
              <a:gd name="connsiteY1" fmla="*/ 0 h 5927335"/>
              <a:gd name="connsiteX2" fmla="*/ 6228199 w 6228217"/>
              <a:gd name="connsiteY2" fmla="*/ 3114000 h 5927335"/>
              <a:gd name="connsiteX3" fmla="*/ 4480207 w 6228217"/>
              <a:gd name="connsiteY3" fmla="*/ 5927335 h 5927335"/>
              <a:gd name="connsiteX4" fmla="*/ 4481338 w 6228217"/>
              <a:gd name="connsiteY4" fmla="*/ 4147888 h 5927335"/>
              <a:gd name="connsiteX5" fmla="*/ 4391670 w 6228217"/>
              <a:gd name="connsiteY5" fmla="*/ 3968895 h 5927335"/>
              <a:gd name="connsiteX6" fmla="*/ 194243 w 6228217"/>
              <a:gd name="connsiteY6" fmla="*/ 3968154 h 5927335"/>
              <a:gd name="connsiteX7" fmla="*/ 126914 w 6228217"/>
              <a:gd name="connsiteY7" fmla="*/ 3990835 h 5927335"/>
              <a:gd name="connsiteX8" fmla="*/ 199 w 6228217"/>
              <a:gd name="connsiteY8" fmla="*/ 3114000 h 5927335"/>
              <a:gd name="connsiteX0" fmla="*/ 199 w 6228217"/>
              <a:gd name="connsiteY0" fmla="*/ 3114000 h 5952241"/>
              <a:gd name="connsiteX1" fmla="*/ 3114199 w 6228217"/>
              <a:gd name="connsiteY1" fmla="*/ 0 h 5952241"/>
              <a:gd name="connsiteX2" fmla="*/ 6228199 w 6228217"/>
              <a:gd name="connsiteY2" fmla="*/ 3114000 h 5952241"/>
              <a:gd name="connsiteX3" fmla="*/ 4476649 w 6228217"/>
              <a:gd name="connsiteY3" fmla="*/ 5952241 h 5952241"/>
              <a:gd name="connsiteX4" fmla="*/ 4481338 w 6228217"/>
              <a:gd name="connsiteY4" fmla="*/ 4147888 h 5952241"/>
              <a:gd name="connsiteX5" fmla="*/ 4391670 w 6228217"/>
              <a:gd name="connsiteY5" fmla="*/ 3968895 h 5952241"/>
              <a:gd name="connsiteX6" fmla="*/ 194243 w 6228217"/>
              <a:gd name="connsiteY6" fmla="*/ 3968154 h 5952241"/>
              <a:gd name="connsiteX7" fmla="*/ 126914 w 6228217"/>
              <a:gd name="connsiteY7" fmla="*/ 3990835 h 5952241"/>
              <a:gd name="connsiteX8" fmla="*/ 199 w 6228217"/>
              <a:gd name="connsiteY8" fmla="*/ 3114000 h 5952241"/>
              <a:gd name="connsiteX0" fmla="*/ 199 w 6228216"/>
              <a:gd name="connsiteY0" fmla="*/ 3114000 h 5977146"/>
              <a:gd name="connsiteX1" fmla="*/ 3114199 w 6228216"/>
              <a:gd name="connsiteY1" fmla="*/ 0 h 5977146"/>
              <a:gd name="connsiteX2" fmla="*/ 6228199 w 6228216"/>
              <a:gd name="connsiteY2" fmla="*/ 3114000 h 5977146"/>
              <a:gd name="connsiteX3" fmla="*/ 4469533 w 6228216"/>
              <a:gd name="connsiteY3" fmla="*/ 5977146 h 5977146"/>
              <a:gd name="connsiteX4" fmla="*/ 4481338 w 6228216"/>
              <a:gd name="connsiteY4" fmla="*/ 4147888 h 5977146"/>
              <a:gd name="connsiteX5" fmla="*/ 4391670 w 6228216"/>
              <a:gd name="connsiteY5" fmla="*/ 3968895 h 5977146"/>
              <a:gd name="connsiteX6" fmla="*/ 194243 w 6228216"/>
              <a:gd name="connsiteY6" fmla="*/ 3968154 h 5977146"/>
              <a:gd name="connsiteX7" fmla="*/ 126914 w 6228216"/>
              <a:gd name="connsiteY7" fmla="*/ 3990835 h 5977146"/>
              <a:gd name="connsiteX8" fmla="*/ 199 w 6228216"/>
              <a:gd name="connsiteY8" fmla="*/ 3114000 h 5977146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73091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73091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5"/>
              <a:gd name="connsiteY0" fmla="*/ 3114000 h 5927335"/>
              <a:gd name="connsiteX1" fmla="*/ 3114199 w 6228215"/>
              <a:gd name="connsiteY1" fmla="*/ 0 h 5927335"/>
              <a:gd name="connsiteX2" fmla="*/ 6228199 w 6228215"/>
              <a:gd name="connsiteY2" fmla="*/ 3114000 h 5927335"/>
              <a:gd name="connsiteX3" fmla="*/ 4473091 w 6228215"/>
              <a:gd name="connsiteY3" fmla="*/ 5927335 h 5927335"/>
              <a:gd name="connsiteX4" fmla="*/ 4481338 w 6228215"/>
              <a:gd name="connsiteY4" fmla="*/ 4147888 h 5927335"/>
              <a:gd name="connsiteX5" fmla="*/ 4391670 w 6228215"/>
              <a:gd name="connsiteY5" fmla="*/ 3968895 h 5927335"/>
              <a:gd name="connsiteX6" fmla="*/ 194243 w 6228215"/>
              <a:gd name="connsiteY6" fmla="*/ 3968154 h 5927335"/>
              <a:gd name="connsiteX7" fmla="*/ 126914 w 6228215"/>
              <a:gd name="connsiteY7" fmla="*/ 3990835 h 5927335"/>
              <a:gd name="connsiteX8" fmla="*/ 199 w 6228215"/>
              <a:gd name="connsiteY8" fmla="*/ 3114000 h 5927335"/>
              <a:gd name="connsiteX0" fmla="*/ 199 w 6228216"/>
              <a:gd name="connsiteY0" fmla="*/ 3114000 h 5911748"/>
              <a:gd name="connsiteX1" fmla="*/ 3114199 w 6228216"/>
              <a:gd name="connsiteY1" fmla="*/ 0 h 5911748"/>
              <a:gd name="connsiteX2" fmla="*/ 6228199 w 6228216"/>
              <a:gd name="connsiteY2" fmla="*/ 3114000 h 5911748"/>
              <a:gd name="connsiteX3" fmla="*/ 4483482 w 6228216"/>
              <a:gd name="connsiteY3" fmla="*/ 5911748 h 5911748"/>
              <a:gd name="connsiteX4" fmla="*/ 4481338 w 6228216"/>
              <a:gd name="connsiteY4" fmla="*/ 4147888 h 5911748"/>
              <a:gd name="connsiteX5" fmla="*/ 4391670 w 6228216"/>
              <a:gd name="connsiteY5" fmla="*/ 3968895 h 5911748"/>
              <a:gd name="connsiteX6" fmla="*/ 194243 w 6228216"/>
              <a:gd name="connsiteY6" fmla="*/ 3968154 h 5911748"/>
              <a:gd name="connsiteX7" fmla="*/ 126914 w 6228216"/>
              <a:gd name="connsiteY7" fmla="*/ 3990835 h 5911748"/>
              <a:gd name="connsiteX8" fmla="*/ 199 w 6228216"/>
              <a:gd name="connsiteY8" fmla="*/ 3114000 h 5911748"/>
              <a:gd name="connsiteX0" fmla="*/ 199 w 6228216"/>
              <a:gd name="connsiteY0" fmla="*/ 3114000 h 5896162"/>
              <a:gd name="connsiteX1" fmla="*/ 3114199 w 6228216"/>
              <a:gd name="connsiteY1" fmla="*/ 0 h 5896162"/>
              <a:gd name="connsiteX2" fmla="*/ 6228199 w 6228216"/>
              <a:gd name="connsiteY2" fmla="*/ 3114000 h 5896162"/>
              <a:gd name="connsiteX3" fmla="*/ 4483482 w 6228216"/>
              <a:gd name="connsiteY3" fmla="*/ 5896162 h 5896162"/>
              <a:gd name="connsiteX4" fmla="*/ 4481338 w 6228216"/>
              <a:gd name="connsiteY4" fmla="*/ 4147888 h 5896162"/>
              <a:gd name="connsiteX5" fmla="*/ 4391670 w 6228216"/>
              <a:gd name="connsiteY5" fmla="*/ 3968895 h 5896162"/>
              <a:gd name="connsiteX6" fmla="*/ 194243 w 6228216"/>
              <a:gd name="connsiteY6" fmla="*/ 3968154 h 5896162"/>
              <a:gd name="connsiteX7" fmla="*/ 126914 w 6228216"/>
              <a:gd name="connsiteY7" fmla="*/ 3990835 h 5896162"/>
              <a:gd name="connsiteX8" fmla="*/ 199 w 6228216"/>
              <a:gd name="connsiteY8" fmla="*/ 3114000 h 5896162"/>
              <a:gd name="connsiteX0" fmla="*/ 199 w 6228216"/>
              <a:gd name="connsiteY0" fmla="*/ 3114000 h 5880575"/>
              <a:gd name="connsiteX1" fmla="*/ 3114199 w 6228216"/>
              <a:gd name="connsiteY1" fmla="*/ 0 h 5880575"/>
              <a:gd name="connsiteX2" fmla="*/ 6228199 w 6228216"/>
              <a:gd name="connsiteY2" fmla="*/ 3114000 h 5880575"/>
              <a:gd name="connsiteX3" fmla="*/ 4488677 w 6228216"/>
              <a:gd name="connsiteY3" fmla="*/ 5880575 h 5880575"/>
              <a:gd name="connsiteX4" fmla="*/ 4481338 w 6228216"/>
              <a:gd name="connsiteY4" fmla="*/ 4147888 h 5880575"/>
              <a:gd name="connsiteX5" fmla="*/ 4391670 w 6228216"/>
              <a:gd name="connsiteY5" fmla="*/ 3968895 h 5880575"/>
              <a:gd name="connsiteX6" fmla="*/ 194243 w 6228216"/>
              <a:gd name="connsiteY6" fmla="*/ 3968154 h 5880575"/>
              <a:gd name="connsiteX7" fmla="*/ 126914 w 6228216"/>
              <a:gd name="connsiteY7" fmla="*/ 3990835 h 5880575"/>
              <a:gd name="connsiteX8" fmla="*/ 199 w 6228216"/>
              <a:gd name="connsiteY8" fmla="*/ 3114000 h 5880575"/>
              <a:gd name="connsiteX0" fmla="*/ 199 w 6228216"/>
              <a:gd name="connsiteY0" fmla="*/ 3114000 h 5890966"/>
              <a:gd name="connsiteX1" fmla="*/ 3114199 w 6228216"/>
              <a:gd name="connsiteY1" fmla="*/ 0 h 5890966"/>
              <a:gd name="connsiteX2" fmla="*/ 6228199 w 6228216"/>
              <a:gd name="connsiteY2" fmla="*/ 3114000 h 5890966"/>
              <a:gd name="connsiteX3" fmla="*/ 4483481 w 6228216"/>
              <a:gd name="connsiteY3" fmla="*/ 5890966 h 5890966"/>
              <a:gd name="connsiteX4" fmla="*/ 4481338 w 6228216"/>
              <a:gd name="connsiteY4" fmla="*/ 4147888 h 5890966"/>
              <a:gd name="connsiteX5" fmla="*/ 4391670 w 6228216"/>
              <a:gd name="connsiteY5" fmla="*/ 3968895 h 5890966"/>
              <a:gd name="connsiteX6" fmla="*/ 194243 w 6228216"/>
              <a:gd name="connsiteY6" fmla="*/ 3968154 h 5890966"/>
              <a:gd name="connsiteX7" fmla="*/ 126914 w 6228216"/>
              <a:gd name="connsiteY7" fmla="*/ 3990835 h 5890966"/>
              <a:gd name="connsiteX8" fmla="*/ 199 w 6228216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91678 w 6228224"/>
              <a:gd name="connsiteY5" fmla="*/ 3968895 h 5890966"/>
              <a:gd name="connsiteX6" fmla="*/ 194251 w 6228224"/>
              <a:gd name="connsiteY6" fmla="*/ 3968154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91678 w 6228224"/>
              <a:gd name="connsiteY5" fmla="*/ 3968895 h 5890966"/>
              <a:gd name="connsiteX6" fmla="*/ 199447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199447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199447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199447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13232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13232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27017 w 6228224"/>
              <a:gd name="connsiteY6" fmla="*/ 393818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27017 w 6228224"/>
              <a:gd name="connsiteY6" fmla="*/ 3938182 h 5890966"/>
              <a:gd name="connsiteX7" fmla="*/ 121726 w 6228224"/>
              <a:gd name="connsiteY7" fmla="*/ 3965458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27017 w 6228224"/>
              <a:gd name="connsiteY6" fmla="*/ 3938182 h 5890966"/>
              <a:gd name="connsiteX7" fmla="*/ 121726 w 6228224"/>
              <a:gd name="connsiteY7" fmla="*/ 3965458 h 5890966"/>
              <a:gd name="connsiteX8" fmla="*/ 207 w 6228224"/>
              <a:gd name="connsiteY8" fmla="*/ 3114000 h 5890966"/>
              <a:gd name="connsiteX0" fmla="*/ 214 w 6228231"/>
              <a:gd name="connsiteY0" fmla="*/ 3114000 h 5890966"/>
              <a:gd name="connsiteX1" fmla="*/ 3114214 w 6228231"/>
              <a:gd name="connsiteY1" fmla="*/ 0 h 5890966"/>
              <a:gd name="connsiteX2" fmla="*/ 6228214 w 6228231"/>
              <a:gd name="connsiteY2" fmla="*/ 3114000 h 5890966"/>
              <a:gd name="connsiteX3" fmla="*/ 4483496 w 6228231"/>
              <a:gd name="connsiteY3" fmla="*/ 5890966 h 5890966"/>
              <a:gd name="connsiteX4" fmla="*/ 4481353 w 6228231"/>
              <a:gd name="connsiteY4" fmla="*/ 4147888 h 5890966"/>
              <a:gd name="connsiteX5" fmla="*/ 4370903 w 6228231"/>
              <a:gd name="connsiteY5" fmla="*/ 3953309 h 5890966"/>
              <a:gd name="connsiteX6" fmla="*/ 227024 w 6228231"/>
              <a:gd name="connsiteY6" fmla="*/ 3938182 h 5890966"/>
              <a:gd name="connsiteX7" fmla="*/ 117138 w 6228231"/>
              <a:gd name="connsiteY7" fmla="*/ 3956268 h 5890966"/>
              <a:gd name="connsiteX8" fmla="*/ 214 w 6228231"/>
              <a:gd name="connsiteY8" fmla="*/ 3114000 h 5890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28231" h="5890966">
                <a:moveTo>
                  <a:pt x="214" y="3114000"/>
                </a:moveTo>
                <a:cubicBezTo>
                  <a:pt x="-4330" y="1411998"/>
                  <a:pt x="1394399" y="0"/>
                  <a:pt x="3114214" y="0"/>
                </a:cubicBezTo>
                <a:cubicBezTo>
                  <a:pt x="4834029" y="0"/>
                  <a:pt x="6228009" y="1324528"/>
                  <a:pt x="6228214" y="3114000"/>
                </a:cubicBezTo>
                <a:cubicBezTo>
                  <a:pt x="6232591" y="4448745"/>
                  <a:pt x="5391347" y="5466913"/>
                  <a:pt x="4483496" y="5890966"/>
                </a:cubicBezTo>
                <a:cubicBezTo>
                  <a:pt x="4470286" y="5884723"/>
                  <a:pt x="4490830" y="4173263"/>
                  <a:pt x="4481353" y="4147888"/>
                </a:cubicBezTo>
                <a:cubicBezTo>
                  <a:pt x="4476337" y="4153536"/>
                  <a:pt x="4500847" y="3989338"/>
                  <a:pt x="4370903" y="3953309"/>
                </a:cubicBezTo>
                <a:lnTo>
                  <a:pt x="227024" y="3938182"/>
                </a:lnTo>
                <a:cubicBezTo>
                  <a:pt x="229896" y="3935584"/>
                  <a:pt x="121453" y="3950046"/>
                  <a:pt x="117138" y="3956268"/>
                </a:cubicBezTo>
                <a:cubicBezTo>
                  <a:pt x="115621" y="3943562"/>
                  <a:pt x="-5779" y="3527224"/>
                  <a:pt x="214" y="3114000"/>
                </a:cubicBezTo>
                <a:close/>
              </a:path>
            </a:pathLst>
          </a:custGeom>
        </p:spPr>
        <p:txBody>
          <a:bodyPr/>
          <a:lstStyle>
            <a:lvl1pPr algn="ctr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5" name="Espaço Reservado para Texto 44">
            <a:extLst>
              <a:ext uri="{FF2B5EF4-FFF2-40B4-BE49-F238E27FC236}">
                <a16:creationId xmlns:a16="http://schemas.microsoft.com/office/drawing/2014/main" id="{06E30179-074A-9B58-6298-46634017239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238366" y="1329766"/>
            <a:ext cx="3385184" cy="1534684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defRPr lang="pt-BR" sz="1200" b="0" i="0" u="none" strike="noStrike" kern="1200" cap="none" dirty="0" smtClean="0">
                <a:solidFill>
                  <a:schemeClr val="bg1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Freeform: Shape 24">
            <a:extLst>
              <a:ext uri="{FF2B5EF4-FFF2-40B4-BE49-F238E27FC236}">
                <a16:creationId xmlns:a16="http://schemas.microsoft.com/office/drawing/2014/main" id="{FD415740-21AF-903C-1A5A-37F7E5CC6A3C}"/>
              </a:ext>
            </a:extLst>
          </p:cNvPr>
          <p:cNvSpPr/>
          <p:nvPr userDrawn="1"/>
        </p:nvSpPr>
        <p:spPr>
          <a:xfrm>
            <a:off x="2" y="3886414"/>
            <a:ext cx="2848573" cy="2965721"/>
          </a:xfrm>
          <a:custGeom>
            <a:avLst/>
            <a:gdLst>
              <a:gd name="connsiteX0" fmla="*/ 1162912 w 2848573"/>
              <a:gd name="connsiteY0" fmla="*/ 0 h 2965721"/>
              <a:gd name="connsiteX1" fmla="*/ 2848573 w 2848573"/>
              <a:gd name="connsiteY1" fmla="*/ 1685661 h 2965721"/>
              <a:gd name="connsiteX2" fmla="*/ 2354855 w 2848573"/>
              <a:gd name="connsiteY2" fmla="*/ 2877604 h 2965721"/>
              <a:gd name="connsiteX3" fmla="*/ 2257901 w 2848573"/>
              <a:gd name="connsiteY3" fmla="*/ 2965721 h 2965721"/>
              <a:gd name="connsiteX4" fmla="*/ 67924 w 2848573"/>
              <a:gd name="connsiteY4" fmla="*/ 2965721 h 2965721"/>
              <a:gd name="connsiteX5" fmla="*/ 0 w 2848573"/>
              <a:gd name="connsiteY5" fmla="*/ 2903988 h 2965721"/>
              <a:gd name="connsiteX6" fmla="*/ 0 w 2848573"/>
              <a:gd name="connsiteY6" fmla="*/ 467334 h 2965721"/>
              <a:gd name="connsiteX7" fmla="*/ 90675 w 2848573"/>
              <a:gd name="connsiteY7" fmla="*/ 384923 h 2965721"/>
              <a:gd name="connsiteX8" fmla="*/ 1162912 w 2848573"/>
              <a:gd name="connsiteY8" fmla="*/ 0 h 2965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48573" h="2965721">
                <a:moveTo>
                  <a:pt x="1162912" y="0"/>
                </a:moveTo>
                <a:cubicBezTo>
                  <a:pt x="2093877" y="0"/>
                  <a:pt x="2848573" y="754696"/>
                  <a:pt x="2848573" y="1685661"/>
                </a:cubicBezTo>
                <a:cubicBezTo>
                  <a:pt x="2848573" y="2151144"/>
                  <a:pt x="2659899" y="2572559"/>
                  <a:pt x="2354855" y="2877604"/>
                </a:cubicBezTo>
                <a:lnTo>
                  <a:pt x="2257901" y="2965721"/>
                </a:lnTo>
                <a:lnTo>
                  <a:pt x="67924" y="2965721"/>
                </a:lnTo>
                <a:lnTo>
                  <a:pt x="0" y="2903988"/>
                </a:lnTo>
                <a:lnTo>
                  <a:pt x="0" y="467334"/>
                </a:lnTo>
                <a:lnTo>
                  <a:pt x="90675" y="384923"/>
                </a:lnTo>
                <a:cubicBezTo>
                  <a:pt x="382057" y="144454"/>
                  <a:pt x="755615" y="0"/>
                  <a:pt x="1162912" y="0"/>
                </a:cubicBez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28" name="Espaço Reservado para Imagem 27">
            <a:extLst>
              <a:ext uri="{FF2B5EF4-FFF2-40B4-BE49-F238E27FC236}">
                <a16:creationId xmlns:a16="http://schemas.microsoft.com/office/drawing/2014/main" id="{548B2331-2676-10C2-7E01-D10F6FB4AAA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481687" y="995363"/>
            <a:ext cx="793750" cy="793750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pt-BR"/>
              <a:t>Ícone</a:t>
            </a:r>
          </a:p>
        </p:txBody>
      </p:sp>
      <p:sp>
        <p:nvSpPr>
          <p:cNvPr id="38" name="Título">
            <a:extLst>
              <a:ext uri="{FF2B5EF4-FFF2-40B4-BE49-F238E27FC236}">
                <a16:creationId xmlns:a16="http://schemas.microsoft.com/office/drawing/2014/main" id="{ADB15B2B-2001-9E64-8B66-5FAC0E2E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3244" y="989034"/>
            <a:ext cx="4158456" cy="1281113"/>
          </a:xfrm>
        </p:spPr>
        <p:txBody>
          <a:bodyPr>
            <a:noAutofit/>
          </a:bodyPr>
          <a:lstStyle>
            <a:lvl1pPr marR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3600" b="1" i="0" u="none" strike="noStrike" cap="none" spc="-100" dirty="0">
                <a:solidFill>
                  <a:schemeClr val="accent1"/>
                </a:solidFill>
                <a:latin typeface="+mj-lt"/>
                <a:ea typeface="Arial"/>
                <a:cs typeface="Arial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0" name="Espaço Reservado para Texto 39">
            <a:extLst>
              <a:ext uri="{FF2B5EF4-FFF2-40B4-BE49-F238E27FC236}">
                <a16:creationId xmlns:a16="http://schemas.microsoft.com/office/drawing/2014/main" id="{A1760A25-CD4E-1960-08EE-258535BF939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823244" y="644956"/>
            <a:ext cx="4180096" cy="323211"/>
          </a:xfrm>
        </p:spPr>
        <p:txBody>
          <a:bodyPr lIns="126000">
            <a:noAutofit/>
          </a:bodyPr>
          <a:lstStyle>
            <a:lvl1pPr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Rectangle: Rounded Corners 9">
            <a:extLst>
              <a:ext uri="{FF2B5EF4-FFF2-40B4-BE49-F238E27FC236}">
                <a16:creationId xmlns:a16="http://schemas.microsoft.com/office/drawing/2014/main" id="{19FBD3DF-538E-7884-58FD-04DC57DB7E80}"/>
              </a:ext>
            </a:extLst>
          </p:cNvPr>
          <p:cNvSpPr/>
          <p:nvPr userDrawn="1"/>
        </p:nvSpPr>
        <p:spPr>
          <a:xfrm>
            <a:off x="1568450" y="3571620"/>
            <a:ext cx="4434893" cy="2405063"/>
          </a:xfrm>
          <a:prstGeom prst="roundRect">
            <a:avLst>
              <a:gd name="adj" fmla="val 6259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9" name="Rectangle: Rounded Corners 10">
            <a:extLst>
              <a:ext uri="{FF2B5EF4-FFF2-40B4-BE49-F238E27FC236}">
                <a16:creationId xmlns:a16="http://schemas.microsoft.com/office/drawing/2014/main" id="{AE95629A-85FB-D0D9-6F6F-A142203545A5}"/>
              </a:ext>
            </a:extLst>
          </p:cNvPr>
          <p:cNvSpPr/>
          <p:nvPr userDrawn="1"/>
        </p:nvSpPr>
        <p:spPr>
          <a:xfrm>
            <a:off x="6222183" y="3545643"/>
            <a:ext cx="4435200" cy="2431040"/>
          </a:xfrm>
          <a:custGeom>
            <a:avLst/>
            <a:gdLst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284667 w 4435200"/>
              <a:gd name="connsiteY2" fmla="*/ 0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279472 w 4435200"/>
              <a:gd name="connsiteY2" fmla="*/ 0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253494 w 4435200"/>
              <a:gd name="connsiteY2" fmla="*/ 10391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295058 w 4435200"/>
              <a:gd name="connsiteY2" fmla="*/ 5195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315839 w 4435200"/>
              <a:gd name="connsiteY2" fmla="*/ 5195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5729 h 2410259"/>
              <a:gd name="connsiteX1" fmla="*/ 150533 w 4435200"/>
              <a:gd name="connsiteY1" fmla="*/ 0 h 2410259"/>
              <a:gd name="connsiteX2" fmla="*/ 4315839 w 4435200"/>
              <a:gd name="connsiteY2" fmla="*/ 10391 h 2410259"/>
              <a:gd name="connsiteX3" fmla="*/ 4435200 w 4435200"/>
              <a:gd name="connsiteY3" fmla="*/ 155729 h 2410259"/>
              <a:gd name="connsiteX4" fmla="*/ 4435200 w 4435200"/>
              <a:gd name="connsiteY4" fmla="*/ 2259726 h 2410259"/>
              <a:gd name="connsiteX5" fmla="*/ 4284667 w 4435200"/>
              <a:gd name="connsiteY5" fmla="*/ 2410259 h 2410259"/>
              <a:gd name="connsiteX6" fmla="*/ 150533 w 4435200"/>
              <a:gd name="connsiteY6" fmla="*/ 2410259 h 2410259"/>
              <a:gd name="connsiteX7" fmla="*/ 0 w 4435200"/>
              <a:gd name="connsiteY7" fmla="*/ 2259726 h 2410259"/>
              <a:gd name="connsiteX8" fmla="*/ 0 w 4435200"/>
              <a:gd name="connsiteY8" fmla="*/ 155729 h 2410259"/>
              <a:gd name="connsiteX0" fmla="*/ 0 w 4435200"/>
              <a:gd name="connsiteY0" fmla="*/ 155729 h 2410259"/>
              <a:gd name="connsiteX1" fmla="*/ 150533 w 4435200"/>
              <a:gd name="connsiteY1" fmla="*/ 0 h 2410259"/>
              <a:gd name="connsiteX2" fmla="*/ 4315839 w 4435200"/>
              <a:gd name="connsiteY2" fmla="*/ 5196 h 2410259"/>
              <a:gd name="connsiteX3" fmla="*/ 4435200 w 4435200"/>
              <a:gd name="connsiteY3" fmla="*/ 155729 h 2410259"/>
              <a:gd name="connsiteX4" fmla="*/ 4435200 w 4435200"/>
              <a:gd name="connsiteY4" fmla="*/ 2259726 h 2410259"/>
              <a:gd name="connsiteX5" fmla="*/ 4284667 w 4435200"/>
              <a:gd name="connsiteY5" fmla="*/ 2410259 h 2410259"/>
              <a:gd name="connsiteX6" fmla="*/ 150533 w 4435200"/>
              <a:gd name="connsiteY6" fmla="*/ 2410259 h 2410259"/>
              <a:gd name="connsiteX7" fmla="*/ 0 w 4435200"/>
              <a:gd name="connsiteY7" fmla="*/ 2259726 h 2410259"/>
              <a:gd name="connsiteX8" fmla="*/ 0 w 4435200"/>
              <a:gd name="connsiteY8" fmla="*/ 155729 h 2410259"/>
              <a:gd name="connsiteX0" fmla="*/ 0 w 4435200"/>
              <a:gd name="connsiteY0" fmla="*/ 160924 h 2415454"/>
              <a:gd name="connsiteX1" fmla="*/ 150533 w 4435200"/>
              <a:gd name="connsiteY1" fmla="*/ 5195 h 2415454"/>
              <a:gd name="connsiteX2" fmla="*/ 4321035 w 4435200"/>
              <a:gd name="connsiteY2" fmla="*/ 0 h 2415454"/>
              <a:gd name="connsiteX3" fmla="*/ 4435200 w 4435200"/>
              <a:gd name="connsiteY3" fmla="*/ 160924 h 2415454"/>
              <a:gd name="connsiteX4" fmla="*/ 4435200 w 4435200"/>
              <a:gd name="connsiteY4" fmla="*/ 2264921 h 2415454"/>
              <a:gd name="connsiteX5" fmla="*/ 4284667 w 4435200"/>
              <a:gd name="connsiteY5" fmla="*/ 2415454 h 2415454"/>
              <a:gd name="connsiteX6" fmla="*/ 150533 w 4435200"/>
              <a:gd name="connsiteY6" fmla="*/ 2415454 h 2415454"/>
              <a:gd name="connsiteX7" fmla="*/ 0 w 4435200"/>
              <a:gd name="connsiteY7" fmla="*/ 2264921 h 2415454"/>
              <a:gd name="connsiteX8" fmla="*/ 0 w 4435200"/>
              <a:gd name="connsiteY8" fmla="*/ 160924 h 2415454"/>
              <a:gd name="connsiteX0" fmla="*/ 0 w 4435200"/>
              <a:gd name="connsiteY0" fmla="*/ 176510 h 2431040"/>
              <a:gd name="connsiteX1" fmla="*/ 155729 w 4435200"/>
              <a:gd name="connsiteY1" fmla="*/ 0 h 2431040"/>
              <a:gd name="connsiteX2" fmla="*/ 4321035 w 4435200"/>
              <a:gd name="connsiteY2" fmla="*/ 15586 h 2431040"/>
              <a:gd name="connsiteX3" fmla="*/ 4435200 w 4435200"/>
              <a:gd name="connsiteY3" fmla="*/ 176510 h 2431040"/>
              <a:gd name="connsiteX4" fmla="*/ 4435200 w 4435200"/>
              <a:gd name="connsiteY4" fmla="*/ 2280507 h 2431040"/>
              <a:gd name="connsiteX5" fmla="*/ 4284667 w 4435200"/>
              <a:gd name="connsiteY5" fmla="*/ 2431040 h 2431040"/>
              <a:gd name="connsiteX6" fmla="*/ 150533 w 4435200"/>
              <a:gd name="connsiteY6" fmla="*/ 2431040 h 2431040"/>
              <a:gd name="connsiteX7" fmla="*/ 0 w 4435200"/>
              <a:gd name="connsiteY7" fmla="*/ 2280507 h 2431040"/>
              <a:gd name="connsiteX8" fmla="*/ 0 w 4435200"/>
              <a:gd name="connsiteY8" fmla="*/ 176510 h 2431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35200" h="2431040">
                <a:moveTo>
                  <a:pt x="0" y="176510"/>
                </a:moveTo>
                <a:cubicBezTo>
                  <a:pt x="0" y="93373"/>
                  <a:pt x="72592" y="0"/>
                  <a:pt x="155729" y="0"/>
                </a:cubicBezTo>
                <a:lnTo>
                  <a:pt x="4321035" y="15586"/>
                </a:lnTo>
                <a:cubicBezTo>
                  <a:pt x="4404172" y="15586"/>
                  <a:pt x="4435200" y="93373"/>
                  <a:pt x="4435200" y="176510"/>
                </a:cubicBezTo>
                <a:lnTo>
                  <a:pt x="4435200" y="2280507"/>
                </a:lnTo>
                <a:cubicBezTo>
                  <a:pt x="4435200" y="2363644"/>
                  <a:pt x="4367804" y="2431040"/>
                  <a:pt x="4284667" y="2431040"/>
                </a:cubicBezTo>
                <a:lnTo>
                  <a:pt x="150533" y="2431040"/>
                </a:lnTo>
                <a:cubicBezTo>
                  <a:pt x="67396" y="2431040"/>
                  <a:pt x="0" y="2363644"/>
                  <a:pt x="0" y="2280507"/>
                </a:cubicBezTo>
                <a:lnTo>
                  <a:pt x="0" y="1765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25" name="Espaço Reservado para Texto 24">
            <a:extLst>
              <a:ext uri="{FF2B5EF4-FFF2-40B4-BE49-F238E27FC236}">
                <a16:creationId xmlns:a16="http://schemas.microsoft.com/office/drawing/2014/main" id="{F23AF8C6-F807-A43D-E470-FC73BC02AD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2698751"/>
            <a:ext cx="1949844" cy="1052513"/>
          </a:xfrm>
        </p:spPr>
        <p:txBody>
          <a:bodyPr lIns="0">
            <a:no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6000" b="1" i="0" u="none" strike="noStrike" cap="none" dirty="0">
                <a:solidFill>
                  <a:srgbClr val="DAD8D8"/>
                </a:solidFill>
                <a:latin typeface="+mj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30" name="Espaço Reservado para Texto 29">
            <a:extLst>
              <a:ext uri="{FF2B5EF4-FFF2-40B4-BE49-F238E27FC236}">
                <a16:creationId xmlns:a16="http://schemas.microsoft.com/office/drawing/2014/main" id="{9D491E22-92EA-618D-BAF8-776849CE7C7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11338" y="3911570"/>
            <a:ext cx="3516312" cy="312738"/>
          </a:xfrm>
        </p:spPr>
        <p:txBody>
          <a:bodyPr>
            <a:normAutofit/>
          </a:bodyPr>
          <a:lstStyle>
            <a:lvl1pPr marR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400" b="1" i="0" u="none" strike="noStrike" cap="none" dirty="0" smtClean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Espaço Reservado para Texto 29">
            <a:extLst>
              <a:ext uri="{FF2B5EF4-FFF2-40B4-BE49-F238E27FC236}">
                <a16:creationId xmlns:a16="http://schemas.microsoft.com/office/drawing/2014/main" id="{BDD87BC4-5DA3-8DE4-6EB4-09DF200DC5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32764" y="3911570"/>
            <a:ext cx="3516312" cy="312738"/>
          </a:xfrm>
        </p:spPr>
        <p:txBody>
          <a:bodyPr>
            <a:normAutofit/>
          </a:bodyPr>
          <a:lstStyle>
            <a:lvl1pPr marR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400" b="1" i="0" u="none" strike="noStrike" cap="none" dirty="0" smtClean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3" name="Espaço Reservado para Texto 32">
            <a:extLst>
              <a:ext uri="{FF2B5EF4-FFF2-40B4-BE49-F238E27FC236}">
                <a16:creationId xmlns:a16="http://schemas.microsoft.com/office/drawing/2014/main" id="{5B90BA16-3647-7EE4-E8E7-A0663719D6B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23244" y="4284878"/>
            <a:ext cx="3516312" cy="1370013"/>
          </a:xfrm>
        </p:spPr>
        <p:txBody>
          <a:bodyPr>
            <a:norm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4" name="Espaço Reservado para Texto 32">
            <a:extLst>
              <a:ext uri="{FF2B5EF4-FFF2-40B4-BE49-F238E27FC236}">
                <a16:creationId xmlns:a16="http://schemas.microsoft.com/office/drawing/2014/main" id="{20BD869A-4B19-32B8-B2D1-E173FCFC996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32315" y="4284878"/>
            <a:ext cx="3516312" cy="1370013"/>
          </a:xfrm>
        </p:spPr>
        <p:txBody>
          <a:bodyPr>
            <a:norm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6" name="Espaço Reservado para Imagem 35">
            <a:extLst>
              <a:ext uri="{FF2B5EF4-FFF2-40B4-BE49-F238E27FC236}">
                <a16:creationId xmlns:a16="http://schemas.microsoft.com/office/drawing/2014/main" id="{BDB52A58-E55C-9C98-C52A-346308CB97D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397500" y="3803683"/>
            <a:ext cx="481013" cy="479425"/>
          </a:xfrm>
        </p:spPr>
        <p:txBody>
          <a:bodyPr>
            <a:normAutofit/>
          </a:bodyPr>
          <a:lstStyle>
            <a:lvl1pPr algn="ctr">
              <a:defRPr sz="800"/>
            </a:lvl1pPr>
          </a:lstStyle>
          <a:p>
            <a:r>
              <a:rPr lang="pt-BR"/>
              <a:t>Ícone</a:t>
            </a:r>
          </a:p>
        </p:txBody>
      </p:sp>
      <p:sp>
        <p:nvSpPr>
          <p:cNvPr id="37" name="Espaço Reservado para Imagem 35">
            <a:extLst>
              <a:ext uri="{FF2B5EF4-FFF2-40B4-BE49-F238E27FC236}">
                <a16:creationId xmlns:a16="http://schemas.microsoft.com/office/drawing/2014/main" id="{C1628873-D7CE-181B-53FE-C45F4CA950A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957144" y="3803683"/>
            <a:ext cx="481013" cy="479425"/>
          </a:xfrm>
        </p:spPr>
        <p:txBody>
          <a:bodyPr>
            <a:normAutofit/>
          </a:bodyPr>
          <a:lstStyle>
            <a:lvl1pPr algn="ctr">
              <a:defRPr sz="800"/>
            </a:lvl1pPr>
          </a:lstStyle>
          <a:p>
            <a:r>
              <a:rPr lang="pt-BR"/>
              <a:t>Ícone</a:t>
            </a:r>
          </a:p>
        </p:txBody>
      </p:sp>
      <p:sp>
        <p:nvSpPr>
          <p:cNvPr id="26" name="Espaço Reservado para Texto 24">
            <a:extLst>
              <a:ext uri="{FF2B5EF4-FFF2-40B4-BE49-F238E27FC236}">
                <a16:creationId xmlns:a16="http://schemas.microsoft.com/office/drawing/2014/main" id="{78C5B9BC-23BA-9D40-0EFB-FD4839B9D6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23289" y="2698751"/>
            <a:ext cx="1971675" cy="1052513"/>
          </a:xfrm>
        </p:spPr>
        <p:txBody>
          <a:bodyPr lIns="0">
            <a:no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6000" b="1" i="0" u="none" strike="noStrike" cap="none" dirty="0">
                <a:solidFill>
                  <a:srgbClr val="DAD8D8"/>
                </a:solidFill>
                <a:latin typeface="+mj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195C0EA-8668-632B-6E8C-C7C8464EF94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824038" y="2090738"/>
            <a:ext cx="4157662" cy="727075"/>
          </a:xfrm>
        </p:spPr>
        <p:txBody>
          <a:bodyPr>
            <a:norm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72535197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s numerados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lipse 10">
            <a:extLst>
              <a:ext uri="{FF2B5EF4-FFF2-40B4-BE49-F238E27FC236}">
                <a16:creationId xmlns:a16="http://schemas.microsoft.com/office/drawing/2014/main" id="{33D9D3EE-07B8-DDE0-D24C-617A25DF28E4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>
          <a:xfrm>
            <a:off x="6178550" y="-394648"/>
            <a:ext cx="6228000" cy="622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FBBB0E18-BC75-0FC9-7E6F-94F735FD7A0A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6178335" y="-394649"/>
            <a:ext cx="6228231" cy="5890966"/>
          </a:xfrm>
          <a:custGeom>
            <a:avLst/>
            <a:gdLst>
              <a:gd name="connsiteX0" fmla="*/ 0 w 6228000"/>
              <a:gd name="connsiteY0" fmla="*/ 3114000 h 6228000"/>
              <a:gd name="connsiteX1" fmla="*/ 3114000 w 6228000"/>
              <a:gd name="connsiteY1" fmla="*/ 0 h 6228000"/>
              <a:gd name="connsiteX2" fmla="*/ 6228000 w 6228000"/>
              <a:gd name="connsiteY2" fmla="*/ 3114000 h 6228000"/>
              <a:gd name="connsiteX3" fmla="*/ 3114000 w 6228000"/>
              <a:gd name="connsiteY3" fmla="*/ 6228000 h 6228000"/>
              <a:gd name="connsiteX4" fmla="*/ 0 w 6228000"/>
              <a:gd name="connsiteY4" fmla="*/ 3114000 h 6228000"/>
              <a:gd name="connsiteX0" fmla="*/ 335458 w 6563458"/>
              <a:gd name="connsiteY0" fmla="*/ 3114000 h 6235728"/>
              <a:gd name="connsiteX1" fmla="*/ 3449458 w 6563458"/>
              <a:gd name="connsiteY1" fmla="*/ 0 h 6235728"/>
              <a:gd name="connsiteX2" fmla="*/ 6563458 w 6563458"/>
              <a:gd name="connsiteY2" fmla="*/ 3114000 h 6235728"/>
              <a:gd name="connsiteX3" fmla="*/ 3449458 w 6563458"/>
              <a:gd name="connsiteY3" fmla="*/ 6228000 h 6235728"/>
              <a:gd name="connsiteX4" fmla="*/ 436684 w 6563458"/>
              <a:gd name="connsiteY4" fmla="*/ 3971566 h 6235728"/>
              <a:gd name="connsiteX5" fmla="*/ 335458 w 6563458"/>
              <a:gd name="connsiteY5" fmla="*/ 3114000 h 6235728"/>
              <a:gd name="connsiteX0" fmla="*/ 198652 w 6426652"/>
              <a:gd name="connsiteY0" fmla="*/ 3114000 h 6235728"/>
              <a:gd name="connsiteX1" fmla="*/ 3312652 w 6426652"/>
              <a:gd name="connsiteY1" fmla="*/ 0 h 6235728"/>
              <a:gd name="connsiteX2" fmla="*/ 6426652 w 6426652"/>
              <a:gd name="connsiteY2" fmla="*/ 3114000 h 6235728"/>
              <a:gd name="connsiteX3" fmla="*/ 3312652 w 6426652"/>
              <a:gd name="connsiteY3" fmla="*/ 6228000 h 6235728"/>
              <a:gd name="connsiteX4" fmla="*/ 299878 w 6426652"/>
              <a:gd name="connsiteY4" fmla="*/ 3971566 h 6235728"/>
              <a:gd name="connsiteX5" fmla="*/ 198652 w 6426652"/>
              <a:gd name="connsiteY5" fmla="*/ 3114000 h 6235728"/>
              <a:gd name="connsiteX0" fmla="*/ 0 w 6228000"/>
              <a:gd name="connsiteY0" fmla="*/ 3114000 h 6235728"/>
              <a:gd name="connsiteX1" fmla="*/ 3114000 w 6228000"/>
              <a:gd name="connsiteY1" fmla="*/ 0 h 6235728"/>
              <a:gd name="connsiteX2" fmla="*/ 6228000 w 6228000"/>
              <a:gd name="connsiteY2" fmla="*/ 3114000 h 6235728"/>
              <a:gd name="connsiteX3" fmla="*/ 3114000 w 6228000"/>
              <a:gd name="connsiteY3" fmla="*/ 6228000 h 6235728"/>
              <a:gd name="connsiteX4" fmla="*/ 101226 w 6228000"/>
              <a:gd name="connsiteY4" fmla="*/ 3971566 h 6235728"/>
              <a:gd name="connsiteX5" fmla="*/ 0 w 6228000"/>
              <a:gd name="connsiteY5" fmla="*/ 3114000 h 6235728"/>
              <a:gd name="connsiteX0" fmla="*/ 3161 w 6231161"/>
              <a:gd name="connsiteY0" fmla="*/ 3114000 h 6235728"/>
              <a:gd name="connsiteX1" fmla="*/ 3117161 w 6231161"/>
              <a:gd name="connsiteY1" fmla="*/ 0 h 6235728"/>
              <a:gd name="connsiteX2" fmla="*/ 6231161 w 6231161"/>
              <a:gd name="connsiteY2" fmla="*/ 3114000 h 6235728"/>
              <a:gd name="connsiteX3" fmla="*/ 3117161 w 6231161"/>
              <a:gd name="connsiteY3" fmla="*/ 6228000 h 6235728"/>
              <a:gd name="connsiteX4" fmla="*/ 104387 w 6231161"/>
              <a:gd name="connsiteY4" fmla="*/ 3971566 h 6235728"/>
              <a:gd name="connsiteX5" fmla="*/ 3161 w 6231161"/>
              <a:gd name="connsiteY5" fmla="*/ 3114000 h 6235728"/>
              <a:gd name="connsiteX0" fmla="*/ 3161 w 6231161"/>
              <a:gd name="connsiteY0" fmla="*/ 3114000 h 6234127"/>
              <a:gd name="connsiteX1" fmla="*/ 3117161 w 6231161"/>
              <a:gd name="connsiteY1" fmla="*/ 0 h 6234127"/>
              <a:gd name="connsiteX2" fmla="*/ 6231161 w 6231161"/>
              <a:gd name="connsiteY2" fmla="*/ 3114000 h 6234127"/>
              <a:gd name="connsiteX3" fmla="*/ 3117161 w 6231161"/>
              <a:gd name="connsiteY3" fmla="*/ 6228000 h 6234127"/>
              <a:gd name="connsiteX4" fmla="*/ 104387 w 6231161"/>
              <a:gd name="connsiteY4" fmla="*/ 3971566 h 6234127"/>
              <a:gd name="connsiteX5" fmla="*/ 3161 w 6231161"/>
              <a:gd name="connsiteY5" fmla="*/ 3114000 h 6234127"/>
              <a:gd name="connsiteX0" fmla="*/ 232739 w 6460739"/>
              <a:gd name="connsiteY0" fmla="*/ 3114000 h 4134120"/>
              <a:gd name="connsiteX1" fmla="*/ 3346739 w 6460739"/>
              <a:gd name="connsiteY1" fmla="*/ 0 h 4134120"/>
              <a:gd name="connsiteX2" fmla="*/ 6460739 w 6460739"/>
              <a:gd name="connsiteY2" fmla="*/ 3114000 h 4134120"/>
              <a:gd name="connsiteX3" fmla="*/ 4624210 w 6460739"/>
              <a:gd name="connsiteY3" fmla="*/ 3968895 h 4134120"/>
              <a:gd name="connsiteX4" fmla="*/ 333965 w 6460739"/>
              <a:gd name="connsiteY4" fmla="*/ 3971566 h 4134120"/>
              <a:gd name="connsiteX5" fmla="*/ 232739 w 6460739"/>
              <a:gd name="connsiteY5" fmla="*/ 3114000 h 4134120"/>
              <a:gd name="connsiteX0" fmla="*/ 232739 w 6533426"/>
              <a:gd name="connsiteY0" fmla="*/ 3114000 h 4101226"/>
              <a:gd name="connsiteX1" fmla="*/ 3346739 w 6533426"/>
              <a:gd name="connsiteY1" fmla="*/ 0 h 4101226"/>
              <a:gd name="connsiteX2" fmla="*/ 6460739 w 6533426"/>
              <a:gd name="connsiteY2" fmla="*/ 3114000 h 4101226"/>
              <a:gd name="connsiteX3" fmla="*/ 5470743 w 6533426"/>
              <a:gd name="connsiteY3" fmla="*/ 4052249 h 4101226"/>
              <a:gd name="connsiteX4" fmla="*/ 4624210 w 6533426"/>
              <a:gd name="connsiteY4" fmla="*/ 3968895 h 4101226"/>
              <a:gd name="connsiteX5" fmla="*/ 333965 w 6533426"/>
              <a:gd name="connsiteY5" fmla="*/ 3971566 h 4101226"/>
              <a:gd name="connsiteX6" fmla="*/ 232739 w 6533426"/>
              <a:gd name="connsiteY6" fmla="*/ 3114000 h 4101226"/>
              <a:gd name="connsiteX0" fmla="*/ 232739 w 6507150"/>
              <a:gd name="connsiteY0" fmla="*/ 3114000 h 5929534"/>
              <a:gd name="connsiteX1" fmla="*/ 3346739 w 6507150"/>
              <a:gd name="connsiteY1" fmla="*/ 0 h 5929534"/>
              <a:gd name="connsiteX2" fmla="*/ 6460739 w 6507150"/>
              <a:gd name="connsiteY2" fmla="*/ 3114000 h 5929534"/>
              <a:gd name="connsiteX3" fmla="*/ 4731155 w 6507150"/>
              <a:gd name="connsiteY3" fmla="*/ 5921390 h 5929534"/>
              <a:gd name="connsiteX4" fmla="*/ 4624210 w 6507150"/>
              <a:gd name="connsiteY4" fmla="*/ 3968895 h 5929534"/>
              <a:gd name="connsiteX5" fmla="*/ 333965 w 6507150"/>
              <a:gd name="connsiteY5" fmla="*/ 3971566 h 5929534"/>
              <a:gd name="connsiteX6" fmla="*/ 232739 w 6507150"/>
              <a:gd name="connsiteY6" fmla="*/ 3114000 h 5929534"/>
              <a:gd name="connsiteX0" fmla="*/ 232739 w 6526554"/>
              <a:gd name="connsiteY0" fmla="*/ 3114000 h 5929534"/>
              <a:gd name="connsiteX1" fmla="*/ 3346739 w 6526554"/>
              <a:gd name="connsiteY1" fmla="*/ 0 h 5929534"/>
              <a:gd name="connsiteX2" fmla="*/ 6460739 w 6526554"/>
              <a:gd name="connsiteY2" fmla="*/ 3114000 h 5929534"/>
              <a:gd name="connsiteX3" fmla="*/ 4731155 w 6526554"/>
              <a:gd name="connsiteY3" fmla="*/ 5921390 h 5929534"/>
              <a:gd name="connsiteX4" fmla="*/ 4624210 w 6526554"/>
              <a:gd name="connsiteY4" fmla="*/ 3968895 h 5929534"/>
              <a:gd name="connsiteX5" fmla="*/ 333965 w 6526554"/>
              <a:gd name="connsiteY5" fmla="*/ 3971566 h 5929534"/>
              <a:gd name="connsiteX6" fmla="*/ 232739 w 6526554"/>
              <a:gd name="connsiteY6" fmla="*/ 3114000 h 5929534"/>
              <a:gd name="connsiteX0" fmla="*/ 232739 w 6526554"/>
              <a:gd name="connsiteY0" fmla="*/ 3114000 h 5929534"/>
              <a:gd name="connsiteX1" fmla="*/ 3346739 w 6526554"/>
              <a:gd name="connsiteY1" fmla="*/ 0 h 5929534"/>
              <a:gd name="connsiteX2" fmla="*/ 6460739 w 6526554"/>
              <a:gd name="connsiteY2" fmla="*/ 3114000 h 5929534"/>
              <a:gd name="connsiteX3" fmla="*/ 4731155 w 6526554"/>
              <a:gd name="connsiteY3" fmla="*/ 5921390 h 5929534"/>
              <a:gd name="connsiteX4" fmla="*/ 4624210 w 6526554"/>
              <a:gd name="connsiteY4" fmla="*/ 3968895 h 5929534"/>
              <a:gd name="connsiteX5" fmla="*/ 333965 w 6526554"/>
              <a:gd name="connsiteY5" fmla="*/ 3971566 h 5929534"/>
              <a:gd name="connsiteX6" fmla="*/ 232739 w 6526554"/>
              <a:gd name="connsiteY6" fmla="*/ 3114000 h 5929534"/>
              <a:gd name="connsiteX0" fmla="*/ 232739 w 6462699"/>
              <a:gd name="connsiteY0" fmla="*/ 3114000 h 5929534"/>
              <a:gd name="connsiteX1" fmla="*/ 3346739 w 6462699"/>
              <a:gd name="connsiteY1" fmla="*/ 0 h 5929534"/>
              <a:gd name="connsiteX2" fmla="*/ 6460739 w 6462699"/>
              <a:gd name="connsiteY2" fmla="*/ 3114000 h 5929534"/>
              <a:gd name="connsiteX3" fmla="*/ 4731155 w 6462699"/>
              <a:gd name="connsiteY3" fmla="*/ 5921390 h 5929534"/>
              <a:gd name="connsiteX4" fmla="*/ 4624210 w 6462699"/>
              <a:gd name="connsiteY4" fmla="*/ 3968895 h 5929534"/>
              <a:gd name="connsiteX5" fmla="*/ 333965 w 6462699"/>
              <a:gd name="connsiteY5" fmla="*/ 3971566 h 5929534"/>
              <a:gd name="connsiteX6" fmla="*/ 232739 w 6462699"/>
              <a:gd name="connsiteY6" fmla="*/ 3114000 h 5929534"/>
              <a:gd name="connsiteX0" fmla="*/ 232739 w 6462699"/>
              <a:gd name="connsiteY0" fmla="*/ 3114000 h 5929534"/>
              <a:gd name="connsiteX1" fmla="*/ 3346739 w 6462699"/>
              <a:gd name="connsiteY1" fmla="*/ 0 h 5929534"/>
              <a:gd name="connsiteX2" fmla="*/ 6460739 w 6462699"/>
              <a:gd name="connsiteY2" fmla="*/ 3114000 h 5929534"/>
              <a:gd name="connsiteX3" fmla="*/ 4731155 w 6462699"/>
              <a:gd name="connsiteY3" fmla="*/ 5921390 h 5929534"/>
              <a:gd name="connsiteX4" fmla="*/ 4624210 w 6462699"/>
              <a:gd name="connsiteY4" fmla="*/ 3968895 h 5929534"/>
              <a:gd name="connsiteX5" fmla="*/ 333965 w 6462699"/>
              <a:gd name="connsiteY5" fmla="*/ 3971566 h 5929534"/>
              <a:gd name="connsiteX6" fmla="*/ 232739 w 6462699"/>
              <a:gd name="connsiteY6" fmla="*/ 3114000 h 5929534"/>
              <a:gd name="connsiteX0" fmla="*/ 232739 w 6462699"/>
              <a:gd name="connsiteY0" fmla="*/ 3114000 h 5929534"/>
              <a:gd name="connsiteX1" fmla="*/ 3346739 w 6462699"/>
              <a:gd name="connsiteY1" fmla="*/ 0 h 5929534"/>
              <a:gd name="connsiteX2" fmla="*/ 6460739 w 6462699"/>
              <a:gd name="connsiteY2" fmla="*/ 3114000 h 5929534"/>
              <a:gd name="connsiteX3" fmla="*/ 4731155 w 6462699"/>
              <a:gd name="connsiteY3" fmla="*/ 5921390 h 5929534"/>
              <a:gd name="connsiteX4" fmla="*/ 4624210 w 6462699"/>
              <a:gd name="connsiteY4" fmla="*/ 3968895 h 5929534"/>
              <a:gd name="connsiteX5" fmla="*/ 333965 w 6462699"/>
              <a:gd name="connsiteY5" fmla="*/ 3971566 h 5929534"/>
              <a:gd name="connsiteX6" fmla="*/ 232739 w 6462699"/>
              <a:gd name="connsiteY6" fmla="*/ 3114000 h 5929534"/>
              <a:gd name="connsiteX0" fmla="*/ 232739 w 6462699"/>
              <a:gd name="connsiteY0" fmla="*/ 3114000 h 5929534"/>
              <a:gd name="connsiteX1" fmla="*/ 3346739 w 6462699"/>
              <a:gd name="connsiteY1" fmla="*/ 0 h 5929534"/>
              <a:gd name="connsiteX2" fmla="*/ 6460739 w 6462699"/>
              <a:gd name="connsiteY2" fmla="*/ 3114000 h 5929534"/>
              <a:gd name="connsiteX3" fmla="*/ 4731155 w 6462699"/>
              <a:gd name="connsiteY3" fmla="*/ 5921390 h 5929534"/>
              <a:gd name="connsiteX4" fmla="*/ 4624210 w 6462699"/>
              <a:gd name="connsiteY4" fmla="*/ 3968895 h 5929534"/>
              <a:gd name="connsiteX5" fmla="*/ 333965 w 6462699"/>
              <a:gd name="connsiteY5" fmla="*/ 3971566 h 5929534"/>
              <a:gd name="connsiteX6" fmla="*/ 232739 w 6462699"/>
              <a:gd name="connsiteY6" fmla="*/ 3114000 h 5929534"/>
              <a:gd name="connsiteX0" fmla="*/ 3162 w 6233122"/>
              <a:gd name="connsiteY0" fmla="*/ 3114000 h 5929534"/>
              <a:gd name="connsiteX1" fmla="*/ 3117162 w 6233122"/>
              <a:gd name="connsiteY1" fmla="*/ 0 h 5929534"/>
              <a:gd name="connsiteX2" fmla="*/ 6231162 w 6233122"/>
              <a:gd name="connsiteY2" fmla="*/ 3114000 h 5929534"/>
              <a:gd name="connsiteX3" fmla="*/ 4501578 w 6233122"/>
              <a:gd name="connsiteY3" fmla="*/ 5921390 h 5929534"/>
              <a:gd name="connsiteX4" fmla="*/ 4394633 w 6233122"/>
              <a:gd name="connsiteY4" fmla="*/ 3968895 h 5929534"/>
              <a:gd name="connsiteX5" fmla="*/ 104388 w 6233122"/>
              <a:gd name="connsiteY5" fmla="*/ 3971566 h 5929534"/>
              <a:gd name="connsiteX6" fmla="*/ 3162 w 6233122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650"/>
              <a:gd name="connsiteX1" fmla="*/ 3119446 w 6235406"/>
              <a:gd name="connsiteY1" fmla="*/ 0 h 5929650"/>
              <a:gd name="connsiteX2" fmla="*/ 6233446 w 6235406"/>
              <a:gd name="connsiteY2" fmla="*/ 3114000 h 5929650"/>
              <a:gd name="connsiteX3" fmla="*/ 4503862 w 6235406"/>
              <a:gd name="connsiteY3" fmla="*/ 5921390 h 5929650"/>
              <a:gd name="connsiteX4" fmla="*/ 4396917 w 6235406"/>
              <a:gd name="connsiteY4" fmla="*/ 3968895 h 5929650"/>
              <a:gd name="connsiteX5" fmla="*/ 106672 w 6235406"/>
              <a:gd name="connsiteY5" fmla="*/ 3971566 h 5929650"/>
              <a:gd name="connsiteX6" fmla="*/ 5446 w 6235406"/>
              <a:gd name="connsiteY6" fmla="*/ 3114000 h 5929650"/>
              <a:gd name="connsiteX0" fmla="*/ 5446 w 6235406"/>
              <a:gd name="connsiteY0" fmla="*/ 3114000 h 5929650"/>
              <a:gd name="connsiteX1" fmla="*/ 3119446 w 6235406"/>
              <a:gd name="connsiteY1" fmla="*/ 0 h 5929650"/>
              <a:gd name="connsiteX2" fmla="*/ 6233446 w 6235406"/>
              <a:gd name="connsiteY2" fmla="*/ 3114000 h 5929650"/>
              <a:gd name="connsiteX3" fmla="*/ 4503862 w 6235406"/>
              <a:gd name="connsiteY3" fmla="*/ 5921390 h 5929650"/>
              <a:gd name="connsiteX4" fmla="*/ 4396917 w 6235406"/>
              <a:gd name="connsiteY4" fmla="*/ 3968895 h 5929650"/>
              <a:gd name="connsiteX5" fmla="*/ 106672 w 6235406"/>
              <a:gd name="connsiteY5" fmla="*/ 3971566 h 5929650"/>
              <a:gd name="connsiteX6" fmla="*/ 5446 w 6235406"/>
              <a:gd name="connsiteY6" fmla="*/ 3114000 h 5929650"/>
              <a:gd name="connsiteX0" fmla="*/ 5446 w 6235406"/>
              <a:gd name="connsiteY0" fmla="*/ 3114000 h 5929650"/>
              <a:gd name="connsiteX1" fmla="*/ 3119446 w 6235406"/>
              <a:gd name="connsiteY1" fmla="*/ 0 h 5929650"/>
              <a:gd name="connsiteX2" fmla="*/ 6233446 w 6235406"/>
              <a:gd name="connsiteY2" fmla="*/ 3114000 h 5929650"/>
              <a:gd name="connsiteX3" fmla="*/ 4503862 w 6235406"/>
              <a:gd name="connsiteY3" fmla="*/ 5921390 h 5929650"/>
              <a:gd name="connsiteX4" fmla="*/ 4396917 w 6235406"/>
              <a:gd name="connsiteY4" fmla="*/ 3968895 h 5929650"/>
              <a:gd name="connsiteX5" fmla="*/ 106672 w 6235406"/>
              <a:gd name="connsiteY5" fmla="*/ 3971566 h 5929650"/>
              <a:gd name="connsiteX6" fmla="*/ 5446 w 6235406"/>
              <a:gd name="connsiteY6" fmla="*/ 3114000 h 5929650"/>
              <a:gd name="connsiteX0" fmla="*/ 5446 w 6235406"/>
              <a:gd name="connsiteY0" fmla="*/ 3114000 h 5921390"/>
              <a:gd name="connsiteX1" fmla="*/ 3119446 w 6235406"/>
              <a:gd name="connsiteY1" fmla="*/ 0 h 5921390"/>
              <a:gd name="connsiteX2" fmla="*/ 6233446 w 6235406"/>
              <a:gd name="connsiteY2" fmla="*/ 3114000 h 5921390"/>
              <a:gd name="connsiteX3" fmla="*/ 4503862 w 6235406"/>
              <a:gd name="connsiteY3" fmla="*/ 5921390 h 5921390"/>
              <a:gd name="connsiteX4" fmla="*/ 4396917 w 6235406"/>
              <a:gd name="connsiteY4" fmla="*/ 3968895 h 5921390"/>
              <a:gd name="connsiteX5" fmla="*/ 106672 w 6235406"/>
              <a:gd name="connsiteY5" fmla="*/ 3971566 h 5921390"/>
              <a:gd name="connsiteX6" fmla="*/ 5446 w 6235406"/>
              <a:gd name="connsiteY6" fmla="*/ 3114000 h 5921390"/>
              <a:gd name="connsiteX0" fmla="*/ 5446 w 6235406"/>
              <a:gd name="connsiteY0" fmla="*/ 3114000 h 5921390"/>
              <a:gd name="connsiteX1" fmla="*/ 3119446 w 6235406"/>
              <a:gd name="connsiteY1" fmla="*/ 0 h 5921390"/>
              <a:gd name="connsiteX2" fmla="*/ 6233446 w 6235406"/>
              <a:gd name="connsiteY2" fmla="*/ 3114000 h 5921390"/>
              <a:gd name="connsiteX3" fmla="*/ 4503862 w 6235406"/>
              <a:gd name="connsiteY3" fmla="*/ 5921390 h 5921390"/>
              <a:gd name="connsiteX4" fmla="*/ 4396917 w 6235406"/>
              <a:gd name="connsiteY4" fmla="*/ 3968895 h 5921390"/>
              <a:gd name="connsiteX5" fmla="*/ 106672 w 6235406"/>
              <a:gd name="connsiteY5" fmla="*/ 3971566 h 5921390"/>
              <a:gd name="connsiteX6" fmla="*/ 5446 w 6235406"/>
              <a:gd name="connsiteY6" fmla="*/ 3114000 h 5921390"/>
              <a:gd name="connsiteX0" fmla="*/ 5446 w 6235406"/>
              <a:gd name="connsiteY0" fmla="*/ 3114000 h 5921390"/>
              <a:gd name="connsiteX1" fmla="*/ 3119446 w 6235406"/>
              <a:gd name="connsiteY1" fmla="*/ 0 h 5921390"/>
              <a:gd name="connsiteX2" fmla="*/ 6233446 w 6235406"/>
              <a:gd name="connsiteY2" fmla="*/ 3114000 h 5921390"/>
              <a:gd name="connsiteX3" fmla="*/ 4503862 w 6235406"/>
              <a:gd name="connsiteY3" fmla="*/ 5921390 h 5921390"/>
              <a:gd name="connsiteX4" fmla="*/ 4396917 w 6235406"/>
              <a:gd name="connsiteY4" fmla="*/ 3968895 h 5921390"/>
              <a:gd name="connsiteX5" fmla="*/ 106672 w 6235406"/>
              <a:gd name="connsiteY5" fmla="*/ 3971566 h 5921390"/>
              <a:gd name="connsiteX6" fmla="*/ 5446 w 6235406"/>
              <a:gd name="connsiteY6" fmla="*/ 3114000 h 5921390"/>
              <a:gd name="connsiteX0" fmla="*/ 5446 w 6235406"/>
              <a:gd name="connsiteY0" fmla="*/ 3114000 h 5938745"/>
              <a:gd name="connsiteX1" fmla="*/ 3119446 w 6235406"/>
              <a:gd name="connsiteY1" fmla="*/ 0 h 5938745"/>
              <a:gd name="connsiteX2" fmla="*/ 6233446 w 6235406"/>
              <a:gd name="connsiteY2" fmla="*/ 3114000 h 5938745"/>
              <a:gd name="connsiteX3" fmla="*/ 4503862 w 6235406"/>
              <a:gd name="connsiteY3" fmla="*/ 5921390 h 5938745"/>
              <a:gd name="connsiteX4" fmla="*/ 4455038 w 6235406"/>
              <a:gd name="connsiteY4" fmla="*/ 4284366 h 5938745"/>
              <a:gd name="connsiteX5" fmla="*/ 4396917 w 6235406"/>
              <a:gd name="connsiteY5" fmla="*/ 3968895 h 5938745"/>
              <a:gd name="connsiteX6" fmla="*/ 106672 w 6235406"/>
              <a:gd name="connsiteY6" fmla="*/ 3971566 h 5938745"/>
              <a:gd name="connsiteX7" fmla="*/ 5446 w 6235406"/>
              <a:gd name="connsiteY7" fmla="*/ 3114000 h 5938745"/>
              <a:gd name="connsiteX0" fmla="*/ 5446 w 6235406"/>
              <a:gd name="connsiteY0" fmla="*/ 3114000 h 5938745"/>
              <a:gd name="connsiteX1" fmla="*/ 3119446 w 6235406"/>
              <a:gd name="connsiteY1" fmla="*/ 0 h 5938745"/>
              <a:gd name="connsiteX2" fmla="*/ 6233446 w 6235406"/>
              <a:gd name="connsiteY2" fmla="*/ 3114000 h 5938745"/>
              <a:gd name="connsiteX3" fmla="*/ 4503862 w 6235406"/>
              <a:gd name="connsiteY3" fmla="*/ 5921390 h 5938745"/>
              <a:gd name="connsiteX4" fmla="*/ 4455038 w 6235406"/>
              <a:gd name="connsiteY4" fmla="*/ 4284366 h 5938745"/>
              <a:gd name="connsiteX5" fmla="*/ 4396917 w 6235406"/>
              <a:gd name="connsiteY5" fmla="*/ 3968895 h 5938745"/>
              <a:gd name="connsiteX6" fmla="*/ 106672 w 6235406"/>
              <a:gd name="connsiteY6" fmla="*/ 3971566 h 5938745"/>
              <a:gd name="connsiteX7" fmla="*/ 5446 w 6235406"/>
              <a:gd name="connsiteY7" fmla="*/ 3114000 h 5938745"/>
              <a:gd name="connsiteX0" fmla="*/ 5446 w 6235406"/>
              <a:gd name="connsiteY0" fmla="*/ 3114000 h 5938745"/>
              <a:gd name="connsiteX1" fmla="*/ 3119446 w 6235406"/>
              <a:gd name="connsiteY1" fmla="*/ 0 h 5938745"/>
              <a:gd name="connsiteX2" fmla="*/ 6233446 w 6235406"/>
              <a:gd name="connsiteY2" fmla="*/ 3114000 h 5938745"/>
              <a:gd name="connsiteX3" fmla="*/ 4503862 w 6235406"/>
              <a:gd name="connsiteY3" fmla="*/ 5921390 h 5938745"/>
              <a:gd name="connsiteX4" fmla="*/ 4483173 w 6235406"/>
              <a:gd name="connsiteY4" fmla="*/ 4284366 h 5938745"/>
              <a:gd name="connsiteX5" fmla="*/ 4396917 w 6235406"/>
              <a:gd name="connsiteY5" fmla="*/ 3968895 h 5938745"/>
              <a:gd name="connsiteX6" fmla="*/ 106672 w 6235406"/>
              <a:gd name="connsiteY6" fmla="*/ 3971566 h 5938745"/>
              <a:gd name="connsiteX7" fmla="*/ 5446 w 6235406"/>
              <a:gd name="connsiteY7" fmla="*/ 3114000 h 5938745"/>
              <a:gd name="connsiteX0" fmla="*/ 5446 w 6235406"/>
              <a:gd name="connsiteY0" fmla="*/ 3114000 h 5938818"/>
              <a:gd name="connsiteX1" fmla="*/ 3119446 w 6235406"/>
              <a:gd name="connsiteY1" fmla="*/ 0 h 5938818"/>
              <a:gd name="connsiteX2" fmla="*/ 6233446 w 6235406"/>
              <a:gd name="connsiteY2" fmla="*/ 3114000 h 5938818"/>
              <a:gd name="connsiteX3" fmla="*/ 4503862 w 6235406"/>
              <a:gd name="connsiteY3" fmla="*/ 5921390 h 5938818"/>
              <a:gd name="connsiteX4" fmla="*/ 4483173 w 6235406"/>
              <a:gd name="connsiteY4" fmla="*/ 4284366 h 5938818"/>
              <a:gd name="connsiteX5" fmla="*/ 4396917 w 6235406"/>
              <a:gd name="connsiteY5" fmla="*/ 3968895 h 5938818"/>
              <a:gd name="connsiteX6" fmla="*/ 106672 w 6235406"/>
              <a:gd name="connsiteY6" fmla="*/ 3971566 h 5938818"/>
              <a:gd name="connsiteX7" fmla="*/ 5446 w 6235406"/>
              <a:gd name="connsiteY7" fmla="*/ 3114000 h 5938818"/>
              <a:gd name="connsiteX0" fmla="*/ 5446 w 6235406"/>
              <a:gd name="connsiteY0" fmla="*/ 3114000 h 5938818"/>
              <a:gd name="connsiteX1" fmla="*/ 3119446 w 6235406"/>
              <a:gd name="connsiteY1" fmla="*/ 0 h 5938818"/>
              <a:gd name="connsiteX2" fmla="*/ 6233446 w 6235406"/>
              <a:gd name="connsiteY2" fmla="*/ 3114000 h 5938818"/>
              <a:gd name="connsiteX3" fmla="*/ 4503862 w 6235406"/>
              <a:gd name="connsiteY3" fmla="*/ 5921390 h 5938818"/>
              <a:gd name="connsiteX4" fmla="*/ 4483173 w 6235406"/>
              <a:gd name="connsiteY4" fmla="*/ 4284366 h 5938818"/>
              <a:gd name="connsiteX5" fmla="*/ 4396917 w 6235406"/>
              <a:gd name="connsiteY5" fmla="*/ 3968895 h 5938818"/>
              <a:gd name="connsiteX6" fmla="*/ 106672 w 6235406"/>
              <a:gd name="connsiteY6" fmla="*/ 3971566 h 5938818"/>
              <a:gd name="connsiteX7" fmla="*/ 5446 w 6235406"/>
              <a:gd name="connsiteY7" fmla="*/ 3114000 h 5938818"/>
              <a:gd name="connsiteX0" fmla="*/ 5446 w 6235406"/>
              <a:gd name="connsiteY0" fmla="*/ 3114000 h 5938818"/>
              <a:gd name="connsiteX1" fmla="*/ 3119446 w 6235406"/>
              <a:gd name="connsiteY1" fmla="*/ 0 h 5938818"/>
              <a:gd name="connsiteX2" fmla="*/ 6233446 w 6235406"/>
              <a:gd name="connsiteY2" fmla="*/ 3114000 h 5938818"/>
              <a:gd name="connsiteX3" fmla="*/ 4503862 w 6235406"/>
              <a:gd name="connsiteY3" fmla="*/ 5921390 h 5938818"/>
              <a:gd name="connsiteX4" fmla="*/ 4483173 w 6235406"/>
              <a:gd name="connsiteY4" fmla="*/ 4284366 h 5938818"/>
              <a:gd name="connsiteX5" fmla="*/ 4396917 w 6235406"/>
              <a:gd name="connsiteY5" fmla="*/ 3968895 h 5938818"/>
              <a:gd name="connsiteX6" fmla="*/ 106672 w 6235406"/>
              <a:gd name="connsiteY6" fmla="*/ 3971566 h 5938818"/>
              <a:gd name="connsiteX7" fmla="*/ 5446 w 6235406"/>
              <a:gd name="connsiteY7" fmla="*/ 3114000 h 5938818"/>
              <a:gd name="connsiteX0" fmla="*/ 5446 w 6235406"/>
              <a:gd name="connsiteY0" fmla="*/ 3114000 h 5938818"/>
              <a:gd name="connsiteX1" fmla="*/ 3119446 w 6235406"/>
              <a:gd name="connsiteY1" fmla="*/ 0 h 5938818"/>
              <a:gd name="connsiteX2" fmla="*/ 6233446 w 6235406"/>
              <a:gd name="connsiteY2" fmla="*/ 3114000 h 5938818"/>
              <a:gd name="connsiteX3" fmla="*/ 4503862 w 6235406"/>
              <a:gd name="connsiteY3" fmla="*/ 5921390 h 5938818"/>
              <a:gd name="connsiteX4" fmla="*/ 4483173 w 6235406"/>
              <a:gd name="connsiteY4" fmla="*/ 4284366 h 5938818"/>
              <a:gd name="connsiteX5" fmla="*/ 4396917 w 6235406"/>
              <a:gd name="connsiteY5" fmla="*/ 3968895 h 5938818"/>
              <a:gd name="connsiteX6" fmla="*/ 106672 w 6235406"/>
              <a:gd name="connsiteY6" fmla="*/ 3971566 h 5938818"/>
              <a:gd name="connsiteX7" fmla="*/ 5446 w 6235406"/>
              <a:gd name="connsiteY7" fmla="*/ 3114000 h 5938818"/>
              <a:gd name="connsiteX0" fmla="*/ 5446 w 6235406"/>
              <a:gd name="connsiteY0" fmla="*/ 3114000 h 5921941"/>
              <a:gd name="connsiteX1" fmla="*/ 3119446 w 6235406"/>
              <a:gd name="connsiteY1" fmla="*/ 0 h 5921941"/>
              <a:gd name="connsiteX2" fmla="*/ 6233446 w 6235406"/>
              <a:gd name="connsiteY2" fmla="*/ 3114000 h 5921941"/>
              <a:gd name="connsiteX3" fmla="*/ 4490214 w 6235406"/>
              <a:gd name="connsiteY3" fmla="*/ 5904331 h 5921941"/>
              <a:gd name="connsiteX4" fmla="*/ 4483173 w 6235406"/>
              <a:gd name="connsiteY4" fmla="*/ 4284366 h 5921941"/>
              <a:gd name="connsiteX5" fmla="*/ 4396917 w 6235406"/>
              <a:gd name="connsiteY5" fmla="*/ 3968895 h 5921941"/>
              <a:gd name="connsiteX6" fmla="*/ 106672 w 6235406"/>
              <a:gd name="connsiteY6" fmla="*/ 3971566 h 5921941"/>
              <a:gd name="connsiteX7" fmla="*/ 5446 w 6235406"/>
              <a:gd name="connsiteY7" fmla="*/ 3114000 h 5921941"/>
              <a:gd name="connsiteX0" fmla="*/ 5446 w 6235406"/>
              <a:gd name="connsiteY0" fmla="*/ 3114000 h 5921941"/>
              <a:gd name="connsiteX1" fmla="*/ 3119446 w 6235406"/>
              <a:gd name="connsiteY1" fmla="*/ 0 h 5921941"/>
              <a:gd name="connsiteX2" fmla="*/ 6233446 w 6235406"/>
              <a:gd name="connsiteY2" fmla="*/ 3114000 h 5921941"/>
              <a:gd name="connsiteX3" fmla="*/ 4490214 w 6235406"/>
              <a:gd name="connsiteY3" fmla="*/ 5904331 h 5921941"/>
              <a:gd name="connsiteX4" fmla="*/ 4483173 w 6235406"/>
              <a:gd name="connsiteY4" fmla="*/ 4284366 h 5921941"/>
              <a:gd name="connsiteX5" fmla="*/ 4396917 w 6235406"/>
              <a:gd name="connsiteY5" fmla="*/ 3968895 h 5921941"/>
              <a:gd name="connsiteX6" fmla="*/ 106672 w 6235406"/>
              <a:gd name="connsiteY6" fmla="*/ 3971566 h 5921941"/>
              <a:gd name="connsiteX7" fmla="*/ 5446 w 6235406"/>
              <a:gd name="connsiteY7" fmla="*/ 3114000 h 592194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3173 w 6235406"/>
              <a:gd name="connsiteY4" fmla="*/ 4284366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3173 w 6235406"/>
              <a:gd name="connsiteY4" fmla="*/ 4284366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3173 w 6235406"/>
              <a:gd name="connsiteY4" fmla="*/ 4284366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3173 w 6235406"/>
              <a:gd name="connsiteY4" fmla="*/ 4284366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6585 w 6235406"/>
              <a:gd name="connsiteY4" fmla="*/ 4137653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6585 w 6235406"/>
              <a:gd name="connsiteY4" fmla="*/ 4147888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6585 w 6235406"/>
              <a:gd name="connsiteY4" fmla="*/ 4147888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120811 w 6350771"/>
              <a:gd name="connsiteY0" fmla="*/ 3114000 h 5904331"/>
              <a:gd name="connsiteX1" fmla="*/ 3234811 w 6350771"/>
              <a:gd name="connsiteY1" fmla="*/ 0 h 5904331"/>
              <a:gd name="connsiteX2" fmla="*/ 6348811 w 6350771"/>
              <a:gd name="connsiteY2" fmla="*/ 3114000 h 5904331"/>
              <a:gd name="connsiteX3" fmla="*/ 4605579 w 6350771"/>
              <a:gd name="connsiteY3" fmla="*/ 5904331 h 5904331"/>
              <a:gd name="connsiteX4" fmla="*/ 4601950 w 6350771"/>
              <a:gd name="connsiteY4" fmla="*/ 4147888 h 5904331"/>
              <a:gd name="connsiteX5" fmla="*/ 4512282 w 6350771"/>
              <a:gd name="connsiteY5" fmla="*/ 3968895 h 5904331"/>
              <a:gd name="connsiteX6" fmla="*/ 293688 w 6350771"/>
              <a:gd name="connsiteY6" fmla="*/ 3968154 h 5904331"/>
              <a:gd name="connsiteX7" fmla="*/ 120811 w 6350771"/>
              <a:gd name="connsiteY7" fmla="*/ 3114000 h 5904331"/>
              <a:gd name="connsiteX0" fmla="*/ 120811 w 6350771"/>
              <a:gd name="connsiteY0" fmla="*/ 3114000 h 5904331"/>
              <a:gd name="connsiteX1" fmla="*/ 3234811 w 6350771"/>
              <a:gd name="connsiteY1" fmla="*/ 0 h 5904331"/>
              <a:gd name="connsiteX2" fmla="*/ 6348811 w 6350771"/>
              <a:gd name="connsiteY2" fmla="*/ 3114000 h 5904331"/>
              <a:gd name="connsiteX3" fmla="*/ 4605579 w 6350771"/>
              <a:gd name="connsiteY3" fmla="*/ 5904331 h 5904331"/>
              <a:gd name="connsiteX4" fmla="*/ 4601950 w 6350771"/>
              <a:gd name="connsiteY4" fmla="*/ 4147888 h 5904331"/>
              <a:gd name="connsiteX5" fmla="*/ 4512282 w 6350771"/>
              <a:gd name="connsiteY5" fmla="*/ 3968895 h 5904331"/>
              <a:gd name="connsiteX6" fmla="*/ 293688 w 6350771"/>
              <a:gd name="connsiteY6" fmla="*/ 3968154 h 5904331"/>
              <a:gd name="connsiteX7" fmla="*/ 120811 w 6350771"/>
              <a:gd name="connsiteY7" fmla="*/ 3114000 h 5904331"/>
              <a:gd name="connsiteX0" fmla="*/ 12 w 6229972"/>
              <a:gd name="connsiteY0" fmla="*/ 3114000 h 5904331"/>
              <a:gd name="connsiteX1" fmla="*/ 3114012 w 6229972"/>
              <a:gd name="connsiteY1" fmla="*/ 0 h 5904331"/>
              <a:gd name="connsiteX2" fmla="*/ 6228012 w 6229972"/>
              <a:gd name="connsiteY2" fmla="*/ 3114000 h 5904331"/>
              <a:gd name="connsiteX3" fmla="*/ 4484780 w 6229972"/>
              <a:gd name="connsiteY3" fmla="*/ 5904331 h 5904331"/>
              <a:gd name="connsiteX4" fmla="*/ 4481151 w 6229972"/>
              <a:gd name="connsiteY4" fmla="*/ 4147888 h 5904331"/>
              <a:gd name="connsiteX5" fmla="*/ 4391483 w 6229972"/>
              <a:gd name="connsiteY5" fmla="*/ 3968895 h 5904331"/>
              <a:gd name="connsiteX6" fmla="*/ 172889 w 6229972"/>
              <a:gd name="connsiteY6" fmla="*/ 3968154 h 5904331"/>
              <a:gd name="connsiteX7" fmla="*/ 12 w 6229972"/>
              <a:gd name="connsiteY7" fmla="*/ 3114000 h 5904331"/>
              <a:gd name="connsiteX0" fmla="*/ 12 w 6229972"/>
              <a:gd name="connsiteY0" fmla="*/ 3114000 h 5904331"/>
              <a:gd name="connsiteX1" fmla="*/ 3114012 w 6229972"/>
              <a:gd name="connsiteY1" fmla="*/ 0 h 5904331"/>
              <a:gd name="connsiteX2" fmla="*/ 6228012 w 6229972"/>
              <a:gd name="connsiteY2" fmla="*/ 3114000 h 5904331"/>
              <a:gd name="connsiteX3" fmla="*/ 4484780 w 6229972"/>
              <a:gd name="connsiteY3" fmla="*/ 5904331 h 5904331"/>
              <a:gd name="connsiteX4" fmla="*/ 4481151 w 6229972"/>
              <a:gd name="connsiteY4" fmla="*/ 4147888 h 5904331"/>
              <a:gd name="connsiteX5" fmla="*/ 4391483 w 6229972"/>
              <a:gd name="connsiteY5" fmla="*/ 3968895 h 5904331"/>
              <a:gd name="connsiteX6" fmla="*/ 172889 w 6229972"/>
              <a:gd name="connsiteY6" fmla="*/ 3968154 h 5904331"/>
              <a:gd name="connsiteX7" fmla="*/ 12 w 6229972"/>
              <a:gd name="connsiteY7" fmla="*/ 3114000 h 5904331"/>
              <a:gd name="connsiteX0" fmla="*/ 12 w 6229972"/>
              <a:gd name="connsiteY0" fmla="*/ 3114000 h 5904331"/>
              <a:gd name="connsiteX1" fmla="*/ 3114012 w 6229972"/>
              <a:gd name="connsiteY1" fmla="*/ 0 h 5904331"/>
              <a:gd name="connsiteX2" fmla="*/ 6228012 w 6229972"/>
              <a:gd name="connsiteY2" fmla="*/ 3114000 h 5904331"/>
              <a:gd name="connsiteX3" fmla="*/ 4484780 w 6229972"/>
              <a:gd name="connsiteY3" fmla="*/ 5904331 h 5904331"/>
              <a:gd name="connsiteX4" fmla="*/ 4481151 w 6229972"/>
              <a:gd name="connsiteY4" fmla="*/ 4147888 h 5904331"/>
              <a:gd name="connsiteX5" fmla="*/ 4391483 w 6229972"/>
              <a:gd name="connsiteY5" fmla="*/ 3968895 h 5904331"/>
              <a:gd name="connsiteX6" fmla="*/ 172889 w 6229972"/>
              <a:gd name="connsiteY6" fmla="*/ 3968154 h 5904331"/>
              <a:gd name="connsiteX7" fmla="*/ 12 w 6229972"/>
              <a:gd name="connsiteY7" fmla="*/ 3114000 h 5904331"/>
              <a:gd name="connsiteX0" fmla="*/ 165707 w 6395667"/>
              <a:gd name="connsiteY0" fmla="*/ 3114000 h 5904331"/>
              <a:gd name="connsiteX1" fmla="*/ 3279707 w 6395667"/>
              <a:gd name="connsiteY1" fmla="*/ 0 h 5904331"/>
              <a:gd name="connsiteX2" fmla="*/ 6393707 w 6395667"/>
              <a:gd name="connsiteY2" fmla="*/ 3114000 h 5904331"/>
              <a:gd name="connsiteX3" fmla="*/ 4650475 w 6395667"/>
              <a:gd name="connsiteY3" fmla="*/ 5904331 h 5904331"/>
              <a:gd name="connsiteX4" fmla="*/ 4646846 w 6395667"/>
              <a:gd name="connsiteY4" fmla="*/ 4147888 h 5904331"/>
              <a:gd name="connsiteX5" fmla="*/ 4557178 w 6395667"/>
              <a:gd name="connsiteY5" fmla="*/ 3968895 h 5904331"/>
              <a:gd name="connsiteX6" fmla="*/ 338584 w 6395667"/>
              <a:gd name="connsiteY6" fmla="*/ 3968154 h 5904331"/>
              <a:gd name="connsiteX7" fmla="*/ 418664 w 6395667"/>
              <a:gd name="connsiteY7" fmla="*/ 3789530 h 5904331"/>
              <a:gd name="connsiteX8" fmla="*/ 165707 w 6395667"/>
              <a:gd name="connsiteY8" fmla="*/ 3114000 h 5904331"/>
              <a:gd name="connsiteX0" fmla="*/ 165707 w 6395667"/>
              <a:gd name="connsiteY0" fmla="*/ 3114000 h 5904331"/>
              <a:gd name="connsiteX1" fmla="*/ 3279707 w 6395667"/>
              <a:gd name="connsiteY1" fmla="*/ 0 h 5904331"/>
              <a:gd name="connsiteX2" fmla="*/ 6393707 w 6395667"/>
              <a:gd name="connsiteY2" fmla="*/ 3114000 h 5904331"/>
              <a:gd name="connsiteX3" fmla="*/ 4650475 w 6395667"/>
              <a:gd name="connsiteY3" fmla="*/ 5904331 h 5904331"/>
              <a:gd name="connsiteX4" fmla="*/ 4646846 w 6395667"/>
              <a:gd name="connsiteY4" fmla="*/ 4147888 h 5904331"/>
              <a:gd name="connsiteX5" fmla="*/ 4557178 w 6395667"/>
              <a:gd name="connsiteY5" fmla="*/ 3968895 h 5904331"/>
              <a:gd name="connsiteX6" fmla="*/ 338584 w 6395667"/>
              <a:gd name="connsiteY6" fmla="*/ 3968154 h 5904331"/>
              <a:gd name="connsiteX7" fmla="*/ 418664 w 6395667"/>
              <a:gd name="connsiteY7" fmla="*/ 3789530 h 5904331"/>
              <a:gd name="connsiteX8" fmla="*/ 165707 w 6395667"/>
              <a:gd name="connsiteY8" fmla="*/ 3114000 h 5904331"/>
              <a:gd name="connsiteX0" fmla="*/ 187804 w 6417764"/>
              <a:gd name="connsiteY0" fmla="*/ 3114000 h 5904331"/>
              <a:gd name="connsiteX1" fmla="*/ 3301804 w 6417764"/>
              <a:gd name="connsiteY1" fmla="*/ 0 h 5904331"/>
              <a:gd name="connsiteX2" fmla="*/ 6415804 w 6417764"/>
              <a:gd name="connsiteY2" fmla="*/ 3114000 h 5904331"/>
              <a:gd name="connsiteX3" fmla="*/ 4672572 w 6417764"/>
              <a:gd name="connsiteY3" fmla="*/ 5904331 h 5904331"/>
              <a:gd name="connsiteX4" fmla="*/ 4668943 w 6417764"/>
              <a:gd name="connsiteY4" fmla="*/ 4147888 h 5904331"/>
              <a:gd name="connsiteX5" fmla="*/ 4579275 w 6417764"/>
              <a:gd name="connsiteY5" fmla="*/ 3968895 h 5904331"/>
              <a:gd name="connsiteX6" fmla="*/ 360681 w 6417764"/>
              <a:gd name="connsiteY6" fmla="*/ 3968154 h 5904331"/>
              <a:gd name="connsiteX7" fmla="*/ 317931 w 6417764"/>
              <a:gd name="connsiteY7" fmla="*/ 3984011 h 5904331"/>
              <a:gd name="connsiteX8" fmla="*/ 187804 w 6417764"/>
              <a:gd name="connsiteY8" fmla="*/ 3114000 h 5904331"/>
              <a:gd name="connsiteX0" fmla="*/ 187804 w 6417764"/>
              <a:gd name="connsiteY0" fmla="*/ 3114000 h 5904331"/>
              <a:gd name="connsiteX1" fmla="*/ 3301804 w 6417764"/>
              <a:gd name="connsiteY1" fmla="*/ 0 h 5904331"/>
              <a:gd name="connsiteX2" fmla="*/ 6415804 w 6417764"/>
              <a:gd name="connsiteY2" fmla="*/ 3114000 h 5904331"/>
              <a:gd name="connsiteX3" fmla="*/ 4672572 w 6417764"/>
              <a:gd name="connsiteY3" fmla="*/ 5904331 h 5904331"/>
              <a:gd name="connsiteX4" fmla="*/ 4668943 w 6417764"/>
              <a:gd name="connsiteY4" fmla="*/ 4147888 h 5904331"/>
              <a:gd name="connsiteX5" fmla="*/ 4579275 w 6417764"/>
              <a:gd name="connsiteY5" fmla="*/ 3968895 h 5904331"/>
              <a:gd name="connsiteX6" fmla="*/ 360681 w 6417764"/>
              <a:gd name="connsiteY6" fmla="*/ 3968154 h 5904331"/>
              <a:gd name="connsiteX7" fmla="*/ 317931 w 6417764"/>
              <a:gd name="connsiteY7" fmla="*/ 3984011 h 5904331"/>
              <a:gd name="connsiteX8" fmla="*/ 187804 w 6417764"/>
              <a:gd name="connsiteY8" fmla="*/ 3114000 h 5904331"/>
              <a:gd name="connsiteX0" fmla="*/ 183019 w 6412979"/>
              <a:gd name="connsiteY0" fmla="*/ 3114000 h 5904331"/>
              <a:gd name="connsiteX1" fmla="*/ 3297019 w 6412979"/>
              <a:gd name="connsiteY1" fmla="*/ 0 h 5904331"/>
              <a:gd name="connsiteX2" fmla="*/ 6411019 w 6412979"/>
              <a:gd name="connsiteY2" fmla="*/ 3114000 h 5904331"/>
              <a:gd name="connsiteX3" fmla="*/ 4667787 w 6412979"/>
              <a:gd name="connsiteY3" fmla="*/ 5904331 h 5904331"/>
              <a:gd name="connsiteX4" fmla="*/ 4664158 w 6412979"/>
              <a:gd name="connsiteY4" fmla="*/ 4147888 h 5904331"/>
              <a:gd name="connsiteX5" fmla="*/ 4574490 w 6412979"/>
              <a:gd name="connsiteY5" fmla="*/ 3968895 h 5904331"/>
              <a:gd name="connsiteX6" fmla="*/ 355896 w 6412979"/>
              <a:gd name="connsiteY6" fmla="*/ 3968154 h 5904331"/>
              <a:gd name="connsiteX7" fmla="*/ 313146 w 6412979"/>
              <a:gd name="connsiteY7" fmla="*/ 3984011 h 5904331"/>
              <a:gd name="connsiteX8" fmla="*/ 183019 w 6412979"/>
              <a:gd name="connsiteY8" fmla="*/ 3114000 h 5904331"/>
              <a:gd name="connsiteX0" fmla="*/ 144151 w 6374111"/>
              <a:gd name="connsiteY0" fmla="*/ 3114000 h 5904331"/>
              <a:gd name="connsiteX1" fmla="*/ 3258151 w 6374111"/>
              <a:gd name="connsiteY1" fmla="*/ 0 h 5904331"/>
              <a:gd name="connsiteX2" fmla="*/ 6372151 w 6374111"/>
              <a:gd name="connsiteY2" fmla="*/ 3114000 h 5904331"/>
              <a:gd name="connsiteX3" fmla="*/ 4628919 w 6374111"/>
              <a:gd name="connsiteY3" fmla="*/ 5904331 h 5904331"/>
              <a:gd name="connsiteX4" fmla="*/ 4625290 w 6374111"/>
              <a:gd name="connsiteY4" fmla="*/ 4147888 h 5904331"/>
              <a:gd name="connsiteX5" fmla="*/ 4535622 w 6374111"/>
              <a:gd name="connsiteY5" fmla="*/ 3968895 h 5904331"/>
              <a:gd name="connsiteX6" fmla="*/ 317028 w 6374111"/>
              <a:gd name="connsiteY6" fmla="*/ 3968154 h 5904331"/>
              <a:gd name="connsiteX7" fmla="*/ 274278 w 6374111"/>
              <a:gd name="connsiteY7" fmla="*/ 3984011 h 5904331"/>
              <a:gd name="connsiteX8" fmla="*/ 144151 w 6374111"/>
              <a:gd name="connsiteY8" fmla="*/ 3114000 h 5904331"/>
              <a:gd name="connsiteX0" fmla="*/ 141340 w 6371300"/>
              <a:gd name="connsiteY0" fmla="*/ 3114000 h 5904331"/>
              <a:gd name="connsiteX1" fmla="*/ 3255340 w 6371300"/>
              <a:gd name="connsiteY1" fmla="*/ 0 h 5904331"/>
              <a:gd name="connsiteX2" fmla="*/ 6369340 w 6371300"/>
              <a:gd name="connsiteY2" fmla="*/ 3114000 h 5904331"/>
              <a:gd name="connsiteX3" fmla="*/ 4626108 w 6371300"/>
              <a:gd name="connsiteY3" fmla="*/ 5904331 h 5904331"/>
              <a:gd name="connsiteX4" fmla="*/ 4622479 w 6371300"/>
              <a:gd name="connsiteY4" fmla="*/ 4147888 h 5904331"/>
              <a:gd name="connsiteX5" fmla="*/ 4532811 w 6371300"/>
              <a:gd name="connsiteY5" fmla="*/ 3968895 h 5904331"/>
              <a:gd name="connsiteX6" fmla="*/ 314217 w 6371300"/>
              <a:gd name="connsiteY6" fmla="*/ 3968154 h 5904331"/>
              <a:gd name="connsiteX7" fmla="*/ 281702 w 6371300"/>
              <a:gd name="connsiteY7" fmla="*/ 3987423 h 5904331"/>
              <a:gd name="connsiteX8" fmla="*/ 141340 w 6371300"/>
              <a:gd name="connsiteY8" fmla="*/ 3114000 h 5904331"/>
              <a:gd name="connsiteX0" fmla="*/ 181 w 6230141"/>
              <a:gd name="connsiteY0" fmla="*/ 3114000 h 5904331"/>
              <a:gd name="connsiteX1" fmla="*/ 3114181 w 6230141"/>
              <a:gd name="connsiteY1" fmla="*/ 0 h 5904331"/>
              <a:gd name="connsiteX2" fmla="*/ 6228181 w 6230141"/>
              <a:gd name="connsiteY2" fmla="*/ 3114000 h 5904331"/>
              <a:gd name="connsiteX3" fmla="*/ 4484949 w 6230141"/>
              <a:gd name="connsiteY3" fmla="*/ 5904331 h 5904331"/>
              <a:gd name="connsiteX4" fmla="*/ 4481320 w 6230141"/>
              <a:gd name="connsiteY4" fmla="*/ 4147888 h 5904331"/>
              <a:gd name="connsiteX5" fmla="*/ 4391652 w 6230141"/>
              <a:gd name="connsiteY5" fmla="*/ 3968895 h 5904331"/>
              <a:gd name="connsiteX6" fmla="*/ 173058 w 6230141"/>
              <a:gd name="connsiteY6" fmla="*/ 3968154 h 5904331"/>
              <a:gd name="connsiteX7" fmla="*/ 140543 w 6230141"/>
              <a:gd name="connsiteY7" fmla="*/ 3987423 h 5904331"/>
              <a:gd name="connsiteX8" fmla="*/ 181 w 6230141"/>
              <a:gd name="connsiteY8" fmla="*/ 3114000 h 5904331"/>
              <a:gd name="connsiteX0" fmla="*/ 199 w 6230159"/>
              <a:gd name="connsiteY0" fmla="*/ 3114000 h 5904331"/>
              <a:gd name="connsiteX1" fmla="*/ 3114199 w 6230159"/>
              <a:gd name="connsiteY1" fmla="*/ 0 h 5904331"/>
              <a:gd name="connsiteX2" fmla="*/ 6228199 w 6230159"/>
              <a:gd name="connsiteY2" fmla="*/ 3114000 h 5904331"/>
              <a:gd name="connsiteX3" fmla="*/ 4484967 w 6230159"/>
              <a:gd name="connsiteY3" fmla="*/ 5904331 h 5904331"/>
              <a:gd name="connsiteX4" fmla="*/ 4481338 w 6230159"/>
              <a:gd name="connsiteY4" fmla="*/ 4147888 h 5904331"/>
              <a:gd name="connsiteX5" fmla="*/ 4391670 w 6230159"/>
              <a:gd name="connsiteY5" fmla="*/ 3968895 h 5904331"/>
              <a:gd name="connsiteX6" fmla="*/ 173076 w 6230159"/>
              <a:gd name="connsiteY6" fmla="*/ 3968154 h 5904331"/>
              <a:gd name="connsiteX7" fmla="*/ 126914 w 6230159"/>
              <a:gd name="connsiteY7" fmla="*/ 3990835 h 5904331"/>
              <a:gd name="connsiteX8" fmla="*/ 199 w 6230159"/>
              <a:gd name="connsiteY8" fmla="*/ 3114000 h 5904331"/>
              <a:gd name="connsiteX0" fmla="*/ 199 w 6230159"/>
              <a:gd name="connsiteY0" fmla="*/ 3114000 h 5904331"/>
              <a:gd name="connsiteX1" fmla="*/ 3114199 w 6230159"/>
              <a:gd name="connsiteY1" fmla="*/ 0 h 5904331"/>
              <a:gd name="connsiteX2" fmla="*/ 6228199 w 6230159"/>
              <a:gd name="connsiteY2" fmla="*/ 3114000 h 5904331"/>
              <a:gd name="connsiteX3" fmla="*/ 4484967 w 6230159"/>
              <a:gd name="connsiteY3" fmla="*/ 5904331 h 5904331"/>
              <a:gd name="connsiteX4" fmla="*/ 4481338 w 6230159"/>
              <a:gd name="connsiteY4" fmla="*/ 4147888 h 5904331"/>
              <a:gd name="connsiteX5" fmla="*/ 4391670 w 6230159"/>
              <a:gd name="connsiteY5" fmla="*/ 3968895 h 5904331"/>
              <a:gd name="connsiteX6" fmla="*/ 173076 w 6230159"/>
              <a:gd name="connsiteY6" fmla="*/ 3968154 h 5904331"/>
              <a:gd name="connsiteX7" fmla="*/ 126914 w 6230159"/>
              <a:gd name="connsiteY7" fmla="*/ 3990835 h 5904331"/>
              <a:gd name="connsiteX8" fmla="*/ 199 w 6230159"/>
              <a:gd name="connsiteY8" fmla="*/ 3114000 h 5904331"/>
              <a:gd name="connsiteX0" fmla="*/ 199 w 6230159"/>
              <a:gd name="connsiteY0" fmla="*/ 3114000 h 5904331"/>
              <a:gd name="connsiteX1" fmla="*/ 3114199 w 6230159"/>
              <a:gd name="connsiteY1" fmla="*/ 0 h 5904331"/>
              <a:gd name="connsiteX2" fmla="*/ 6228199 w 6230159"/>
              <a:gd name="connsiteY2" fmla="*/ 3114000 h 5904331"/>
              <a:gd name="connsiteX3" fmla="*/ 4484967 w 6230159"/>
              <a:gd name="connsiteY3" fmla="*/ 5904331 h 5904331"/>
              <a:gd name="connsiteX4" fmla="*/ 4481338 w 6230159"/>
              <a:gd name="connsiteY4" fmla="*/ 4147888 h 5904331"/>
              <a:gd name="connsiteX5" fmla="*/ 4391670 w 6230159"/>
              <a:gd name="connsiteY5" fmla="*/ 3968895 h 5904331"/>
              <a:gd name="connsiteX6" fmla="*/ 194243 w 6230159"/>
              <a:gd name="connsiteY6" fmla="*/ 3968154 h 5904331"/>
              <a:gd name="connsiteX7" fmla="*/ 126914 w 6230159"/>
              <a:gd name="connsiteY7" fmla="*/ 3990835 h 5904331"/>
              <a:gd name="connsiteX8" fmla="*/ 199 w 6230159"/>
              <a:gd name="connsiteY8" fmla="*/ 3114000 h 5904331"/>
              <a:gd name="connsiteX0" fmla="*/ 199 w 6228217"/>
              <a:gd name="connsiteY0" fmla="*/ 3114000 h 5904331"/>
              <a:gd name="connsiteX1" fmla="*/ 3114199 w 6228217"/>
              <a:gd name="connsiteY1" fmla="*/ 0 h 5904331"/>
              <a:gd name="connsiteX2" fmla="*/ 6228199 w 6228217"/>
              <a:gd name="connsiteY2" fmla="*/ 3114000 h 5904331"/>
              <a:gd name="connsiteX3" fmla="*/ 4484967 w 6228217"/>
              <a:gd name="connsiteY3" fmla="*/ 5904331 h 5904331"/>
              <a:gd name="connsiteX4" fmla="*/ 4481338 w 6228217"/>
              <a:gd name="connsiteY4" fmla="*/ 4147888 h 5904331"/>
              <a:gd name="connsiteX5" fmla="*/ 4391670 w 6228217"/>
              <a:gd name="connsiteY5" fmla="*/ 3968895 h 5904331"/>
              <a:gd name="connsiteX6" fmla="*/ 194243 w 6228217"/>
              <a:gd name="connsiteY6" fmla="*/ 3968154 h 5904331"/>
              <a:gd name="connsiteX7" fmla="*/ 126914 w 6228217"/>
              <a:gd name="connsiteY7" fmla="*/ 3990835 h 5904331"/>
              <a:gd name="connsiteX8" fmla="*/ 199 w 6228217"/>
              <a:gd name="connsiteY8" fmla="*/ 3114000 h 5904331"/>
              <a:gd name="connsiteX0" fmla="*/ 199 w 6228217"/>
              <a:gd name="connsiteY0" fmla="*/ 3114000 h 5904331"/>
              <a:gd name="connsiteX1" fmla="*/ 3114199 w 6228217"/>
              <a:gd name="connsiteY1" fmla="*/ 0 h 5904331"/>
              <a:gd name="connsiteX2" fmla="*/ 6228199 w 6228217"/>
              <a:gd name="connsiteY2" fmla="*/ 3114000 h 5904331"/>
              <a:gd name="connsiteX3" fmla="*/ 4484967 w 6228217"/>
              <a:gd name="connsiteY3" fmla="*/ 5904331 h 5904331"/>
              <a:gd name="connsiteX4" fmla="*/ 4481338 w 6228217"/>
              <a:gd name="connsiteY4" fmla="*/ 4147888 h 5904331"/>
              <a:gd name="connsiteX5" fmla="*/ 4391670 w 6228217"/>
              <a:gd name="connsiteY5" fmla="*/ 3968895 h 5904331"/>
              <a:gd name="connsiteX6" fmla="*/ 194243 w 6228217"/>
              <a:gd name="connsiteY6" fmla="*/ 3968154 h 5904331"/>
              <a:gd name="connsiteX7" fmla="*/ 126914 w 6228217"/>
              <a:gd name="connsiteY7" fmla="*/ 3990835 h 5904331"/>
              <a:gd name="connsiteX8" fmla="*/ 199 w 6228217"/>
              <a:gd name="connsiteY8" fmla="*/ 3114000 h 5904331"/>
              <a:gd name="connsiteX0" fmla="*/ 199 w 6228217"/>
              <a:gd name="connsiteY0" fmla="*/ 3114000 h 5904331"/>
              <a:gd name="connsiteX1" fmla="*/ 3114199 w 6228217"/>
              <a:gd name="connsiteY1" fmla="*/ 0 h 5904331"/>
              <a:gd name="connsiteX2" fmla="*/ 6228199 w 6228217"/>
              <a:gd name="connsiteY2" fmla="*/ 3114000 h 5904331"/>
              <a:gd name="connsiteX3" fmla="*/ 4484967 w 6228217"/>
              <a:gd name="connsiteY3" fmla="*/ 5904331 h 5904331"/>
              <a:gd name="connsiteX4" fmla="*/ 4481338 w 6228217"/>
              <a:gd name="connsiteY4" fmla="*/ 4147888 h 5904331"/>
              <a:gd name="connsiteX5" fmla="*/ 4391670 w 6228217"/>
              <a:gd name="connsiteY5" fmla="*/ 3968895 h 5904331"/>
              <a:gd name="connsiteX6" fmla="*/ 194243 w 6228217"/>
              <a:gd name="connsiteY6" fmla="*/ 3968154 h 5904331"/>
              <a:gd name="connsiteX7" fmla="*/ 126914 w 6228217"/>
              <a:gd name="connsiteY7" fmla="*/ 3990835 h 5904331"/>
              <a:gd name="connsiteX8" fmla="*/ 199 w 6228217"/>
              <a:gd name="connsiteY8" fmla="*/ 3114000 h 5904331"/>
              <a:gd name="connsiteX0" fmla="*/ 199 w 6228216"/>
              <a:gd name="connsiteY0" fmla="*/ 3114000 h 5904331"/>
              <a:gd name="connsiteX1" fmla="*/ 3114199 w 6228216"/>
              <a:gd name="connsiteY1" fmla="*/ 0 h 5904331"/>
              <a:gd name="connsiteX2" fmla="*/ 6228199 w 6228216"/>
              <a:gd name="connsiteY2" fmla="*/ 3114000 h 5904331"/>
              <a:gd name="connsiteX3" fmla="*/ 4474456 w 6228216"/>
              <a:gd name="connsiteY3" fmla="*/ 5904331 h 5904331"/>
              <a:gd name="connsiteX4" fmla="*/ 4481338 w 6228216"/>
              <a:gd name="connsiteY4" fmla="*/ 4147888 h 5904331"/>
              <a:gd name="connsiteX5" fmla="*/ 4391670 w 6228216"/>
              <a:gd name="connsiteY5" fmla="*/ 3968895 h 5904331"/>
              <a:gd name="connsiteX6" fmla="*/ 194243 w 6228216"/>
              <a:gd name="connsiteY6" fmla="*/ 3968154 h 5904331"/>
              <a:gd name="connsiteX7" fmla="*/ 126914 w 6228216"/>
              <a:gd name="connsiteY7" fmla="*/ 3990835 h 5904331"/>
              <a:gd name="connsiteX8" fmla="*/ 199 w 6228216"/>
              <a:gd name="connsiteY8" fmla="*/ 3114000 h 5904331"/>
              <a:gd name="connsiteX0" fmla="*/ 199 w 6228216"/>
              <a:gd name="connsiteY0" fmla="*/ 3114000 h 5915833"/>
              <a:gd name="connsiteX1" fmla="*/ 3114199 w 6228216"/>
              <a:gd name="connsiteY1" fmla="*/ 0 h 5915833"/>
              <a:gd name="connsiteX2" fmla="*/ 6228199 w 6228216"/>
              <a:gd name="connsiteY2" fmla="*/ 3114000 h 5915833"/>
              <a:gd name="connsiteX3" fmla="*/ 4480207 w 6228216"/>
              <a:gd name="connsiteY3" fmla="*/ 5915833 h 5915833"/>
              <a:gd name="connsiteX4" fmla="*/ 4481338 w 6228216"/>
              <a:gd name="connsiteY4" fmla="*/ 4147888 h 5915833"/>
              <a:gd name="connsiteX5" fmla="*/ 4391670 w 6228216"/>
              <a:gd name="connsiteY5" fmla="*/ 3968895 h 5915833"/>
              <a:gd name="connsiteX6" fmla="*/ 194243 w 6228216"/>
              <a:gd name="connsiteY6" fmla="*/ 3968154 h 5915833"/>
              <a:gd name="connsiteX7" fmla="*/ 126914 w 6228216"/>
              <a:gd name="connsiteY7" fmla="*/ 3990835 h 5915833"/>
              <a:gd name="connsiteX8" fmla="*/ 199 w 6228216"/>
              <a:gd name="connsiteY8" fmla="*/ 3114000 h 5915833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80207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80207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76649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7"/>
              <a:gd name="connsiteY0" fmla="*/ 3114000 h 5927335"/>
              <a:gd name="connsiteX1" fmla="*/ 3114199 w 6228217"/>
              <a:gd name="connsiteY1" fmla="*/ 0 h 5927335"/>
              <a:gd name="connsiteX2" fmla="*/ 6228199 w 6228217"/>
              <a:gd name="connsiteY2" fmla="*/ 3114000 h 5927335"/>
              <a:gd name="connsiteX3" fmla="*/ 4476649 w 6228217"/>
              <a:gd name="connsiteY3" fmla="*/ 5927335 h 5927335"/>
              <a:gd name="connsiteX4" fmla="*/ 4481338 w 6228217"/>
              <a:gd name="connsiteY4" fmla="*/ 4147888 h 5927335"/>
              <a:gd name="connsiteX5" fmla="*/ 4391670 w 6228217"/>
              <a:gd name="connsiteY5" fmla="*/ 3968895 h 5927335"/>
              <a:gd name="connsiteX6" fmla="*/ 194243 w 6228217"/>
              <a:gd name="connsiteY6" fmla="*/ 3968154 h 5927335"/>
              <a:gd name="connsiteX7" fmla="*/ 126914 w 6228217"/>
              <a:gd name="connsiteY7" fmla="*/ 3990835 h 5927335"/>
              <a:gd name="connsiteX8" fmla="*/ 199 w 6228217"/>
              <a:gd name="connsiteY8" fmla="*/ 3114000 h 5927335"/>
              <a:gd name="connsiteX0" fmla="*/ 199 w 6228217"/>
              <a:gd name="connsiteY0" fmla="*/ 3114000 h 5927335"/>
              <a:gd name="connsiteX1" fmla="*/ 3114199 w 6228217"/>
              <a:gd name="connsiteY1" fmla="*/ 0 h 5927335"/>
              <a:gd name="connsiteX2" fmla="*/ 6228199 w 6228217"/>
              <a:gd name="connsiteY2" fmla="*/ 3114000 h 5927335"/>
              <a:gd name="connsiteX3" fmla="*/ 4494439 w 6228217"/>
              <a:gd name="connsiteY3" fmla="*/ 5927335 h 5927335"/>
              <a:gd name="connsiteX4" fmla="*/ 4481338 w 6228217"/>
              <a:gd name="connsiteY4" fmla="*/ 4147888 h 5927335"/>
              <a:gd name="connsiteX5" fmla="*/ 4391670 w 6228217"/>
              <a:gd name="connsiteY5" fmla="*/ 3968895 h 5927335"/>
              <a:gd name="connsiteX6" fmla="*/ 194243 w 6228217"/>
              <a:gd name="connsiteY6" fmla="*/ 3968154 h 5927335"/>
              <a:gd name="connsiteX7" fmla="*/ 126914 w 6228217"/>
              <a:gd name="connsiteY7" fmla="*/ 3990835 h 5927335"/>
              <a:gd name="connsiteX8" fmla="*/ 199 w 6228217"/>
              <a:gd name="connsiteY8" fmla="*/ 3114000 h 5927335"/>
              <a:gd name="connsiteX0" fmla="*/ 199 w 6228217"/>
              <a:gd name="connsiteY0" fmla="*/ 3114000 h 5927335"/>
              <a:gd name="connsiteX1" fmla="*/ 3114199 w 6228217"/>
              <a:gd name="connsiteY1" fmla="*/ 0 h 5927335"/>
              <a:gd name="connsiteX2" fmla="*/ 6228199 w 6228217"/>
              <a:gd name="connsiteY2" fmla="*/ 3114000 h 5927335"/>
              <a:gd name="connsiteX3" fmla="*/ 4480207 w 6228217"/>
              <a:gd name="connsiteY3" fmla="*/ 5927335 h 5927335"/>
              <a:gd name="connsiteX4" fmla="*/ 4481338 w 6228217"/>
              <a:gd name="connsiteY4" fmla="*/ 4147888 h 5927335"/>
              <a:gd name="connsiteX5" fmla="*/ 4391670 w 6228217"/>
              <a:gd name="connsiteY5" fmla="*/ 3968895 h 5927335"/>
              <a:gd name="connsiteX6" fmla="*/ 194243 w 6228217"/>
              <a:gd name="connsiteY6" fmla="*/ 3968154 h 5927335"/>
              <a:gd name="connsiteX7" fmla="*/ 126914 w 6228217"/>
              <a:gd name="connsiteY7" fmla="*/ 3990835 h 5927335"/>
              <a:gd name="connsiteX8" fmla="*/ 199 w 6228217"/>
              <a:gd name="connsiteY8" fmla="*/ 3114000 h 5927335"/>
              <a:gd name="connsiteX0" fmla="*/ 199 w 6228217"/>
              <a:gd name="connsiteY0" fmla="*/ 3114000 h 5952241"/>
              <a:gd name="connsiteX1" fmla="*/ 3114199 w 6228217"/>
              <a:gd name="connsiteY1" fmla="*/ 0 h 5952241"/>
              <a:gd name="connsiteX2" fmla="*/ 6228199 w 6228217"/>
              <a:gd name="connsiteY2" fmla="*/ 3114000 h 5952241"/>
              <a:gd name="connsiteX3" fmla="*/ 4476649 w 6228217"/>
              <a:gd name="connsiteY3" fmla="*/ 5952241 h 5952241"/>
              <a:gd name="connsiteX4" fmla="*/ 4481338 w 6228217"/>
              <a:gd name="connsiteY4" fmla="*/ 4147888 h 5952241"/>
              <a:gd name="connsiteX5" fmla="*/ 4391670 w 6228217"/>
              <a:gd name="connsiteY5" fmla="*/ 3968895 h 5952241"/>
              <a:gd name="connsiteX6" fmla="*/ 194243 w 6228217"/>
              <a:gd name="connsiteY6" fmla="*/ 3968154 h 5952241"/>
              <a:gd name="connsiteX7" fmla="*/ 126914 w 6228217"/>
              <a:gd name="connsiteY7" fmla="*/ 3990835 h 5952241"/>
              <a:gd name="connsiteX8" fmla="*/ 199 w 6228217"/>
              <a:gd name="connsiteY8" fmla="*/ 3114000 h 5952241"/>
              <a:gd name="connsiteX0" fmla="*/ 199 w 6228216"/>
              <a:gd name="connsiteY0" fmla="*/ 3114000 h 5977146"/>
              <a:gd name="connsiteX1" fmla="*/ 3114199 w 6228216"/>
              <a:gd name="connsiteY1" fmla="*/ 0 h 5977146"/>
              <a:gd name="connsiteX2" fmla="*/ 6228199 w 6228216"/>
              <a:gd name="connsiteY2" fmla="*/ 3114000 h 5977146"/>
              <a:gd name="connsiteX3" fmla="*/ 4469533 w 6228216"/>
              <a:gd name="connsiteY3" fmla="*/ 5977146 h 5977146"/>
              <a:gd name="connsiteX4" fmla="*/ 4481338 w 6228216"/>
              <a:gd name="connsiteY4" fmla="*/ 4147888 h 5977146"/>
              <a:gd name="connsiteX5" fmla="*/ 4391670 w 6228216"/>
              <a:gd name="connsiteY5" fmla="*/ 3968895 h 5977146"/>
              <a:gd name="connsiteX6" fmla="*/ 194243 w 6228216"/>
              <a:gd name="connsiteY6" fmla="*/ 3968154 h 5977146"/>
              <a:gd name="connsiteX7" fmla="*/ 126914 w 6228216"/>
              <a:gd name="connsiteY7" fmla="*/ 3990835 h 5977146"/>
              <a:gd name="connsiteX8" fmla="*/ 199 w 6228216"/>
              <a:gd name="connsiteY8" fmla="*/ 3114000 h 5977146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73091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73091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5"/>
              <a:gd name="connsiteY0" fmla="*/ 3114000 h 5927335"/>
              <a:gd name="connsiteX1" fmla="*/ 3114199 w 6228215"/>
              <a:gd name="connsiteY1" fmla="*/ 0 h 5927335"/>
              <a:gd name="connsiteX2" fmla="*/ 6228199 w 6228215"/>
              <a:gd name="connsiteY2" fmla="*/ 3114000 h 5927335"/>
              <a:gd name="connsiteX3" fmla="*/ 4473091 w 6228215"/>
              <a:gd name="connsiteY3" fmla="*/ 5927335 h 5927335"/>
              <a:gd name="connsiteX4" fmla="*/ 4481338 w 6228215"/>
              <a:gd name="connsiteY4" fmla="*/ 4147888 h 5927335"/>
              <a:gd name="connsiteX5" fmla="*/ 4391670 w 6228215"/>
              <a:gd name="connsiteY5" fmla="*/ 3968895 h 5927335"/>
              <a:gd name="connsiteX6" fmla="*/ 194243 w 6228215"/>
              <a:gd name="connsiteY6" fmla="*/ 3968154 h 5927335"/>
              <a:gd name="connsiteX7" fmla="*/ 126914 w 6228215"/>
              <a:gd name="connsiteY7" fmla="*/ 3990835 h 5927335"/>
              <a:gd name="connsiteX8" fmla="*/ 199 w 6228215"/>
              <a:gd name="connsiteY8" fmla="*/ 3114000 h 5927335"/>
              <a:gd name="connsiteX0" fmla="*/ 199 w 6228216"/>
              <a:gd name="connsiteY0" fmla="*/ 3114000 h 5911748"/>
              <a:gd name="connsiteX1" fmla="*/ 3114199 w 6228216"/>
              <a:gd name="connsiteY1" fmla="*/ 0 h 5911748"/>
              <a:gd name="connsiteX2" fmla="*/ 6228199 w 6228216"/>
              <a:gd name="connsiteY2" fmla="*/ 3114000 h 5911748"/>
              <a:gd name="connsiteX3" fmla="*/ 4483482 w 6228216"/>
              <a:gd name="connsiteY3" fmla="*/ 5911748 h 5911748"/>
              <a:gd name="connsiteX4" fmla="*/ 4481338 w 6228216"/>
              <a:gd name="connsiteY4" fmla="*/ 4147888 h 5911748"/>
              <a:gd name="connsiteX5" fmla="*/ 4391670 w 6228216"/>
              <a:gd name="connsiteY5" fmla="*/ 3968895 h 5911748"/>
              <a:gd name="connsiteX6" fmla="*/ 194243 w 6228216"/>
              <a:gd name="connsiteY6" fmla="*/ 3968154 h 5911748"/>
              <a:gd name="connsiteX7" fmla="*/ 126914 w 6228216"/>
              <a:gd name="connsiteY7" fmla="*/ 3990835 h 5911748"/>
              <a:gd name="connsiteX8" fmla="*/ 199 w 6228216"/>
              <a:gd name="connsiteY8" fmla="*/ 3114000 h 5911748"/>
              <a:gd name="connsiteX0" fmla="*/ 199 w 6228216"/>
              <a:gd name="connsiteY0" fmla="*/ 3114000 h 5896162"/>
              <a:gd name="connsiteX1" fmla="*/ 3114199 w 6228216"/>
              <a:gd name="connsiteY1" fmla="*/ 0 h 5896162"/>
              <a:gd name="connsiteX2" fmla="*/ 6228199 w 6228216"/>
              <a:gd name="connsiteY2" fmla="*/ 3114000 h 5896162"/>
              <a:gd name="connsiteX3" fmla="*/ 4483482 w 6228216"/>
              <a:gd name="connsiteY3" fmla="*/ 5896162 h 5896162"/>
              <a:gd name="connsiteX4" fmla="*/ 4481338 w 6228216"/>
              <a:gd name="connsiteY4" fmla="*/ 4147888 h 5896162"/>
              <a:gd name="connsiteX5" fmla="*/ 4391670 w 6228216"/>
              <a:gd name="connsiteY5" fmla="*/ 3968895 h 5896162"/>
              <a:gd name="connsiteX6" fmla="*/ 194243 w 6228216"/>
              <a:gd name="connsiteY6" fmla="*/ 3968154 h 5896162"/>
              <a:gd name="connsiteX7" fmla="*/ 126914 w 6228216"/>
              <a:gd name="connsiteY7" fmla="*/ 3990835 h 5896162"/>
              <a:gd name="connsiteX8" fmla="*/ 199 w 6228216"/>
              <a:gd name="connsiteY8" fmla="*/ 3114000 h 5896162"/>
              <a:gd name="connsiteX0" fmla="*/ 199 w 6228216"/>
              <a:gd name="connsiteY0" fmla="*/ 3114000 h 5880575"/>
              <a:gd name="connsiteX1" fmla="*/ 3114199 w 6228216"/>
              <a:gd name="connsiteY1" fmla="*/ 0 h 5880575"/>
              <a:gd name="connsiteX2" fmla="*/ 6228199 w 6228216"/>
              <a:gd name="connsiteY2" fmla="*/ 3114000 h 5880575"/>
              <a:gd name="connsiteX3" fmla="*/ 4488677 w 6228216"/>
              <a:gd name="connsiteY3" fmla="*/ 5880575 h 5880575"/>
              <a:gd name="connsiteX4" fmla="*/ 4481338 w 6228216"/>
              <a:gd name="connsiteY4" fmla="*/ 4147888 h 5880575"/>
              <a:gd name="connsiteX5" fmla="*/ 4391670 w 6228216"/>
              <a:gd name="connsiteY5" fmla="*/ 3968895 h 5880575"/>
              <a:gd name="connsiteX6" fmla="*/ 194243 w 6228216"/>
              <a:gd name="connsiteY6" fmla="*/ 3968154 h 5880575"/>
              <a:gd name="connsiteX7" fmla="*/ 126914 w 6228216"/>
              <a:gd name="connsiteY7" fmla="*/ 3990835 h 5880575"/>
              <a:gd name="connsiteX8" fmla="*/ 199 w 6228216"/>
              <a:gd name="connsiteY8" fmla="*/ 3114000 h 5880575"/>
              <a:gd name="connsiteX0" fmla="*/ 199 w 6228216"/>
              <a:gd name="connsiteY0" fmla="*/ 3114000 h 5890966"/>
              <a:gd name="connsiteX1" fmla="*/ 3114199 w 6228216"/>
              <a:gd name="connsiteY1" fmla="*/ 0 h 5890966"/>
              <a:gd name="connsiteX2" fmla="*/ 6228199 w 6228216"/>
              <a:gd name="connsiteY2" fmla="*/ 3114000 h 5890966"/>
              <a:gd name="connsiteX3" fmla="*/ 4483481 w 6228216"/>
              <a:gd name="connsiteY3" fmla="*/ 5890966 h 5890966"/>
              <a:gd name="connsiteX4" fmla="*/ 4481338 w 6228216"/>
              <a:gd name="connsiteY4" fmla="*/ 4147888 h 5890966"/>
              <a:gd name="connsiteX5" fmla="*/ 4391670 w 6228216"/>
              <a:gd name="connsiteY5" fmla="*/ 3968895 h 5890966"/>
              <a:gd name="connsiteX6" fmla="*/ 194243 w 6228216"/>
              <a:gd name="connsiteY6" fmla="*/ 3968154 h 5890966"/>
              <a:gd name="connsiteX7" fmla="*/ 126914 w 6228216"/>
              <a:gd name="connsiteY7" fmla="*/ 3990835 h 5890966"/>
              <a:gd name="connsiteX8" fmla="*/ 199 w 6228216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91678 w 6228224"/>
              <a:gd name="connsiteY5" fmla="*/ 3968895 h 5890966"/>
              <a:gd name="connsiteX6" fmla="*/ 194251 w 6228224"/>
              <a:gd name="connsiteY6" fmla="*/ 3968154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91678 w 6228224"/>
              <a:gd name="connsiteY5" fmla="*/ 3968895 h 5890966"/>
              <a:gd name="connsiteX6" fmla="*/ 199447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199447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199447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199447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13232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13232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27017 w 6228224"/>
              <a:gd name="connsiteY6" fmla="*/ 393818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27017 w 6228224"/>
              <a:gd name="connsiteY6" fmla="*/ 3938182 h 5890966"/>
              <a:gd name="connsiteX7" fmla="*/ 121726 w 6228224"/>
              <a:gd name="connsiteY7" fmla="*/ 3965458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27017 w 6228224"/>
              <a:gd name="connsiteY6" fmla="*/ 3938182 h 5890966"/>
              <a:gd name="connsiteX7" fmla="*/ 121726 w 6228224"/>
              <a:gd name="connsiteY7" fmla="*/ 3965458 h 5890966"/>
              <a:gd name="connsiteX8" fmla="*/ 207 w 6228224"/>
              <a:gd name="connsiteY8" fmla="*/ 3114000 h 5890966"/>
              <a:gd name="connsiteX0" fmla="*/ 214 w 6228231"/>
              <a:gd name="connsiteY0" fmla="*/ 3114000 h 5890966"/>
              <a:gd name="connsiteX1" fmla="*/ 3114214 w 6228231"/>
              <a:gd name="connsiteY1" fmla="*/ 0 h 5890966"/>
              <a:gd name="connsiteX2" fmla="*/ 6228214 w 6228231"/>
              <a:gd name="connsiteY2" fmla="*/ 3114000 h 5890966"/>
              <a:gd name="connsiteX3" fmla="*/ 4483496 w 6228231"/>
              <a:gd name="connsiteY3" fmla="*/ 5890966 h 5890966"/>
              <a:gd name="connsiteX4" fmla="*/ 4481353 w 6228231"/>
              <a:gd name="connsiteY4" fmla="*/ 4147888 h 5890966"/>
              <a:gd name="connsiteX5" fmla="*/ 4370903 w 6228231"/>
              <a:gd name="connsiteY5" fmla="*/ 3953309 h 5890966"/>
              <a:gd name="connsiteX6" fmla="*/ 227024 w 6228231"/>
              <a:gd name="connsiteY6" fmla="*/ 3938182 h 5890966"/>
              <a:gd name="connsiteX7" fmla="*/ 117138 w 6228231"/>
              <a:gd name="connsiteY7" fmla="*/ 3956268 h 5890966"/>
              <a:gd name="connsiteX8" fmla="*/ 214 w 6228231"/>
              <a:gd name="connsiteY8" fmla="*/ 3114000 h 5890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28231" h="5890966">
                <a:moveTo>
                  <a:pt x="214" y="3114000"/>
                </a:moveTo>
                <a:cubicBezTo>
                  <a:pt x="-4330" y="1411998"/>
                  <a:pt x="1394399" y="0"/>
                  <a:pt x="3114214" y="0"/>
                </a:cubicBezTo>
                <a:cubicBezTo>
                  <a:pt x="4834029" y="0"/>
                  <a:pt x="6228009" y="1324528"/>
                  <a:pt x="6228214" y="3114000"/>
                </a:cubicBezTo>
                <a:cubicBezTo>
                  <a:pt x="6232591" y="4448745"/>
                  <a:pt x="5391347" y="5466913"/>
                  <a:pt x="4483496" y="5890966"/>
                </a:cubicBezTo>
                <a:cubicBezTo>
                  <a:pt x="4470286" y="5884723"/>
                  <a:pt x="4490830" y="4173263"/>
                  <a:pt x="4481353" y="4147888"/>
                </a:cubicBezTo>
                <a:cubicBezTo>
                  <a:pt x="4476337" y="4153536"/>
                  <a:pt x="4500847" y="3989338"/>
                  <a:pt x="4370903" y="3953309"/>
                </a:cubicBezTo>
                <a:lnTo>
                  <a:pt x="227024" y="3938182"/>
                </a:lnTo>
                <a:cubicBezTo>
                  <a:pt x="229896" y="3935584"/>
                  <a:pt x="121453" y="3950046"/>
                  <a:pt x="117138" y="3956268"/>
                </a:cubicBezTo>
                <a:cubicBezTo>
                  <a:pt x="115621" y="3943562"/>
                  <a:pt x="-5779" y="3527224"/>
                  <a:pt x="214" y="3114000"/>
                </a:cubicBezTo>
                <a:close/>
              </a:path>
            </a:pathLst>
          </a:custGeom>
        </p:spPr>
        <p:txBody>
          <a:bodyPr/>
          <a:lstStyle>
            <a:lvl1pPr algn="ctr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5" name="Espaço Reservado para Texto 44">
            <a:extLst>
              <a:ext uri="{FF2B5EF4-FFF2-40B4-BE49-F238E27FC236}">
                <a16:creationId xmlns:a16="http://schemas.microsoft.com/office/drawing/2014/main" id="{06E30179-074A-9B58-6298-46634017239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238366" y="1329766"/>
            <a:ext cx="3385184" cy="1534684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defRPr lang="pt-BR" sz="1200" b="0" i="0" u="none" strike="noStrike" kern="1200" cap="none" dirty="0" smtClean="0">
                <a:solidFill>
                  <a:schemeClr val="bg1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Freeform: Shape 24">
            <a:extLst>
              <a:ext uri="{FF2B5EF4-FFF2-40B4-BE49-F238E27FC236}">
                <a16:creationId xmlns:a16="http://schemas.microsoft.com/office/drawing/2014/main" id="{FD415740-21AF-903C-1A5A-37F7E5CC6A3C}"/>
              </a:ext>
            </a:extLst>
          </p:cNvPr>
          <p:cNvSpPr/>
          <p:nvPr userDrawn="1"/>
        </p:nvSpPr>
        <p:spPr>
          <a:xfrm>
            <a:off x="2" y="3886414"/>
            <a:ext cx="2848573" cy="2965721"/>
          </a:xfrm>
          <a:custGeom>
            <a:avLst/>
            <a:gdLst>
              <a:gd name="connsiteX0" fmla="*/ 1162912 w 2848573"/>
              <a:gd name="connsiteY0" fmla="*/ 0 h 2965721"/>
              <a:gd name="connsiteX1" fmla="*/ 2848573 w 2848573"/>
              <a:gd name="connsiteY1" fmla="*/ 1685661 h 2965721"/>
              <a:gd name="connsiteX2" fmla="*/ 2354855 w 2848573"/>
              <a:gd name="connsiteY2" fmla="*/ 2877604 h 2965721"/>
              <a:gd name="connsiteX3" fmla="*/ 2257901 w 2848573"/>
              <a:gd name="connsiteY3" fmla="*/ 2965721 h 2965721"/>
              <a:gd name="connsiteX4" fmla="*/ 67924 w 2848573"/>
              <a:gd name="connsiteY4" fmla="*/ 2965721 h 2965721"/>
              <a:gd name="connsiteX5" fmla="*/ 0 w 2848573"/>
              <a:gd name="connsiteY5" fmla="*/ 2903988 h 2965721"/>
              <a:gd name="connsiteX6" fmla="*/ 0 w 2848573"/>
              <a:gd name="connsiteY6" fmla="*/ 467334 h 2965721"/>
              <a:gd name="connsiteX7" fmla="*/ 90675 w 2848573"/>
              <a:gd name="connsiteY7" fmla="*/ 384923 h 2965721"/>
              <a:gd name="connsiteX8" fmla="*/ 1162912 w 2848573"/>
              <a:gd name="connsiteY8" fmla="*/ 0 h 2965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48573" h="2965721">
                <a:moveTo>
                  <a:pt x="1162912" y="0"/>
                </a:moveTo>
                <a:cubicBezTo>
                  <a:pt x="2093877" y="0"/>
                  <a:pt x="2848573" y="754696"/>
                  <a:pt x="2848573" y="1685661"/>
                </a:cubicBezTo>
                <a:cubicBezTo>
                  <a:pt x="2848573" y="2151144"/>
                  <a:pt x="2659899" y="2572559"/>
                  <a:pt x="2354855" y="2877604"/>
                </a:cubicBezTo>
                <a:lnTo>
                  <a:pt x="2257901" y="2965721"/>
                </a:lnTo>
                <a:lnTo>
                  <a:pt x="67924" y="2965721"/>
                </a:lnTo>
                <a:lnTo>
                  <a:pt x="0" y="2903988"/>
                </a:lnTo>
                <a:lnTo>
                  <a:pt x="0" y="467334"/>
                </a:lnTo>
                <a:lnTo>
                  <a:pt x="90675" y="384923"/>
                </a:lnTo>
                <a:cubicBezTo>
                  <a:pt x="382057" y="144454"/>
                  <a:pt x="755615" y="0"/>
                  <a:pt x="1162912" y="0"/>
                </a:cubicBez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28" name="Espaço Reservado para Imagem 27">
            <a:extLst>
              <a:ext uri="{FF2B5EF4-FFF2-40B4-BE49-F238E27FC236}">
                <a16:creationId xmlns:a16="http://schemas.microsoft.com/office/drawing/2014/main" id="{548B2331-2676-10C2-7E01-D10F6FB4AAA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481687" y="995363"/>
            <a:ext cx="793750" cy="793750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pt-BR"/>
              <a:t>Ícone</a:t>
            </a:r>
          </a:p>
        </p:txBody>
      </p:sp>
      <p:sp>
        <p:nvSpPr>
          <p:cNvPr id="38" name="Título">
            <a:extLst>
              <a:ext uri="{FF2B5EF4-FFF2-40B4-BE49-F238E27FC236}">
                <a16:creationId xmlns:a16="http://schemas.microsoft.com/office/drawing/2014/main" id="{ADB15B2B-2001-9E64-8B66-5FAC0E2E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3244" y="989034"/>
            <a:ext cx="4158456" cy="1281113"/>
          </a:xfrm>
        </p:spPr>
        <p:txBody>
          <a:bodyPr>
            <a:noAutofit/>
          </a:bodyPr>
          <a:lstStyle>
            <a:lvl1pPr marR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3600" b="1" i="0" u="none" strike="noStrike" cap="none" spc="-100" dirty="0">
                <a:solidFill>
                  <a:schemeClr val="accent1"/>
                </a:solidFill>
                <a:latin typeface="+mj-lt"/>
                <a:ea typeface="Arial"/>
                <a:cs typeface="Arial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0" name="Espaço Reservado para Texto 39">
            <a:extLst>
              <a:ext uri="{FF2B5EF4-FFF2-40B4-BE49-F238E27FC236}">
                <a16:creationId xmlns:a16="http://schemas.microsoft.com/office/drawing/2014/main" id="{A1760A25-CD4E-1960-08EE-258535BF939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823244" y="644956"/>
            <a:ext cx="4180096" cy="323211"/>
          </a:xfrm>
        </p:spPr>
        <p:txBody>
          <a:bodyPr lIns="126000">
            <a:noAutofit/>
          </a:bodyPr>
          <a:lstStyle>
            <a:lvl1pPr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Rectangle: Rounded Corners 9">
            <a:extLst>
              <a:ext uri="{FF2B5EF4-FFF2-40B4-BE49-F238E27FC236}">
                <a16:creationId xmlns:a16="http://schemas.microsoft.com/office/drawing/2014/main" id="{19FBD3DF-538E-7884-58FD-04DC57DB7E80}"/>
              </a:ext>
            </a:extLst>
          </p:cNvPr>
          <p:cNvSpPr/>
          <p:nvPr userDrawn="1"/>
        </p:nvSpPr>
        <p:spPr>
          <a:xfrm>
            <a:off x="1568450" y="3571620"/>
            <a:ext cx="4434893" cy="2405063"/>
          </a:xfrm>
          <a:prstGeom prst="roundRect">
            <a:avLst>
              <a:gd name="adj" fmla="val 6259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9" name="Rectangle: Rounded Corners 10">
            <a:extLst>
              <a:ext uri="{FF2B5EF4-FFF2-40B4-BE49-F238E27FC236}">
                <a16:creationId xmlns:a16="http://schemas.microsoft.com/office/drawing/2014/main" id="{AE95629A-85FB-D0D9-6F6F-A142203545A5}"/>
              </a:ext>
            </a:extLst>
          </p:cNvPr>
          <p:cNvSpPr/>
          <p:nvPr userDrawn="1"/>
        </p:nvSpPr>
        <p:spPr>
          <a:xfrm>
            <a:off x="6222183" y="3545643"/>
            <a:ext cx="4435200" cy="2431040"/>
          </a:xfrm>
          <a:custGeom>
            <a:avLst/>
            <a:gdLst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284667 w 4435200"/>
              <a:gd name="connsiteY2" fmla="*/ 0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279472 w 4435200"/>
              <a:gd name="connsiteY2" fmla="*/ 0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253494 w 4435200"/>
              <a:gd name="connsiteY2" fmla="*/ 10391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295058 w 4435200"/>
              <a:gd name="connsiteY2" fmla="*/ 5195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315839 w 4435200"/>
              <a:gd name="connsiteY2" fmla="*/ 5195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5729 h 2410259"/>
              <a:gd name="connsiteX1" fmla="*/ 150533 w 4435200"/>
              <a:gd name="connsiteY1" fmla="*/ 0 h 2410259"/>
              <a:gd name="connsiteX2" fmla="*/ 4315839 w 4435200"/>
              <a:gd name="connsiteY2" fmla="*/ 10391 h 2410259"/>
              <a:gd name="connsiteX3" fmla="*/ 4435200 w 4435200"/>
              <a:gd name="connsiteY3" fmla="*/ 155729 h 2410259"/>
              <a:gd name="connsiteX4" fmla="*/ 4435200 w 4435200"/>
              <a:gd name="connsiteY4" fmla="*/ 2259726 h 2410259"/>
              <a:gd name="connsiteX5" fmla="*/ 4284667 w 4435200"/>
              <a:gd name="connsiteY5" fmla="*/ 2410259 h 2410259"/>
              <a:gd name="connsiteX6" fmla="*/ 150533 w 4435200"/>
              <a:gd name="connsiteY6" fmla="*/ 2410259 h 2410259"/>
              <a:gd name="connsiteX7" fmla="*/ 0 w 4435200"/>
              <a:gd name="connsiteY7" fmla="*/ 2259726 h 2410259"/>
              <a:gd name="connsiteX8" fmla="*/ 0 w 4435200"/>
              <a:gd name="connsiteY8" fmla="*/ 155729 h 2410259"/>
              <a:gd name="connsiteX0" fmla="*/ 0 w 4435200"/>
              <a:gd name="connsiteY0" fmla="*/ 155729 h 2410259"/>
              <a:gd name="connsiteX1" fmla="*/ 150533 w 4435200"/>
              <a:gd name="connsiteY1" fmla="*/ 0 h 2410259"/>
              <a:gd name="connsiteX2" fmla="*/ 4315839 w 4435200"/>
              <a:gd name="connsiteY2" fmla="*/ 5196 h 2410259"/>
              <a:gd name="connsiteX3" fmla="*/ 4435200 w 4435200"/>
              <a:gd name="connsiteY3" fmla="*/ 155729 h 2410259"/>
              <a:gd name="connsiteX4" fmla="*/ 4435200 w 4435200"/>
              <a:gd name="connsiteY4" fmla="*/ 2259726 h 2410259"/>
              <a:gd name="connsiteX5" fmla="*/ 4284667 w 4435200"/>
              <a:gd name="connsiteY5" fmla="*/ 2410259 h 2410259"/>
              <a:gd name="connsiteX6" fmla="*/ 150533 w 4435200"/>
              <a:gd name="connsiteY6" fmla="*/ 2410259 h 2410259"/>
              <a:gd name="connsiteX7" fmla="*/ 0 w 4435200"/>
              <a:gd name="connsiteY7" fmla="*/ 2259726 h 2410259"/>
              <a:gd name="connsiteX8" fmla="*/ 0 w 4435200"/>
              <a:gd name="connsiteY8" fmla="*/ 155729 h 2410259"/>
              <a:gd name="connsiteX0" fmla="*/ 0 w 4435200"/>
              <a:gd name="connsiteY0" fmla="*/ 160924 h 2415454"/>
              <a:gd name="connsiteX1" fmla="*/ 150533 w 4435200"/>
              <a:gd name="connsiteY1" fmla="*/ 5195 h 2415454"/>
              <a:gd name="connsiteX2" fmla="*/ 4321035 w 4435200"/>
              <a:gd name="connsiteY2" fmla="*/ 0 h 2415454"/>
              <a:gd name="connsiteX3" fmla="*/ 4435200 w 4435200"/>
              <a:gd name="connsiteY3" fmla="*/ 160924 h 2415454"/>
              <a:gd name="connsiteX4" fmla="*/ 4435200 w 4435200"/>
              <a:gd name="connsiteY4" fmla="*/ 2264921 h 2415454"/>
              <a:gd name="connsiteX5" fmla="*/ 4284667 w 4435200"/>
              <a:gd name="connsiteY5" fmla="*/ 2415454 h 2415454"/>
              <a:gd name="connsiteX6" fmla="*/ 150533 w 4435200"/>
              <a:gd name="connsiteY6" fmla="*/ 2415454 h 2415454"/>
              <a:gd name="connsiteX7" fmla="*/ 0 w 4435200"/>
              <a:gd name="connsiteY7" fmla="*/ 2264921 h 2415454"/>
              <a:gd name="connsiteX8" fmla="*/ 0 w 4435200"/>
              <a:gd name="connsiteY8" fmla="*/ 160924 h 2415454"/>
              <a:gd name="connsiteX0" fmla="*/ 0 w 4435200"/>
              <a:gd name="connsiteY0" fmla="*/ 176510 h 2431040"/>
              <a:gd name="connsiteX1" fmla="*/ 155729 w 4435200"/>
              <a:gd name="connsiteY1" fmla="*/ 0 h 2431040"/>
              <a:gd name="connsiteX2" fmla="*/ 4321035 w 4435200"/>
              <a:gd name="connsiteY2" fmla="*/ 15586 h 2431040"/>
              <a:gd name="connsiteX3" fmla="*/ 4435200 w 4435200"/>
              <a:gd name="connsiteY3" fmla="*/ 176510 h 2431040"/>
              <a:gd name="connsiteX4" fmla="*/ 4435200 w 4435200"/>
              <a:gd name="connsiteY4" fmla="*/ 2280507 h 2431040"/>
              <a:gd name="connsiteX5" fmla="*/ 4284667 w 4435200"/>
              <a:gd name="connsiteY5" fmla="*/ 2431040 h 2431040"/>
              <a:gd name="connsiteX6" fmla="*/ 150533 w 4435200"/>
              <a:gd name="connsiteY6" fmla="*/ 2431040 h 2431040"/>
              <a:gd name="connsiteX7" fmla="*/ 0 w 4435200"/>
              <a:gd name="connsiteY7" fmla="*/ 2280507 h 2431040"/>
              <a:gd name="connsiteX8" fmla="*/ 0 w 4435200"/>
              <a:gd name="connsiteY8" fmla="*/ 176510 h 2431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35200" h="2431040">
                <a:moveTo>
                  <a:pt x="0" y="176510"/>
                </a:moveTo>
                <a:cubicBezTo>
                  <a:pt x="0" y="93373"/>
                  <a:pt x="72592" y="0"/>
                  <a:pt x="155729" y="0"/>
                </a:cubicBezTo>
                <a:lnTo>
                  <a:pt x="4321035" y="15586"/>
                </a:lnTo>
                <a:cubicBezTo>
                  <a:pt x="4404172" y="15586"/>
                  <a:pt x="4435200" y="93373"/>
                  <a:pt x="4435200" y="176510"/>
                </a:cubicBezTo>
                <a:lnTo>
                  <a:pt x="4435200" y="2280507"/>
                </a:lnTo>
                <a:cubicBezTo>
                  <a:pt x="4435200" y="2363644"/>
                  <a:pt x="4367804" y="2431040"/>
                  <a:pt x="4284667" y="2431040"/>
                </a:cubicBezTo>
                <a:lnTo>
                  <a:pt x="150533" y="2431040"/>
                </a:lnTo>
                <a:cubicBezTo>
                  <a:pt x="67396" y="2431040"/>
                  <a:pt x="0" y="2363644"/>
                  <a:pt x="0" y="2280507"/>
                </a:cubicBezTo>
                <a:lnTo>
                  <a:pt x="0" y="1765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25" name="Espaço Reservado para Texto 24">
            <a:extLst>
              <a:ext uri="{FF2B5EF4-FFF2-40B4-BE49-F238E27FC236}">
                <a16:creationId xmlns:a16="http://schemas.microsoft.com/office/drawing/2014/main" id="{F23AF8C6-F807-A43D-E470-FC73BC02AD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2698751"/>
            <a:ext cx="1949844" cy="1052513"/>
          </a:xfrm>
        </p:spPr>
        <p:txBody>
          <a:bodyPr lIns="0">
            <a:no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6000" b="1" i="0" u="none" strike="noStrike" cap="none" dirty="0">
                <a:solidFill>
                  <a:srgbClr val="DAD8D8"/>
                </a:solidFill>
                <a:latin typeface="+mj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30" name="Espaço Reservado para Texto 29">
            <a:extLst>
              <a:ext uri="{FF2B5EF4-FFF2-40B4-BE49-F238E27FC236}">
                <a16:creationId xmlns:a16="http://schemas.microsoft.com/office/drawing/2014/main" id="{9D491E22-92EA-618D-BAF8-776849CE7C7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11338" y="3911570"/>
            <a:ext cx="3516312" cy="312738"/>
          </a:xfrm>
        </p:spPr>
        <p:txBody>
          <a:bodyPr>
            <a:normAutofit/>
          </a:bodyPr>
          <a:lstStyle>
            <a:lvl1pPr marR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400" b="1" i="0" u="none" strike="noStrike" cap="none" dirty="0" smtClean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Espaço Reservado para Texto 29">
            <a:extLst>
              <a:ext uri="{FF2B5EF4-FFF2-40B4-BE49-F238E27FC236}">
                <a16:creationId xmlns:a16="http://schemas.microsoft.com/office/drawing/2014/main" id="{BDD87BC4-5DA3-8DE4-6EB4-09DF200DC5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32764" y="3911570"/>
            <a:ext cx="3516312" cy="312738"/>
          </a:xfrm>
        </p:spPr>
        <p:txBody>
          <a:bodyPr>
            <a:normAutofit/>
          </a:bodyPr>
          <a:lstStyle>
            <a:lvl1pPr marR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400" b="1" i="0" u="none" strike="noStrike" cap="none" dirty="0" smtClean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3" name="Espaço Reservado para Texto 32">
            <a:extLst>
              <a:ext uri="{FF2B5EF4-FFF2-40B4-BE49-F238E27FC236}">
                <a16:creationId xmlns:a16="http://schemas.microsoft.com/office/drawing/2014/main" id="{5B90BA16-3647-7EE4-E8E7-A0663719D6B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23244" y="4284878"/>
            <a:ext cx="3516312" cy="1370013"/>
          </a:xfrm>
        </p:spPr>
        <p:txBody>
          <a:bodyPr>
            <a:norm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4" name="Espaço Reservado para Texto 32">
            <a:extLst>
              <a:ext uri="{FF2B5EF4-FFF2-40B4-BE49-F238E27FC236}">
                <a16:creationId xmlns:a16="http://schemas.microsoft.com/office/drawing/2014/main" id="{20BD869A-4B19-32B8-B2D1-E173FCFC996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32315" y="4284878"/>
            <a:ext cx="3516312" cy="1370013"/>
          </a:xfrm>
        </p:spPr>
        <p:txBody>
          <a:bodyPr>
            <a:norm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6" name="Espaço Reservado para Imagem 35">
            <a:extLst>
              <a:ext uri="{FF2B5EF4-FFF2-40B4-BE49-F238E27FC236}">
                <a16:creationId xmlns:a16="http://schemas.microsoft.com/office/drawing/2014/main" id="{BDB52A58-E55C-9C98-C52A-346308CB97D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397500" y="3803683"/>
            <a:ext cx="481013" cy="479425"/>
          </a:xfrm>
        </p:spPr>
        <p:txBody>
          <a:bodyPr>
            <a:normAutofit/>
          </a:bodyPr>
          <a:lstStyle>
            <a:lvl1pPr algn="ctr">
              <a:defRPr sz="800"/>
            </a:lvl1pPr>
          </a:lstStyle>
          <a:p>
            <a:r>
              <a:rPr lang="pt-BR"/>
              <a:t>Ícone</a:t>
            </a:r>
          </a:p>
        </p:txBody>
      </p:sp>
      <p:sp>
        <p:nvSpPr>
          <p:cNvPr id="37" name="Espaço Reservado para Imagem 35">
            <a:extLst>
              <a:ext uri="{FF2B5EF4-FFF2-40B4-BE49-F238E27FC236}">
                <a16:creationId xmlns:a16="http://schemas.microsoft.com/office/drawing/2014/main" id="{C1628873-D7CE-181B-53FE-C45F4CA950A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957144" y="3803683"/>
            <a:ext cx="481013" cy="479425"/>
          </a:xfrm>
        </p:spPr>
        <p:txBody>
          <a:bodyPr>
            <a:normAutofit/>
          </a:bodyPr>
          <a:lstStyle>
            <a:lvl1pPr algn="ctr">
              <a:defRPr sz="800"/>
            </a:lvl1pPr>
          </a:lstStyle>
          <a:p>
            <a:r>
              <a:rPr lang="pt-BR"/>
              <a:t>Ícone</a:t>
            </a:r>
          </a:p>
        </p:txBody>
      </p:sp>
      <p:sp>
        <p:nvSpPr>
          <p:cNvPr id="26" name="Espaço Reservado para Texto 24">
            <a:extLst>
              <a:ext uri="{FF2B5EF4-FFF2-40B4-BE49-F238E27FC236}">
                <a16:creationId xmlns:a16="http://schemas.microsoft.com/office/drawing/2014/main" id="{78C5B9BC-23BA-9D40-0EFB-FD4839B9D6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23289" y="2698751"/>
            <a:ext cx="1971675" cy="1052513"/>
          </a:xfrm>
        </p:spPr>
        <p:txBody>
          <a:bodyPr lIns="0">
            <a:no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6000" b="1" i="0" u="none" strike="noStrike" cap="none" dirty="0">
                <a:solidFill>
                  <a:srgbClr val="DAD8D8"/>
                </a:solidFill>
                <a:latin typeface="+mj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195C0EA-8668-632B-6E8C-C7C8464EF94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824038" y="2090738"/>
            <a:ext cx="4157662" cy="727075"/>
          </a:xfrm>
        </p:spPr>
        <p:txBody>
          <a:bodyPr>
            <a:norm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39391393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25" y="602332"/>
            <a:ext cx="6832600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0" y="865524"/>
            <a:ext cx="6832600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0" y="2090738"/>
            <a:ext cx="683260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A8EC6370-4927-C92F-ACF0-D1E7FF52C1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31040" y="-591489"/>
            <a:ext cx="8040978" cy="804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90965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25" y="602332"/>
            <a:ext cx="6832600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0" y="865524"/>
            <a:ext cx="6832600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0" y="2090738"/>
            <a:ext cx="683260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A8EC6370-4927-C92F-ACF0-D1E7FF52C1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31040" y="-591489"/>
            <a:ext cx="8040978" cy="804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14903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2C50B055-D4D1-8B28-58F6-A4E7EE06C736}"/>
              </a:ext>
            </a:extLst>
          </p:cNvPr>
          <p:cNvSpPr/>
          <p:nvPr userDrawn="1"/>
        </p:nvSpPr>
        <p:spPr>
          <a:xfrm>
            <a:off x="9740900" y="4254388"/>
            <a:ext cx="3476175" cy="3476175"/>
          </a:xfrm>
          <a:prstGeom prst="ellipse">
            <a:avLst/>
          </a:prstGeom>
          <a:solidFill>
            <a:srgbClr val="F3AB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25" y="602332"/>
            <a:ext cx="6832600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0" y="865524"/>
            <a:ext cx="6832600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0" y="2090738"/>
            <a:ext cx="683260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A8EC6370-4927-C92F-ACF0-D1E7FF52C1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31040" y="-591489"/>
            <a:ext cx="8040978" cy="804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91101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2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2C50B055-D4D1-8B28-58F6-A4E7EE06C736}"/>
              </a:ext>
            </a:extLst>
          </p:cNvPr>
          <p:cNvSpPr/>
          <p:nvPr userDrawn="1"/>
        </p:nvSpPr>
        <p:spPr>
          <a:xfrm>
            <a:off x="9740900" y="4254388"/>
            <a:ext cx="3476175" cy="3476175"/>
          </a:xfrm>
          <a:prstGeom prst="ellipse">
            <a:avLst/>
          </a:prstGeom>
          <a:solidFill>
            <a:srgbClr val="F3AB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25" y="602332"/>
            <a:ext cx="6832600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0" y="865524"/>
            <a:ext cx="6832600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0" y="2090738"/>
            <a:ext cx="683260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A8EC6370-4927-C92F-ACF0-D1E7FF52C1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31040" y="-591489"/>
            <a:ext cx="8040978" cy="804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99044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25" y="602332"/>
            <a:ext cx="6832600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0" y="865524"/>
            <a:ext cx="6832600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0" y="2090738"/>
            <a:ext cx="683260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35E7C3AD-E15C-80F2-4FED-5155F41E38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092580" y="650458"/>
            <a:ext cx="4716432" cy="5541795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4EBD6769-77D4-163B-AC96-F0F1CB1F70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972" y="-1239748"/>
            <a:ext cx="2726056" cy="2726056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D64BC587-E1BC-D84B-13E1-280D52F92B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0864" y="6346864"/>
            <a:ext cx="1022272" cy="102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50859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3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25" y="602332"/>
            <a:ext cx="6832600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0" y="865524"/>
            <a:ext cx="6832600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0" y="2090738"/>
            <a:ext cx="683260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35E7C3AD-E15C-80F2-4FED-5155F41E38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092580" y="650458"/>
            <a:ext cx="4716432" cy="5541795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4EBD6769-77D4-163B-AC96-F0F1CB1F70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972" y="-1239748"/>
            <a:ext cx="2726056" cy="2726056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D64BC587-E1BC-D84B-13E1-280D52F92B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0864" y="6346864"/>
            <a:ext cx="1022272" cy="102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01393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a 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1338" y="602332"/>
            <a:ext cx="5919787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213" y="865524"/>
            <a:ext cx="5919787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35E7C3AD-E15C-80F2-4FED-5155F41E38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26167" y="650458"/>
            <a:ext cx="4716432" cy="5541795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4EBD6769-77D4-163B-AC96-F0F1CB1F70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972" y="-1239748"/>
            <a:ext cx="2726056" cy="2726056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D64BC587-E1BC-D84B-13E1-280D52F92B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0864" y="6346864"/>
            <a:ext cx="1022272" cy="1022272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842E5A5A-7704-2F48-8702-A3E6101A002E}"/>
              </a:ext>
            </a:extLst>
          </p:cNvPr>
          <p:cNvSpPr/>
          <p:nvPr userDrawn="1"/>
        </p:nvSpPr>
        <p:spPr>
          <a:xfrm>
            <a:off x="1828046" y="2954787"/>
            <a:ext cx="2952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spaço Reservado para Texto 3">
            <a:extLst>
              <a:ext uri="{FF2B5EF4-FFF2-40B4-BE49-F238E27FC236}">
                <a16:creationId xmlns:a16="http://schemas.microsoft.com/office/drawing/2014/main" id="{CDF90CEE-BDF2-3D8C-A60C-9E9609E82B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825882" y="1920603"/>
            <a:ext cx="5922962" cy="727075"/>
          </a:xfrm>
        </p:spPr>
        <p:txBody>
          <a:bodyPr>
            <a:norm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99F7F299-B9F4-BC9F-95FF-5ED073B643B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24038" y="3315150"/>
            <a:ext cx="2952000" cy="2901500"/>
          </a:xfrm>
          <a:solidFill>
            <a:srgbClr val="2D3D70">
              <a:alpha val="90000"/>
              <a:tint val="40000"/>
              <a:hueOff val="0"/>
              <a:satOff val="0"/>
              <a:lumOff val="0"/>
              <a:alphaOff val="0"/>
            </a:srgbClr>
          </a:solidFill>
          <a:ln w="12700" cap="flat" cmpd="sng" algn="ctr">
            <a:solidFill>
              <a:srgbClr val="2D3D7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prstDash val="solid"/>
            <a:miter lim="800000"/>
          </a:ln>
          <a:effectLst/>
        </p:spPr>
        <p:txBody>
          <a:bodyPr spcFirstLastPara="0" vert="horz" wrap="square" lIns="180000" tIns="261366" rIns="180000" bIns="392049" numCol="1" spcCol="1270" anchor="t" anchorCtr="0">
            <a:no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/>
              <a:defRPr lang="pt-BR" sz="1300" b="0" i="0" u="none" strike="noStrike" cap="none" dirty="0">
                <a:solidFill>
                  <a:schemeClr val="tx1"/>
                </a:solidFill>
                <a:latin typeface="+mn-lt"/>
                <a:ea typeface="Arial"/>
                <a:cs typeface="Arial"/>
                <a:sym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Espaço Reservado para Texto 5">
            <a:extLst>
              <a:ext uri="{FF2B5EF4-FFF2-40B4-BE49-F238E27FC236}">
                <a16:creationId xmlns:a16="http://schemas.microsoft.com/office/drawing/2014/main" id="{79E14420-1845-E853-61FD-FA2963FDC8F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099050" y="3315150"/>
            <a:ext cx="2952000" cy="2901500"/>
          </a:xfrm>
          <a:solidFill>
            <a:srgbClr val="2D3D70">
              <a:alpha val="90000"/>
              <a:tint val="40000"/>
              <a:hueOff val="0"/>
              <a:satOff val="0"/>
              <a:lumOff val="0"/>
              <a:alphaOff val="0"/>
            </a:srgbClr>
          </a:solidFill>
          <a:ln w="12700" cap="flat" cmpd="sng" algn="ctr">
            <a:solidFill>
              <a:srgbClr val="2D3D7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prstDash val="solid"/>
            <a:miter lim="800000"/>
          </a:ln>
          <a:effectLst/>
        </p:spPr>
        <p:txBody>
          <a:bodyPr spcFirstLastPara="0" vert="horz" wrap="square" lIns="180000" tIns="261366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dirty="0">
                <a:solidFill>
                  <a:schemeClr val="tx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12" name="Espaço Reservado para Texto 5">
            <a:extLst>
              <a:ext uri="{FF2B5EF4-FFF2-40B4-BE49-F238E27FC236}">
                <a16:creationId xmlns:a16="http://schemas.microsoft.com/office/drawing/2014/main" id="{913B9138-B8EB-3199-7F11-1E6E66F0F89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25600" y="3315150"/>
            <a:ext cx="2952000" cy="2901500"/>
          </a:xfrm>
          <a:solidFill>
            <a:srgbClr val="2D3D70">
              <a:alpha val="90000"/>
              <a:tint val="40000"/>
              <a:hueOff val="0"/>
              <a:satOff val="0"/>
              <a:lumOff val="0"/>
              <a:alphaOff val="0"/>
            </a:srgbClr>
          </a:solidFill>
          <a:ln w="12700" cap="flat" cmpd="sng" algn="ctr">
            <a:solidFill>
              <a:srgbClr val="2D3D7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prstDash val="solid"/>
            <a:miter lim="800000"/>
          </a:ln>
          <a:effectLst/>
        </p:spPr>
        <p:txBody>
          <a:bodyPr spcFirstLastPara="0" vert="horz" wrap="square" lIns="180000" tIns="261366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dirty="0">
                <a:solidFill>
                  <a:schemeClr val="tx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13" name="Espaço Reservado para Texto 5">
            <a:extLst>
              <a:ext uri="{FF2B5EF4-FFF2-40B4-BE49-F238E27FC236}">
                <a16:creationId xmlns:a16="http://schemas.microsoft.com/office/drawing/2014/main" id="{B8F1D9A9-B7F4-BE71-F7ED-0A07DA24A98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824038" y="2961188"/>
            <a:ext cx="2952000" cy="353377"/>
          </a:xfrm>
          <a:solidFill>
            <a:schemeClr val="accent1">
              <a:alpha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180000" tIns="180000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spc="-40" baseline="0" dirty="0">
                <a:solidFill>
                  <a:schemeClr val="bg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19" name="Espaço Reservado para Texto 5">
            <a:extLst>
              <a:ext uri="{FF2B5EF4-FFF2-40B4-BE49-F238E27FC236}">
                <a16:creationId xmlns:a16="http://schemas.microsoft.com/office/drawing/2014/main" id="{980425ED-7FEC-0C8E-25E6-739799A4066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099050" y="2961188"/>
            <a:ext cx="2952000" cy="353377"/>
          </a:xfrm>
          <a:solidFill>
            <a:schemeClr val="accent1">
              <a:alpha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180000" tIns="180000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spc="-40" baseline="0" dirty="0">
                <a:solidFill>
                  <a:schemeClr val="bg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20" name="Espaço Reservado para Texto 5">
            <a:extLst>
              <a:ext uri="{FF2B5EF4-FFF2-40B4-BE49-F238E27FC236}">
                <a16:creationId xmlns:a16="http://schemas.microsoft.com/office/drawing/2014/main" id="{C5B6446B-3A90-952C-4B30-11612A5C500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325600" y="2961188"/>
            <a:ext cx="2952000" cy="353377"/>
          </a:xfrm>
          <a:solidFill>
            <a:schemeClr val="accent1">
              <a:alpha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180000" tIns="180000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spc="-40" baseline="0" dirty="0">
                <a:solidFill>
                  <a:schemeClr val="bg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7767209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a destaque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1338" y="602332"/>
            <a:ext cx="5919787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213" y="865524"/>
            <a:ext cx="5919787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35E7C3AD-E15C-80F2-4FED-5155F41E38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26167" y="650458"/>
            <a:ext cx="4716432" cy="5541795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4EBD6769-77D4-163B-AC96-F0F1CB1F70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972" y="-1239748"/>
            <a:ext cx="2726056" cy="2726056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D64BC587-E1BC-D84B-13E1-280D52F92B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0864" y="6346864"/>
            <a:ext cx="1022272" cy="1022272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842E5A5A-7704-2F48-8702-A3E6101A002E}"/>
              </a:ext>
            </a:extLst>
          </p:cNvPr>
          <p:cNvSpPr/>
          <p:nvPr userDrawn="1"/>
        </p:nvSpPr>
        <p:spPr>
          <a:xfrm>
            <a:off x="1828046" y="2954787"/>
            <a:ext cx="2952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spaço Reservado para Texto 3">
            <a:extLst>
              <a:ext uri="{FF2B5EF4-FFF2-40B4-BE49-F238E27FC236}">
                <a16:creationId xmlns:a16="http://schemas.microsoft.com/office/drawing/2014/main" id="{CDF90CEE-BDF2-3D8C-A60C-9E9609E82B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825882" y="1920603"/>
            <a:ext cx="5922962" cy="727075"/>
          </a:xfrm>
        </p:spPr>
        <p:txBody>
          <a:bodyPr>
            <a:norm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99F7F299-B9F4-BC9F-95FF-5ED073B643B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24038" y="3315150"/>
            <a:ext cx="2952000" cy="2901500"/>
          </a:xfrm>
          <a:solidFill>
            <a:srgbClr val="2D3D70">
              <a:alpha val="90000"/>
              <a:tint val="40000"/>
              <a:hueOff val="0"/>
              <a:satOff val="0"/>
              <a:lumOff val="0"/>
              <a:alphaOff val="0"/>
            </a:srgbClr>
          </a:solidFill>
          <a:ln w="12700" cap="flat" cmpd="sng" algn="ctr">
            <a:solidFill>
              <a:srgbClr val="2D3D7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prstDash val="solid"/>
            <a:miter lim="800000"/>
          </a:ln>
          <a:effectLst/>
        </p:spPr>
        <p:txBody>
          <a:bodyPr spcFirstLastPara="0" vert="horz" wrap="square" lIns="180000" tIns="261366" rIns="180000" bIns="392049" numCol="1" spcCol="1270" anchor="t" anchorCtr="0">
            <a:no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/>
              <a:defRPr lang="pt-BR" sz="1300" b="0" i="0" u="none" strike="noStrike" cap="none" dirty="0">
                <a:solidFill>
                  <a:schemeClr val="tx1"/>
                </a:solidFill>
                <a:latin typeface="+mn-lt"/>
                <a:ea typeface="Arial"/>
                <a:cs typeface="Arial"/>
                <a:sym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Espaço Reservado para Texto 5">
            <a:extLst>
              <a:ext uri="{FF2B5EF4-FFF2-40B4-BE49-F238E27FC236}">
                <a16:creationId xmlns:a16="http://schemas.microsoft.com/office/drawing/2014/main" id="{79E14420-1845-E853-61FD-FA2963FDC8F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099050" y="3315150"/>
            <a:ext cx="2952000" cy="2901500"/>
          </a:xfrm>
          <a:solidFill>
            <a:srgbClr val="2D3D70">
              <a:alpha val="90000"/>
              <a:tint val="40000"/>
              <a:hueOff val="0"/>
              <a:satOff val="0"/>
              <a:lumOff val="0"/>
              <a:alphaOff val="0"/>
            </a:srgbClr>
          </a:solidFill>
          <a:ln w="12700" cap="flat" cmpd="sng" algn="ctr">
            <a:solidFill>
              <a:srgbClr val="2D3D7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prstDash val="solid"/>
            <a:miter lim="800000"/>
          </a:ln>
          <a:effectLst/>
        </p:spPr>
        <p:txBody>
          <a:bodyPr spcFirstLastPara="0" vert="horz" wrap="square" lIns="180000" tIns="261366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dirty="0">
                <a:solidFill>
                  <a:schemeClr val="tx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12" name="Espaço Reservado para Texto 5">
            <a:extLst>
              <a:ext uri="{FF2B5EF4-FFF2-40B4-BE49-F238E27FC236}">
                <a16:creationId xmlns:a16="http://schemas.microsoft.com/office/drawing/2014/main" id="{913B9138-B8EB-3199-7F11-1E6E66F0F89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25600" y="3315150"/>
            <a:ext cx="2952000" cy="2901500"/>
          </a:xfrm>
          <a:solidFill>
            <a:srgbClr val="2D3D70">
              <a:alpha val="90000"/>
              <a:tint val="40000"/>
              <a:hueOff val="0"/>
              <a:satOff val="0"/>
              <a:lumOff val="0"/>
              <a:alphaOff val="0"/>
            </a:srgbClr>
          </a:solidFill>
          <a:ln w="12700" cap="flat" cmpd="sng" algn="ctr">
            <a:solidFill>
              <a:srgbClr val="2D3D7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prstDash val="solid"/>
            <a:miter lim="800000"/>
          </a:ln>
          <a:effectLst/>
        </p:spPr>
        <p:txBody>
          <a:bodyPr spcFirstLastPara="0" vert="horz" wrap="square" lIns="180000" tIns="261366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dirty="0">
                <a:solidFill>
                  <a:schemeClr val="tx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13" name="Espaço Reservado para Texto 5">
            <a:extLst>
              <a:ext uri="{FF2B5EF4-FFF2-40B4-BE49-F238E27FC236}">
                <a16:creationId xmlns:a16="http://schemas.microsoft.com/office/drawing/2014/main" id="{B8F1D9A9-B7F4-BE71-F7ED-0A07DA24A98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824038" y="2961188"/>
            <a:ext cx="2952000" cy="353377"/>
          </a:xfrm>
          <a:solidFill>
            <a:schemeClr val="accent1">
              <a:alpha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180000" tIns="180000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spc="-40" baseline="0" dirty="0">
                <a:solidFill>
                  <a:schemeClr val="bg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19" name="Espaço Reservado para Texto 5">
            <a:extLst>
              <a:ext uri="{FF2B5EF4-FFF2-40B4-BE49-F238E27FC236}">
                <a16:creationId xmlns:a16="http://schemas.microsoft.com/office/drawing/2014/main" id="{980425ED-7FEC-0C8E-25E6-739799A4066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099050" y="2961188"/>
            <a:ext cx="2952000" cy="353377"/>
          </a:xfrm>
          <a:solidFill>
            <a:schemeClr val="accent1">
              <a:alpha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180000" tIns="180000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spc="-40" baseline="0" dirty="0">
                <a:solidFill>
                  <a:schemeClr val="bg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20" name="Espaço Reservado para Texto 5">
            <a:extLst>
              <a:ext uri="{FF2B5EF4-FFF2-40B4-BE49-F238E27FC236}">
                <a16:creationId xmlns:a16="http://schemas.microsoft.com/office/drawing/2014/main" id="{C5B6446B-3A90-952C-4B30-11612A5C500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325600" y="2961188"/>
            <a:ext cx="2952000" cy="353377"/>
          </a:xfrm>
          <a:solidFill>
            <a:schemeClr val="accent1">
              <a:alpha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180000" tIns="180000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spc="-40" baseline="0" dirty="0">
                <a:solidFill>
                  <a:schemeClr val="bg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56031593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0300" y="634416"/>
            <a:ext cx="5067325" cy="447675"/>
          </a:xfrm>
        </p:spPr>
        <p:txBody>
          <a:bodyPr lIns="108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929692"/>
            <a:ext cx="5067325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9506" y="2090738"/>
            <a:ext cx="5068094" cy="412591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BD69C575-C0B5-1DAA-55F9-8E736B506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3853" y="1514150"/>
            <a:ext cx="3494354" cy="3494354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972878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0300" y="634416"/>
            <a:ext cx="5067325" cy="447675"/>
          </a:xfrm>
        </p:spPr>
        <p:txBody>
          <a:bodyPr lIns="108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929692"/>
            <a:ext cx="5067325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9506" y="2090738"/>
            <a:ext cx="5068094" cy="412591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BD69C575-C0B5-1DAA-55F9-8E736B506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3853" y="1514150"/>
            <a:ext cx="3494354" cy="3494354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4490933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, texto e image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5194" y="634416"/>
            <a:ext cx="5067325" cy="447675"/>
          </a:xfrm>
        </p:spPr>
        <p:txBody>
          <a:bodyPr lIns="108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194" y="929692"/>
            <a:ext cx="5067325" cy="447676"/>
          </a:xfrm>
        </p:spPr>
        <p:txBody>
          <a:bodyPr anchor="t">
            <a:noAutofit/>
          </a:bodyPr>
          <a:lstStyle>
            <a:lvl1pPr>
              <a:defRPr sz="32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090738"/>
            <a:ext cx="5068094" cy="412591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BD69C575-C0B5-1DAA-55F9-8E736B50604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37373" y="2652353"/>
            <a:ext cx="3215912" cy="3215912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en-ID" err="1"/>
              <a:t>Imagem</a:t>
            </a:r>
            <a:endParaRPr lang="en-ID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A49AEE0D-5540-3547-BC5A-EEFF6F6E43A8}"/>
              </a:ext>
            </a:extLst>
          </p:cNvPr>
          <p:cNvSpPr/>
          <p:nvPr userDrawn="1"/>
        </p:nvSpPr>
        <p:spPr>
          <a:xfrm>
            <a:off x="6063916" y="1579387"/>
            <a:ext cx="5362826" cy="5362826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637D6D3-823D-5CA1-E4DB-1EBD83A6E131}"/>
              </a:ext>
            </a:extLst>
          </p:cNvPr>
          <p:cNvSpPr/>
          <p:nvPr userDrawn="1"/>
        </p:nvSpPr>
        <p:spPr>
          <a:xfrm>
            <a:off x="7111110" y="786063"/>
            <a:ext cx="1600274" cy="1600274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80B72A2-436E-D9FD-0AF7-648ADA0BB41E}"/>
              </a:ext>
            </a:extLst>
          </p:cNvPr>
          <p:cNvSpPr/>
          <p:nvPr userDrawn="1"/>
        </p:nvSpPr>
        <p:spPr>
          <a:xfrm>
            <a:off x="10338588" y="4967534"/>
            <a:ext cx="1243812" cy="1243812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E9ECFA41-67A9-E4A3-C1EE-58B458E21D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972" y="-1239748"/>
            <a:ext cx="2726056" cy="2726056"/>
          </a:xfrm>
          <a:prstGeom prst="rect">
            <a:avLst/>
          </a:prstGeom>
        </p:spPr>
      </p:pic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78140DF-A908-BA68-B4C7-7132F96883C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28107" y="1003061"/>
            <a:ext cx="1166279" cy="1166279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en-ID" err="1"/>
              <a:t>Imagem</a:t>
            </a:r>
            <a:endParaRPr lang="en-ID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BE0A0048-DD3B-B964-36C4-C7F672FEE75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567923" y="5196870"/>
            <a:ext cx="785141" cy="785141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en-ID" err="1"/>
              <a:t>Imagem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3850227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, texto e imagem 2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5194" y="634416"/>
            <a:ext cx="5067325" cy="447675"/>
          </a:xfrm>
        </p:spPr>
        <p:txBody>
          <a:bodyPr lIns="108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194" y="929692"/>
            <a:ext cx="5067325" cy="447676"/>
          </a:xfrm>
        </p:spPr>
        <p:txBody>
          <a:bodyPr anchor="t">
            <a:noAutofit/>
          </a:bodyPr>
          <a:lstStyle>
            <a:lvl1pPr>
              <a:defRPr sz="32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090738"/>
            <a:ext cx="5068094" cy="412591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BD69C575-C0B5-1DAA-55F9-8E736B50604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37373" y="2652353"/>
            <a:ext cx="3215912" cy="3215912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en-ID" err="1"/>
              <a:t>Imagem</a:t>
            </a:r>
            <a:endParaRPr lang="en-ID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A49AEE0D-5540-3547-BC5A-EEFF6F6E43A8}"/>
              </a:ext>
            </a:extLst>
          </p:cNvPr>
          <p:cNvSpPr/>
          <p:nvPr userDrawn="1"/>
        </p:nvSpPr>
        <p:spPr>
          <a:xfrm>
            <a:off x="6063916" y="1579387"/>
            <a:ext cx="5362826" cy="5362826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637D6D3-823D-5CA1-E4DB-1EBD83A6E131}"/>
              </a:ext>
            </a:extLst>
          </p:cNvPr>
          <p:cNvSpPr/>
          <p:nvPr userDrawn="1"/>
        </p:nvSpPr>
        <p:spPr>
          <a:xfrm>
            <a:off x="7111110" y="786063"/>
            <a:ext cx="1600274" cy="1600274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80B72A2-436E-D9FD-0AF7-648ADA0BB41E}"/>
              </a:ext>
            </a:extLst>
          </p:cNvPr>
          <p:cNvSpPr/>
          <p:nvPr userDrawn="1"/>
        </p:nvSpPr>
        <p:spPr>
          <a:xfrm>
            <a:off x="10338588" y="4967534"/>
            <a:ext cx="1243812" cy="1243812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E9ECFA41-67A9-E4A3-C1EE-58B458E21D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972" y="-1239748"/>
            <a:ext cx="2726056" cy="2726056"/>
          </a:xfrm>
          <a:prstGeom prst="rect">
            <a:avLst/>
          </a:prstGeom>
        </p:spPr>
      </p:pic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78140DF-A908-BA68-B4C7-7132F96883C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28107" y="1003061"/>
            <a:ext cx="1166279" cy="1166279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en-ID" err="1"/>
              <a:t>Imagem</a:t>
            </a:r>
            <a:endParaRPr lang="en-ID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BE0A0048-DD3B-B964-36C4-C7F672FEE75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567923" y="5196870"/>
            <a:ext cx="785141" cy="785141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en-ID" err="1"/>
              <a:t>Imagem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4659452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 #destaque azu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0300" y="1398588"/>
            <a:ext cx="5067325" cy="447676"/>
          </a:xfrm>
        </p:spPr>
        <p:txBody>
          <a:bodyPr anchor="t">
            <a:noAutofit/>
          </a:bodyPr>
          <a:lstStyle>
            <a:lvl1pPr>
              <a:defRPr sz="3000" b="1" spc="-100" baseline="0">
                <a:solidFill>
                  <a:schemeClr val="bg1"/>
                </a:solidFill>
              </a:defRPr>
            </a:lvl1pPr>
          </a:lstStyle>
          <a:p>
            <a:r>
              <a:rPr lang="pt-BR"/>
              <a:t>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9506" y="2090738"/>
            <a:ext cx="5068094" cy="412591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500" b="1" u="none">
                <a:solidFill>
                  <a:schemeClr val="accent2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300">
                <a:solidFill>
                  <a:schemeClr val="bg1"/>
                </a:solidFill>
              </a:defRPr>
            </a:lvl2pPr>
            <a:lvl3pPr marL="792000" indent="-28800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bg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0A5879CF-3A57-F8C5-5DB7-0DDBF0702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38510" y="1335128"/>
            <a:ext cx="1022272" cy="1022272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65263578-CBA1-22C2-E629-7BBA7BA793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888620" y="-1239748"/>
            <a:ext cx="2726056" cy="2726056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139BA4FB-8314-FDEC-15F0-E08569D9D4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09642" y="5660305"/>
            <a:ext cx="681514" cy="681514"/>
          </a:xfrm>
          <a:prstGeom prst="rect">
            <a:avLst/>
          </a:prstGeom>
        </p:spPr>
      </p:pic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BD69C575-C0B5-1DAA-55F9-8E736B506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9568" y="1642454"/>
            <a:ext cx="4061502" cy="4061502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12" name="Espaço Reservado para Imagem 10">
            <a:extLst>
              <a:ext uri="{FF2B5EF4-FFF2-40B4-BE49-F238E27FC236}">
                <a16:creationId xmlns:a16="http://schemas.microsoft.com/office/drawing/2014/main" id="{82EDB949-E31F-851E-8023-22D09B234E0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74745" y="1494631"/>
            <a:ext cx="1190998" cy="1395317"/>
          </a:xfrm>
        </p:spPr>
        <p:txBody>
          <a:bodyPr/>
          <a:lstStyle>
            <a:lvl1pPr>
              <a:defRPr spc="-50" baseline="0"/>
            </a:lvl1pPr>
          </a:lstStyle>
          <a:p>
            <a:r>
              <a:rPr lang="pt-BR"/>
              <a:t>Grafismo</a:t>
            </a:r>
            <a:br>
              <a:rPr lang="pt-BR"/>
            </a:br>
            <a:r>
              <a:rPr lang="pt-BR"/>
              <a:t>(opcional)</a:t>
            </a:r>
          </a:p>
        </p:txBody>
      </p:sp>
    </p:spTree>
    <p:extLst>
      <p:ext uri="{BB962C8B-B14F-4D97-AF65-F5344CB8AC3E}">
        <p14:creationId xmlns:p14="http://schemas.microsoft.com/office/powerpoint/2010/main" val="174476749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, texto e imagem #destaque vermelh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0300" y="1398588"/>
            <a:ext cx="5067325" cy="447676"/>
          </a:xfrm>
        </p:spPr>
        <p:txBody>
          <a:bodyPr anchor="t">
            <a:noAutofit/>
          </a:bodyPr>
          <a:lstStyle>
            <a:lvl1pPr>
              <a:defRPr sz="3000" b="1" spc="-100" baseline="0">
                <a:solidFill>
                  <a:schemeClr val="bg1"/>
                </a:solidFill>
              </a:defRPr>
            </a:lvl1pPr>
          </a:lstStyle>
          <a:p>
            <a:r>
              <a:rPr lang="pt-BR"/>
              <a:t>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9506" y="2090738"/>
            <a:ext cx="5068094" cy="412591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500" b="1" u="none">
                <a:solidFill>
                  <a:schemeClr val="accent1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300">
                <a:solidFill>
                  <a:schemeClr val="bg1"/>
                </a:solidFill>
              </a:defRPr>
            </a:lvl2pPr>
            <a:lvl3pPr marL="792000" indent="-28800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bg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0A5879CF-3A57-F8C5-5DB7-0DDBF0702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38510" y="1335128"/>
            <a:ext cx="1022272" cy="1022272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65263578-CBA1-22C2-E629-7BBA7BA793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888620" y="-1239748"/>
            <a:ext cx="2726056" cy="2726056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139BA4FB-8314-FDEC-15F0-E08569D9D4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09642" y="5660305"/>
            <a:ext cx="681514" cy="681514"/>
          </a:xfrm>
          <a:prstGeom prst="rect">
            <a:avLst/>
          </a:prstGeom>
        </p:spPr>
      </p:pic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BD69C575-C0B5-1DAA-55F9-8E736B506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9568" y="1642454"/>
            <a:ext cx="4061502" cy="4061502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12" name="Espaço Reservado para Imagem 10">
            <a:extLst>
              <a:ext uri="{FF2B5EF4-FFF2-40B4-BE49-F238E27FC236}">
                <a16:creationId xmlns:a16="http://schemas.microsoft.com/office/drawing/2014/main" id="{82EDB949-E31F-851E-8023-22D09B234E0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74745" y="1494631"/>
            <a:ext cx="1190998" cy="1395317"/>
          </a:xfrm>
        </p:spPr>
        <p:txBody>
          <a:bodyPr/>
          <a:lstStyle>
            <a:lvl1pPr>
              <a:defRPr spc="-50" baseline="0">
                <a:solidFill>
                  <a:schemeClr val="accent1"/>
                </a:solidFill>
              </a:defRPr>
            </a:lvl1pPr>
          </a:lstStyle>
          <a:p>
            <a:r>
              <a:rPr lang="pt-BR"/>
              <a:t>Grafismo</a:t>
            </a:r>
            <a:br>
              <a:rPr lang="pt-BR"/>
            </a:br>
            <a:r>
              <a:rPr lang="pt-BR"/>
              <a:t>(opcional)</a:t>
            </a:r>
          </a:p>
        </p:txBody>
      </p:sp>
    </p:spTree>
    <p:extLst>
      <p:ext uri="{BB962C8B-B14F-4D97-AF65-F5344CB8AC3E}">
        <p14:creationId xmlns:p14="http://schemas.microsoft.com/office/powerpoint/2010/main" val="208998050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 #destaque azul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6">
            <a:extLst>
              <a:ext uri="{FF2B5EF4-FFF2-40B4-BE49-F238E27FC236}">
                <a16:creationId xmlns:a16="http://schemas.microsoft.com/office/drawing/2014/main" id="{834422CA-98D0-C42F-0C28-8A89C29CEF93}"/>
              </a:ext>
            </a:extLst>
          </p:cNvPr>
          <p:cNvSpPr/>
          <p:nvPr userDrawn="1"/>
        </p:nvSpPr>
        <p:spPr>
          <a:xfrm>
            <a:off x="-279474" y="3770819"/>
            <a:ext cx="2140804" cy="2135020"/>
          </a:xfrm>
          <a:prstGeom prst="ellipse">
            <a:avLst/>
          </a:pr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E1A1E57D-5415-FF9C-C2D4-D14B577592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35006" y="1136650"/>
            <a:ext cx="1712170" cy="1707542"/>
          </a:xfrm>
          <a:prstGeom prst="rect">
            <a:avLst/>
          </a:prstGeom>
        </p:spPr>
      </p:pic>
      <p:sp>
        <p:nvSpPr>
          <p:cNvPr id="5" name="Oval 5">
            <a:extLst>
              <a:ext uri="{FF2B5EF4-FFF2-40B4-BE49-F238E27FC236}">
                <a16:creationId xmlns:a16="http://schemas.microsoft.com/office/drawing/2014/main" id="{A501F69B-8309-1299-025A-632B85EADA6F}"/>
              </a:ext>
            </a:extLst>
          </p:cNvPr>
          <p:cNvSpPr/>
          <p:nvPr userDrawn="1"/>
        </p:nvSpPr>
        <p:spPr>
          <a:xfrm>
            <a:off x="949082" y="1438270"/>
            <a:ext cx="3633370" cy="362354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0300" y="634416"/>
            <a:ext cx="5067325" cy="447675"/>
          </a:xfrm>
        </p:spPr>
        <p:txBody>
          <a:bodyPr lIns="108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929692"/>
            <a:ext cx="5067325" cy="447676"/>
          </a:xfrm>
        </p:spPr>
        <p:txBody>
          <a:bodyPr anchor="t">
            <a:noAutofit/>
          </a:bodyPr>
          <a:lstStyle>
            <a:lvl1pPr>
              <a:defRPr sz="3600" b="1" spc="-100" baseline="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9506" y="2090738"/>
            <a:ext cx="5068094" cy="413284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400">
                <a:solidFill>
                  <a:schemeClr val="bg1"/>
                </a:solidFill>
              </a:defRPr>
            </a:lvl2pPr>
            <a:lvl3pPr marL="792000" indent="-28800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300">
                <a:solidFill>
                  <a:schemeClr val="bg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01BE0EC9-7069-DF75-D503-4A156A6520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3853" y="1505358"/>
            <a:ext cx="3494354" cy="3494354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2685715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 #destaque vermelh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6">
            <a:extLst>
              <a:ext uri="{FF2B5EF4-FFF2-40B4-BE49-F238E27FC236}">
                <a16:creationId xmlns:a16="http://schemas.microsoft.com/office/drawing/2014/main" id="{834422CA-98D0-C42F-0C28-8A89C29CEF93}"/>
              </a:ext>
            </a:extLst>
          </p:cNvPr>
          <p:cNvSpPr/>
          <p:nvPr userDrawn="1"/>
        </p:nvSpPr>
        <p:spPr>
          <a:xfrm>
            <a:off x="-279474" y="3770819"/>
            <a:ext cx="2140804" cy="21350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E1A1E57D-5415-FF9C-C2D4-D14B577592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35006" y="1136650"/>
            <a:ext cx="1712170" cy="1707542"/>
          </a:xfrm>
          <a:prstGeom prst="rect">
            <a:avLst/>
          </a:prstGeom>
        </p:spPr>
      </p:pic>
      <p:sp>
        <p:nvSpPr>
          <p:cNvPr id="5" name="Oval 5">
            <a:extLst>
              <a:ext uri="{FF2B5EF4-FFF2-40B4-BE49-F238E27FC236}">
                <a16:creationId xmlns:a16="http://schemas.microsoft.com/office/drawing/2014/main" id="{A501F69B-8309-1299-025A-632B85EADA6F}"/>
              </a:ext>
            </a:extLst>
          </p:cNvPr>
          <p:cNvSpPr/>
          <p:nvPr userDrawn="1"/>
        </p:nvSpPr>
        <p:spPr>
          <a:xfrm>
            <a:off x="949082" y="1438270"/>
            <a:ext cx="3633370" cy="362354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0300" y="634416"/>
            <a:ext cx="5067325" cy="447675"/>
          </a:xfrm>
        </p:spPr>
        <p:txBody>
          <a:bodyPr lIns="108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929692"/>
            <a:ext cx="5067325" cy="447676"/>
          </a:xfrm>
        </p:spPr>
        <p:txBody>
          <a:bodyPr anchor="t">
            <a:noAutofit/>
          </a:bodyPr>
          <a:lstStyle>
            <a:lvl1pPr>
              <a:defRPr sz="3600" b="1" spc="-100" baseline="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9506" y="2090738"/>
            <a:ext cx="5068094" cy="413284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1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400">
                <a:solidFill>
                  <a:schemeClr val="bg1"/>
                </a:solidFill>
              </a:defRPr>
            </a:lvl2pPr>
            <a:lvl3pPr marL="792000" indent="-28800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300">
                <a:solidFill>
                  <a:schemeClr val="bg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01BE0EC9-7069-DF75-D503-4A156A6520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3853" y="1505358"/>
            <a:ext cx="3494354" cy="3494354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5490123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D7E6FD-C4DA-F588-E77A-C8DBEDF91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39763"/>
            <a:ext cx="3932237" cy="9207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9426D3-4E19-986D-846B-503FE9472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555FC61-4954-E68E-3679-F6B0250BF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60513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41899249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ítulo, texto e conteúdo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D7E6FD-C4DA-F588-E77A-C8DBEDF91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39763"/>
            <a:ext cx="3932237" cy="9207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9426D3-4E19-986D-846B-503FE9472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555FC61-4954-E68E-3679-F6B0250BF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60513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84298710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ítulo, texto e image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E12D4-690A-0F87-A603-8BADEE0A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39763"/>
            <a:ext cx="3932237" cy="9207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A62373F-9A2F-0755-558D-BC41F23DD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D91843-CA13-7080-4F10-850D261F1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60513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13962869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ítulo, texto e imagem 2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E12D4-690A-0F87-A603-8BADEE0A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39763"/>
            <a:ext cx="3932237" cy="9207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A62373F-9A2F-0755-558D-BC41F23DD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D91843-CA13-7080-4F10-850D261F1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60513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84603345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sta com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4D167F6E-49C3-4CB9-A8C1-2EAABDD66D39}"/>
              </a:ext>
            </a:extLst>
          </p:cNvPr>
          <p:cNvSpPr/>
          <p:nvPr userDrawn="1"/>
        </p:nvSpPr>
        <p:spPr>
          <a:xfrm>
            <a:off x="7718655" y="1573844"/>
            <a:ext cx="2444148" cy="2444139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9FEAF88-A94B-4969-BB2B-7F870F6093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8296" y="3549160"/>
            <a:ext cx="2141525" cy="1949669"/>
          </a:xfrm>
          <a:custGeom>
            <a:avLst/>
            <a:gdLst>
              <a:gd name="connsiteX0" fmla="*/ 99160 w 2141525"/>
              <a:gd name="connsiteY0" fmla="*/ 0 h 1949669"/>
              <a:gd name="connsiteX1" fmla="*/ 2042365 w 2141525"/>
              <a:gd name="connsiteY1" fmla="*/ 0 h 1949669"/>
              <a:gd name="connsiteX2" fmla="*/ 2141525 w 2141525"/>
              <a:gd name="connsiteY2" fmla="*/ 99160 h 1949669"/>
              <a:gd name="connsiteX3" fmla="*/ 2141525 w 2141525"/>
              <a:gd name="connsiteY3" fmla="*/ 1850509 h 1949669"/>
              <a:gd name="connsiteX4" fmla="*/ 2042365 w 2141525"/>
              <a:gd name="connsiteY4" fmla="*/ 1949669 h 1949669"/>
              <a:gd name="connsiteX5" fmla="*/ 99160 w 2141525"/>
              <a:gd name="connsiteY5" fmla="*/ 1949669 h 1949669"/>
              <a:gd name="connsiteX6" fmla="*/ 0 w 2141525"/>
              <a:gd name="connsiteY6" fmla="*/ 1850509 h 1949669"/>
              <a:gd name="connsiteX7" fmla="*/ 0 w 2141525"/>
              <a:gd name="connsiteY7" fmla="*/ 99160 h 1949669"/>
              <a:gd name="connsiteX8" fmla="*/ 99160 w 2141525"/>
              <a:gd name="connsiteY8" fmla="*/ 0 h 1949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1525" h="1949669">
                <a:moveTo>
                  <a:pt x="99160" y="0"/>
                </a:moveTo>
                <a:lnTo>
                  <a:pt x="2042365" y="0"/>
                </a:lnTo>
                <a:cubicBezTo>
                  <a:pt x="2097130" y="0"/>
                  <a:pt x="2141525" y="44395"/>
                  <a:pt x="2141525" y="99160"/>
                </a:cubicBezTo>
                <a:lnTo>
                  <a:pt x="2141525" y="1850509"/>
                </a:lnTo>
                <a:cubicBezTo>
                  <a:pt x="2141525" y="1905274"/>
                  <a:pt x="2097130" y="1949669"/>
                  <a:pt x="2042365" y="1949669"/>
                </a:cubicBezTo>
                <a:lnTo>
                  <a:pt x="99160" y="1949669"/>
                </a:lnTo>
                <a:cubicBezTo>
                  <a:pt x="44395" y="1949669"/>
                  <a:pt x="0" y="1905274"/>
                  <a:pt x="0" y="1850509"/>
                </a:cubicBezTo>
                <a:lnTo>
                  <a:pt x="0" y="99160"/>
                </a:lnTo>
                <a:cubicBezTo>
                  <a:pt x="0" y="44395"/>
                  <a:pt x="44395" y="0"/>
                  <a:pt x="9916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CC3C54D-51D4-4DCC-9031-7F28E5321B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13139" y="3549160"/>
            <a:ext cx="2141525" cy="1949669"/>
          </a:xfrm>
          <a:custGeom>
            <a:avLst/>
            <a:gdLst>
              <a:gd name="connsiteX0" fmla="*/ 99160 w 2141525"/>
              <a:gd name="connsiteY0" fmla="*/ 0 h 1949669"/>
              <a:gd name="connsiteX1" fmla="*/ 2042365 w 2141525"/>
              <a:gd name="connsiteY1" fmla="*/ 0 h 1949669"/>
              <a:gd name="connsiteX2" fmla="*/ 2141525 w 2141525"/>
              <a:gd name="connsiteY2" fmla="*/ 99160 h 1949669"/>
              <a:gd name="connsiteX3" fmla="*/ 2141525 w 2141525"/>
              <a:gd name="connsiteY3" fmla="*/ 1850509 h 1949669"/>
              <a:gd name="connsiteX4" fmla="*/ 2042365 w 2141525"/>
              <a:gd name="connsiteY4" fmla="*/ 1949669 h 1949669"/>
              <a:gd name="connsiteX5" fmla="*/ 99160 w 2141525"/>
              <a:gd name="connsiteY5" fmla="*/ 1949669 h 1949669"/>
              <a:gd name="connsiteX6" fmla="*/ 0 w 2141525"/>
              <a:gd name="connsiteY6" fmla="*/ 1850509 h 1949669"/>
              <a:gd name="connsiteX7" fmla="*/ 0 w 2141525"/>
              <a:gd name="connsiteY7" fmla="*/ 99160 h 1949669"/>
              <a:gd name="connsiteX8" fmla="*/ 99160 w 2141525"/>
              <a:gd name="connsiteY8" fmla="*/ 0 h 1949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1525" h="1949669">
                <a:moveTo>
                  <a:pt x="99160" y="0"/>
                </a:moveTo>
                <a:lnTo>
                  <a:pt x="2042365" y="0"/>
                </a:lnTo>
                <a:cubicBezTo>
                  <a:pt x="2097130" y="0"/>
                  <a:pt x="2141525" y="44395"/>
                  <a:pt x="2141525" y="99160"/>
                </a:cubicBezTo>
                <a:lnTo>
                  <a:pt x="2141525" y="1850509"/>
                </a:lnTo>
                <a:cubicBezTo>
                  <a:pt x="2141525" y="1905274"/>
                  <a:pt x="2097130" y="1949669"/>
                  <a:pt x="2042365" y="1949669"/>
                </a:cubicBezTo>
                <a:lnTo>
                  <a:pt x="99160" y="1949669"/>
                </a:lnTo>
                <a:cubicBezTo>
                  <a:pt x="44395" y="1949669"/>
                  <a:pt x="0" y="1905274"/>
                  <a:pt x="0" y="1850509"/>
                </a:cubicBezTo>
                <a:lnTo>
                  <a:pt x="0" y="99160"/>
                </a:lnTo>
                <a:cubicBezTo>
                  <a:pt x="0" y="44395"/>
                  <a:pt x="44395" y="0"/>
                  <a:pt x="9916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2476168-697F-4AA5-8C77-B44860129DA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6031" y="3549160"/>
            <a:ext cx="2141525" cy="1949669"/>
          </a:xfrm>
          <a:custGeom>
            <a:avLst/>
            <a:gdLst>
              <a:gd name="connsiteX0" fmla="*/ 99160 w 2141525"/>
              <a:gd name="connsiteY0" fmla="*/ 0 h 1949669"/>
              <a:gd name="connsiteX1" fmla="*/ 2042365 w 2141525"/>
              <a:gd name="connsiteY1" fmla="*/ 0 h 1949669"/>
              <a:gd name="connsiteX2" fmla="*/ 2141525 w 2141525"/>
              <a:gd name="connsiteY2" fmla="*/ 99160 h 1949669"/>
              <a:gd name="connsiteX3" fmla="*/ 2141525 w 2141525"/>
              <a:gd name="connsiteY3" fmla="*/ 1850509 h 1949669"/>
              <a:gd name="connsiteX4" fmla="*/ 2042365 w 2141525"/>
              <a:gd name="connsiteY4" fmla="*/ 1949669 h 1949669"/>
              <a:gd name="connsiteX5" fmla="*/ 99160 w 2141525"/>
              <a:gd name="connsiteY5" fmla="*/ 1949669 h 1949669"/>
              <a:gd name="connsiteX6" fmla="*/ 0 w 2141525"/>
              <a:gd name="connsiteY6" fmla="*/ 1850509 h 1949669"/>
              <a:gd name="connsiteX7" fmla="*/ 0 w 2141525"/>
              <a:gd name="connsiteY7" fmla="*/ 99160 h 1949669"/>
              <a:gd name="connsiteX8" fmla="*/ 99160 w 2141525"/>
              <a:gd name="connsiteY8" fmla="*/ 0 h 1949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1525" h="1949669">
                <a:moveTo>
                  <a:pt x="99160" y="0"/>
                </a:moveTo>
                <a:lnTo>
                  <a:pt x="2042365" y="0"/>
                </a:lnTo>
                <a:cubicBezTo>
                  <a:pt x="2097130" y="0"/>
                  <a:pt x="2141525" y="44395"/>
                  <a:pt x="2141525" y="99160"/>
                </a:cubicBezTo>
                <a:lnTo>
                  <a:pt x="2141525" y="1850509"/>
                </a:lnTo>
                <a:cubicBezTo>
                  <a:pt x="2141525" y="1905274"/>
                  <a:pt x="2097130" y="1949669"/>
                  <a:pt x="2042365" y="1949669"/>
                </a:cubicBezTo>
                <a:lnTo>
                  <a:pt x="99160" y="1949669"/>
                </a:lnTo>
                <a:cubicBezTo>
                  <a:pt x="44395" y="1949669"/>
                  <a:pt x="0" y="1905274"/>
                  <a:pt x="0" y="1850509"/>
                </a:cubicBezTo>
                <a:lnTo>
                  <a:pt x="0" y="99160"/>
                </a:lnTo>
                <a:cubicBezTo>
                  <a:pt x="0" y="44395"/>
                  <a:pt x="44395" y="0"/>
                  <a:pt x="9916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12E9791-A151-4105-B316-F6B6F5427FB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97595" y="3549160"/>
            <a:ext cx="2141525" cy="1949669"/>
          </a:xfrm>
          <a:custGeom>
            <a:avLst/>
            <a:gdLst>
              <a:gd name="connsiteX0" fmla="*/ 99160 w 2141525"/>
              <a:gd name="connsiteY0" fmla="*/ 0 h 1949669"/>
              <a:gd name="connsiteX1" fmla="*/ 2042365 w 2141525"/>
              <a:gd name="connsiteY1" fmla="*/ 0 h 1949669"/>
              <a:gd name="connsiteX2" fmla="*/ 2141525 w 2141525"/>
              <a:gd name="connsiteY2" fmla="*/ 99160 h 1949669"/>
              <a:gd name="connsiteX3" fmla="*/ 2141525 w 2141525"/>
              <a:gd name="connsiteY3" fmla="*/ 1850509 h 1949669"/>
              <a:gd name="connsiteX4" fmla="*/ 2042365 w 2141525"/>
              <a:gd name="connsiteY4" fmla="*/ 1949669 h 1949669"/>
              <a:gd name="connsiteX5" fmla="*/ 99160 w 2141525"/>
              <a:gd name="connsiteY5" fmla="*/ 1949669 h 1949669"/>
              <a:gd name="connsiteX6" fmla="*/ 0 w 2141525"/>
              <a:gd name="connsiteY6" fmla="*/ 1850509 h 1949669"/>
              <a:gd name="connsiteX7" fmla="*/ 0 w 2141525"/>
              <a:gd name="connsiteY7" fmla="*/ 99160 h 1949669"/>
              <a:gd name="connsiteX8" fmla="*/ 99160 w 2141525"/>
              <a:gd name="connsiteY8" fmla="*/ 0 h 1949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1525" h="1949669">
                <a:moveTo>
                  <a:pt x="99160" y="0"/>
                </a:moveTo>
                <a:lnTo>
                  <a:pt x="2042365" y="0"/>
                </a:lnTo>
                <a:cubicBezTo>
                  <a:pt x="2097130" y="0"/>
                  <a:pt x="2141525" y="44395"/>
                  <a:pt x="2141525" y="99160"/>
                </a:cubicBezTo>
                <a:lnTo>
                  <a:pt x="2141525" y="1850509"/>
                </a:lnTo>
                <a:cubicBezTo>
                  <a:pt x="2141525" y="1905274"/>
                  <a:pt x="2097130" y="1949669"/>
                  <a:pt x="2042365" y="1949669"/>
                </a:cubicBezTo>
                <a:lnTo>
                  <a:pt x="99160" y="1949669"/>
                </a:lnTo>
                <a:cubicBezTo>
                  <a:pt x="44395" y="1949669"/>
                  <a:pt x="0" y="1905274"/>
                  <a:pt x="0" y="1850509"/>
                </a:cubicBezTo>
                <a:lnTo>
                  <a:pt x="0" y="99160"/>
                </a:lnTo>
                <a:cubicBezTo>
                  <a:pt x="0" y="44395"/>
                  <a:pt x="44395" y="0"/>
                  <a:pt x="9916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81DADD-DE31-E0AA-7219-FC46AC01F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35474"/>
            <a:ext cx="5067300" cy="954088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" name="Espaço Reservado para Texto 6">
            <a:extLst>
              <a:ext uri="{FF2B5EF4-FFF2-40B4-BE49-F238E27FC236}">
                <a16:creationId xmlns:a16="http://schemas.microsoft.com/office/drawing/2014/main" id="{5C970B1A-9F79-81A1-7D49-904F563812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3192" y="472707"/>
            <a:ext cx="5067325" cy="354597"/>
          </a:xfrm>
        </p:spPr>
        <p:txBody>
          <a:bodyPr lIns="108000" anchor="b">
            <a:normAutofit/>
          </a:bodyPr>
          <a:lstStyle>
            <a:lvl1pPr algn="l">
              <a:lnSpc>
                <a:spcPct val="100000"/>
              </a:lnSpc>
              <a:defRPr sz="1100" b="0" cap="all" spc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 err="1"/>
              <a:t>TítulO</a:t>
            </a:r>
            <a:endParaRPr lang="pt-BR"/>
          </a:p>
        </p:txBody>
      </p:sp>
      <p:sp>
        <p:nvSpPr>
          <p:cNvPr id="9" name="Espaço Reservado para Texto 3">
            <a:extLst>
              <a:ext uri="{FF2B5EF4-FFF2-40B4-BE49-F238E27FC236}">
                <a16:creationId xmlns:a16="http://schemas.microsoft.com/office/drawing/2014/main" id="{5BACA783-7642-705D-AAC4-8EAA365C6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1287" y="1938729"/>
            <a:ext cx="5067300" cy="951402"/>
          </a:xfrm>
        </p:spPr>
        <p:txBody>
          <a:bodyPr>
            <a:normAutofit/>
          </a:bodyPr>
          <a:lstStyle>
            <a:lvl1pPr marL="0" marR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14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Espaço Reservado para Texto 23">
            <a:extLst>
              <a:ext uri="{FF2B5EF4-FFF2-40B4-BE49-F238E27FC236}">
                <a16:creationId xmlns:a16="http://schemas.microsoft.com/office/drawing/2014/main" id="{0BF4A505-4103-C810-E443-C46F7F8FEA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48296" y="5678885"/>
            <a:ext cx="2141525" cy="355592"/>
          </a:xfrm>
        </p:spPr>
        <p:txBody>
          <a:bodyPr>
            <a:normAutofit/>
          </a:bodyPr>
          <a:lstStyle>
            <a:lvl1pPr algn="ctr">
              <a:defRPr sz="13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12" name="Espaço Reservado para Texto 23">
            <a:extLst>
              <a:ext uri="{FF2B5EF4-FFF2-40B4-BE49-F238E27FC236}">
                <a16:creationId xmlns:a16="http://schemas.microsoft.com/office/drawing/2014/main" id="{501C1EC4-76DF-EE8A-A186-01E84A38ECB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3139" y="5678885"/>
            <a:ext cx="2141525" cy="355592"/>
          </a:xfrm>
        </p:spPr>
        <p:txBody>
          <a:bodyPr>
            <a:normAutofit/>
          </a:bodyPr>
          <a:lstStyle>
            <a:lvl1pPr algn="ctr">
              <a:defRPr sz="13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13" name="Espaço Reservado para Texto 23">
            <a:extLst>
              <a:ext uri="{FF2B5EF4-FFF2-40B4-BE49-F238E27FC236}">
                <a16:creationId xmlns:a16="http://schemas.microsoft.com/office/drawing/2014/main" id="{74C0201A-16E0-9D31-29DD-1FC29394A28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56031" y="5678885"/>
            <a:ext cx="2141525" cy="355592"/>
          </a:xfrm>
        </p:spPr>
        <p:txBody>
          <a:bodyPr>
            <a:normAutofit/>
          </a:bodyPr>
          <a:lstStyle>
            <a:lvl1pPr algn="ctr">
              <a:defRPr sz="13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15" name="Espaço Reservado para Texto 23">
            <a:extLst>
              <a:ext uri="{FF2B5EF4-FFF2-40B4-BE49-F238E27FC236}">
                <a16:creationId xmlns:a16="http://schemas.microsoft.com/office/drawing/2014/main" id="{E4AA0040-3F2D-DCB7-8D86-BCF423C965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97595" y="5678885"/>
            <a:ext cx="2141525" cy="355592"/>
          </a:xfrm>
        </p:spPr>
        <p:txBody>
          <a:bodyPr>
            <a:normAutofit/>
          </a:bodyPr>
          <a:lstStyle>
            <a:lvl1pPr algn="ctr">
              <a:defRPr sz="13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F53127A7-8247-923C-92E6-13605C7D83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40900" y="-3102914"/>
            <a:ext cx="4716432" cy="5541795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0FBEDCF9-3BE3-5684-A95F-DD89C6EE42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0864" y="6346864"/>
            <a:ext cx="1022272" cy="102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69129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a com imagens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4D167F6E-49C3-4CB9-A8C1-2EAABDD66D39}"/>
              </a:ext>
            </a:extLst>
          </p:cNvPr>
          <p:cNvSpPr/>
          <p:nvPr userDrawn="1"/>
        </p:nvSpPr>
        <p:spPr>
          <a:xfrm>
            <a:off x="7718655" y="1573844"/>
            <a:ext cx="2444148" cy="2444139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9FEAF88-A94B-4969-BB2B-7F870F6093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8296" y="3549160"/>
            <a:ext cx="2141525" cy="1949669"/>
          </a:xfrm>
          <a:custGeom>
            <a:avLst/>
            <a:gdLst>
              <a:gd name="connsiteX0" fmla="*/ 99160 w 2141525"/>
              <a:gd name="connsiteY0" fmla="*/ 0 h 1949669"/>
              <a:gd name="connsiteX1" fmla="*/ 2042365 w 2141525"/>
              <a:gd name="connsiteY1" fmla="*/ 0 h 1949669"/>
              <a:gd name="connsiteX2" fmla="*/ 2141525 w 2141525"/>
              <a:gd name="connsiteY2" fmla="*/ 99160 h 1949669"/>
              <a:gd name="connsiteX3" fmla="*/ 2141525 w 2141525"/>
              <a:gd name="connsiteY3" fmla="*/ 1850509 h 1949669"/>
              <a:gd name="connsiteX4" fmla="*/ 2042365 w 2141525"/>
              <a:gd name="connsiteY4" fmla="*/ 1949669 h 1949669"/>
              <a:gd name="connsiteX5" fmla="*/ 99160 w 2141525"/>
              <a:gd name="connsiteY5" fmla="*/ 1949669 h 1949669"/>
              <a:gd name="connsiteX6" fmla="*/ 0 w 2141525"/>
              <a:gd name="connsiteY6" fmla="*/ 1850509 h 1949669"/>
              <a:gd name="connsiteX7" fmla="*/ 0 w 2141525"/>
              <a:gd name="connsiteY7" fmla="*/ 99160 h 1949669"/>
              <a:gd name="connsiteX8" fmla="*/ 99160 w 2141525"/>
              <a:gd name="connsiteY8" fmla="*/ 0 h 1949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1525" h="1949669">
                <a:moveTo>
                  <a:pt x="99160" y="0"/>
                </a:moveTo>
                <a:lnTo>
                  <a:pt x="2042365" y="0"/>
                </a:lnTo>
                <a:cubicBezTo>
                  <a:pt x="2097130" y="0"/>
                  <a:pt x="2141525" y="44395"/>
                  <a:pt x="2141525" y="99160"/>
                </a:cubicBezTo>
                <a:lnTo>
                  <a:pt x="2141525" y="1850509"/>
                </a:lnTo>
                <a:cubicBezTo>
                  <a:pt x="2141525" y="1905274"/>
                  <a:pt x="2097130" y="1949669"/>
                  <a:pt x="2042365" y="1949669"/>
                </a:cubicBezTo>
                <a:lnTo>
                  <a:pt x="99160" y="1949669"/>
                </a:lnTo>
                <a:cubicBezTo>
                  <a:pt x="44395" y="1949669"/>
                  <a:pt x="0" y="1905274"/>
                  <a:pt x="0" y="1850509"/>
                </a:cubicBezTo>
                <a:lnTo>
                  <a:pt x="0" y="99160"/>
                </a:lnTo>
                <a:cubicBezTo>
                  <a:pt x="0" y="44395"/>
                  <a:pt x="44395" y="0"/>
                  <a:pt x="9916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CC3C54D-51D4-4DCC-9031-7F28E5321B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13139" y="3549160"/>
            <a:ext cx="2141525" cy="1949669"/>
          </a:xfrm>
          <a:custGeom>
            <a:avLst/>
            <a:gdLst>
              <a:gd name="connsiteX0" fmla="*/ 99160 w 2141525"/>
              <a:gd name="connsiteY0" fmla="*/ 0 h 1949669"/>
              <a:gd name="connsiteX1" fmla="*/ 2042365 w 2141525"/>
              <a:gd name="connsiteY1" fmla="*/ 0 h 1949669"/>
              <a:gd name="connsiteX2" fmla="*/ 2141525 w 2141525"/>
              <a:gd name="connsiteY2" fmla="*/ 99160 h 1949669"/>
              <a:gd name="connsiteX3" fmla="*/ 2141525 w 2141525"/>
              <a:gd name="connsiteY3" fmla="*/ 1850509 h 1949669"/>
              <a:gd name="connsiteX4" fmla="*/ 2042365 w 2141525"/>
              <a:gd name="connsiteY4" fmla="*/ 1949669 h 1949669"/>
              <a:gd name="connsiteX5" fmla="*/ 99160 w 2141525"/>
              <a:gd name="connsiteY5" fmla="*/ 1949669 h 1949669"/>
              <a:gd name="connsiteX6" fmla="*/ 0 w 2141525"/>
              <a:gd name="connsiteY6" fmla="*/ 1850509 h 1949669"/>
              <a:gd name="connsiteX7" fmla="*/ 0 w 2141525"/>
              <a:gd name="connsiteY7" fmla="*/ 99160 h 1949669"/>
              <a:gd name="connsiteX8" fmla="*/ 99160 w 2141525"/>
              <a:gd name="connsiteY8" fmla="*/ 0 h 1949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1525" h="1949669">
                <a:moveTo>
                  <a:pt x="99160" y="0"/>
                </a:moveTo>
                <a:lnTo>
                  <a:pt x="2042365" y="0"/>
                </a:lnTo>
                <a:cubicBezTo>
                  <a:pt x="2097130" y="0"/>
                  <a:pt x="2141525" y="44395"/>
                  <a:pt x="2141525" y="99160"/>
                </a:cubicBezTo>
                <a:lnTo>
                  <a:pt x="2141525" y="1850509"/>
                </a:lnTo>
                <a:cubicBezTo>
                  <a:pt x="2141525" y="1905274"/>
                  <a:pt x="2097130" y="1949669"/>
                  <a:pt x="2042365" y="1949669"/>
                </a:cubicBezTo>
                <a:lnTo>
                  <a:pt x="99160" y="1949669"/>
                </a:lnTo>
                <a:cubicBezTo>
                  <a:pt x="44395" y="1949669"/>
                  <a:pt x="0" y="1905274"/>
                  <a:pt x="0" y="1850509"/>
                </a:cubicBezTo>
                <a:lnTo>
                  <a:pt x="0" y="99160"/>
                </a:lnTo>
                <a:cubicBezTo>
                  <a:pt x="0" y="44395"/>
                  <a:pt x="44395" y="0"/>
                  <a:pt x="9916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2476168-697F-4AA5-8C77-B44860129DA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6031" y="3549160"/>
            <a:ext cx="2141525" cy="1949669"/>
          </a:xfrm>
          <a:custGeom>
            <a:avLst/>
            <a:gdLst>
              <a:gd name="connsiteX0" fmla="*/ 99160 w 2141525"/>
              <a:gd name="connsiteY0" fmla="*/ 0 h 1949669"/>
              <a:gd name="connsiteX1" fmla="*/ 2042365 w 2141525"/>
              <a:gd name="connsiteY1" fmla="*/ 0 h 1949669"/>
              <a:gd name="connsiteX2" fmla="*/ 2141525 w 2141525"/>
              <a:gd name="connsiteY2" fmla="*/ 99160 h 1949669"/>
              <a:gd name="connsiteX3" fmla="*/ 2141525 w 2141525"/>
              <a:gd name="connsiteY3" fmla="*/ 1850509 h 1949669"/>
              <a:gd name="connsiteX4" fmla="*/ 2042365 w 2141525"/>
              <a:gd name="connsiteY4" fmla="*/ 1949669 h 1949669"/>
              <a:gd name="connsiteX5" fmla="*/ 99160 w 2141525"/>
              <a:gd name="connsiteY5" fmla="*/ 1949669 h 1949669"/>
              <a:gd name="connsiteX6" fmla="*/ 0 w 2141525"/>
              <a:gd name="connsiteY6" fmla="*/ 1850509 h 1949669"/>
              <a:gd name="connsiteX7" fmla="*/ 0 w 2141525"/>
              <a:gd name="connsiteY7" fmla="*/ 99160 h 1949669"/>
              <a:gd name="connsiteX8" fmla="*/ 99160 w 2141525"/>
              <a:gd name="connsiteY8" fmla="*/ 0 h 1949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1525" h="1949669">
                <a:moveTo>
                  <a:pt x="99160" y="0"/>
                </a:moveTo>
                <a:lnTo>
                  <a:pt x="2042365" y="0"/>
                </a:lnTo>
                <a:cubicBezTo>
                  <a:pt x="2097130" y="0"/>
                  <a:pt x="2141525" y="44395"/>
                  <a:pt x="2141525" y="99160"/>
                </a:cubicBezTo>
                <a:lnTo>
                  <a:pt x="2141525" y="1850509"/>
                </a:lnTo>
                <a:cubicBezTo>
                  <a:pt x="2141525" y="1905274"/>
                  <a:pt x="2097130" y="1949669"/>
                  <a:pt x="2042365" y="1949669"/>
                </a:cubicBezTo>
                <a:lnTo>
                  <a:pt x="99160" y="1949669"/>
                </a:lnTo>
                <a:cubicBezTo>
                  <a:pt x="44395" y="1949669"/>
                  <a:pt x="0" y="1905274"/>
                  <a:pt x="0" y="1850509"/>
                </a:cubicBezTo>
                <a:lnTo>
                  <a:pt x="0" y="99160"/>
                </a:lnTo>
                <a:cubicBezTo>
                  <a:pt x="0" y="44395"/>
                  <a:pt x="44395" y="0"/>
                  <a:pt x="9916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12E9791-A151-4105-B316-F6B6F5427FB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97595" y="3549160"/>
            <a:ext cx="2141525" cy="1949669"/>
          </a:xfrm>
          <a:custGeom>
            <a:avLst/>
            <a:gdLst>
              <a:gd name="connsiteX0" fmla="*/ 99160 w 2141525"/>
              <a:gd name="connsiteY0" fmla="*/ 0 h 1949669"/>
              <a:gd name="connsiteX1" fmla="*/ 2042365 w 2141525"/>
              <a:gd name="connsiteY1" fmla="*/ 0 h 1949669"/>
              <a:gd name="connsiteX2" fmla="*/ 2141525 w 2141525"/>
              <a:gd name="connsiteY2" fmla="*/ 99160 h 1949669"/>
              <a:gd name="connsiteX3" fmla="*/ 2141525 w 2141525"/>
              <a:gd name="connsiteY3" fmla="*/ 1850509 h 1949669"/>
              <a:gd name="connsiteX4" fmla="*/ 2042365 w 2141525"/>
              <a:gd name="connsiteY4" fmla="*/ 1949669 h 1949669"/>
              <a:gd name="connsiteX5" fmla="*/ 99160 w 2141525"/>
              <a:gd name="connsiteY5" fmla="*/ 1949669 h 1949669"/>
              <a:gd name="connsiteX6" fmla="*/ 0 w 2141525"/>
              <a:gd name="connsiteY6" fmla="*/ 1850509 h 1949669"/>
              <a:gd name="connsiteX7" fmla="*/ 0 w 2141525"/>
              <a:gd name="connsiteY7" fmla="*/ 99160 h 1949669"/>
              <a:gd name="connsiteX8" fmla="*/ 99160 w 2141525"/>
              <a:gd name="connsiteY8" fmla="*/ 0 h 1949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1525" h="1949669">
                <a:moveTo>
                  <a:pt x="99160" y="0"/>
                </a:moveTo>
                <a:lnTo>
                  <a:pt x="2042365" y="0"/>
                </a:lnTo>
                <a:cubicBezTo>
                  <a:pt x="2097130" y="0"/>
                  <a:pt x="2141525" y="44395"/>
                  <a:pt x="2141525" y="99160"/>
                </a:cubicBezTo>
                <a:lnTo>
                  <a:pt x="2141525" y="1850509"/>
                </a:lnTo>
                <a:cubicBezTo>
                  <a:pt x="2141525" y="1905274"/>
                  <a:pt x="2097130" y="1949669"/>
                  <a:pt x="2042365" y="1949669"/>
                </a:cubicBezTo>
                <a:lnTo>
                  <a:pt x="99160" y="1949669"/>
                </a:lnTo>
                <a:cubicBezTo>
                  <a:pt x="44395" y="1949669"/>
                  <a:pt x="0" y="1905274"/>
                  <a:pt x="0" y="1850509"/>
                </a:cubicBezTo>
                <a:lnTo>
                  <a:pt x="0" y="99160"/>
                </a:lnTo>
                <a:cubicBezTo>
                  <a:pt x="0" y="44395"/>
                  <a:pt x="44395" y="0"/>
                  <a:pt x="9916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81DADD-DE31-E0AA-7219-FC46AC01F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35474"/>
            <a:ext cx="5067300" cy="954088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" name="Espaço Reservado para Texto 6">
            <a:extLst>
              <a:ext uri="{FF2B5EF4-FFF2-40B4-BE49-F238E27FC236}">
                <a16:creationId xmlns:a16="http://schemas.microsoft.com/office/drawing/2014/main" id="{5C970B1A-9F79-81A1-7D49-904F563812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3192" y="472707"/>
            <a:ext cx="5067325" cy="354597"/>
          </a:xfrm>
        </p:spPr>
        <p:txBody>
          <a:bodyPr lIns="108000" anchor="b">
            <a:normAutofit/>
          </a:bodyPr>
          <a:lstStyle>
            <a:lvl1pPr algn="l">
              <a:lnSpc>
                <a:spcPct val="100000"/>
              </a:lnSpc>
              <a:defRPr sz="1100" b="0" cap="all" spc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 err="1"/>
              <a:t>TítulO</a:t>
            </a:r>
            <a:endParaRPr lang="pt-BR"/>
          </a:p>
        </p:txBody>
      </p:sp>
      <p:sp>
        <p:nvSpPr>
          <p:cNvPr id="9" name="Espaço Reservado para Texto 3">
            <a:extLst>
              <a:ext uri="{FF2B5EF4-FFF2-40B4-BE49-F238E27FC236}">
                <a16:creationId xmlns:a16="http://schemas.microsoft.com/office/drawing/2014/main" id="{5BACA783-7642-705D-AAC4-8EAA365C6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1287" y="1938729"/>
            <a:ext cx="5067300" cy="951402"/>
          </a:xfrm>
        </p:spPr>
        <p:txBody>
          <a:bodyPr>
            <a:normAutofit/>
          </a:bodyPr>
          <a:lstStyle>
            <a:lvl1pPr marL="0" marR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14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Espaço Reservado para Texto 23">
            <a:extLst>
              <a:ext uri="{FF2B5EF4-FFF2-40B4-BE49-F238E27FC236}">
                <a16:creationId xmlns:a16="http://schemas.microsoft.com/office/drawing/2014/main" id="{0BF4A505-4103-C810-E443-C46F7F8FEA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48296" y="5678885"/>
            <a:ext cx="2141525" cy="355592"/>
          </a:xfrm>
        </p:spPr>
        <p:txBody>
          <a:bodyPr>
            <a:normAutofit/>
          </a:bodyPr>
          <a:lstStyle>
            <a:lvl1pPr algn="ctr">
              <a:defRPr sz="13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12" name="Espaço Reservado para Texto 23">
            <a:extLst>
              <a:ext uri="{FF2B5EF4-FFF2-40B4-BE49-F238E27FC236}">
                <a16:creationId xmlns:a16="http://schemas.microsoft.com/office/drawing/2014/main" id="{501C1EC4-76DF-EE8A-A186-01E84A38ECB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3139" y="5678885"/>
            <a:ext cx="2141525" cy="355592"/>
          </a:xfrm>
        </p:spPr>
        <p:txBody>
          <a:bodyPr>
            <a:normAutofit/>
          </a:bodyPr>
          <a:lstStyle>
            <a:lvl1pPr algn="ctr">
              <a:defRPr sz="13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13" name="Espaço Reservado para Texto 23">
            <a:extLst>
              <a:ext uri="{FF2B5EF4-FFF2-40B4-BE49-F238E27FC236}">
                <a16:creationId xmlns:a16="http://schemas.microsoft.com/office/drawing/2014/main" id="{74C0201A-16E0-9D31-29DD-1FC29394A28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56031" y="5678885"/>
            <a:ext cx="2141525" cy="355592"/>
          </a:xfrm>
        </p:spPr>
        <p:txBody>
          <a:bodyPr>
            <a:normAutofit/>
          </a:bodyPr>
          <a:lstStyle>
            <a:lvl1pPr algn="ctr">
              <a:defRPr sz="13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15" name="Espaço Reservado para Texto 23">
            <a:extLst>
              <a:ext uri="{FF2B5EF4-FFF2-40B4-BE49-F238E27FC236}">
                <a16:creationId xmlns:a16="http://schemas.microsoft.com/office/drawing/2014/main" id="{E4AA0040-3F2D-DCB7-8D86-BCF423C965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97595" y="5678885"/>
            <a:ext cx="2141525" cy="355592"/>
          </a:xfrm>
        </p:spPr>
        <p:txBody>
          <a:bodyPr>
            <a:normAutofit/>
          </a:bodyPr>
          <a:lstStyle>
            <a:lvl1pPr algn="ctr">
              <a:defRPr sz="13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F53127A7-8247-923C-92E6-13605C7D83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40900" y="-3102914"/>
            <a:ext cx="4716432" cy="5541795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0FBEDCF9-3BE3-5684-A95F-DD89C6EE42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0864" y="6346864"/>
            <a:ext cx="1022272" cy="102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12045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a destaque com íc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áfico 20">
            <a:extLst>
              <a:ext uri="{FF2B5EF4-FFF2-40B4-BE49-F238E27FC236}">
                <a16:creationId xmlns:a16="http://schemas.microsoft.com/office/drawing/2014/main" id="{8FC6E60B-071E-D350-BC6F-C0CD9604C7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60999" y="2586446"/>
            <a:ext cx="2101026" cy="2101026"/>
          </a:xfrm>
          <a:prstGeom prst="rect">
            <a:avLst/>
          </a:prstGeom>
        </p:spPr>
      </p:pic>
      <p:sp>
        <p:nvSpPr>
          <p:cNvPr id="22" name="Freeform: Shape 24">
            <a:extLst>
              <a:ext uri="{FF2B5EF4-FFF2-40B4-BE49-F238E27FC236}">
                <a16:creationId xmlns:a16="http://schemas.microsoft.com/office/drawing/2014/main" id="{55589210-86D7-6986-4F2E-47E6E193B276}"/>
              </a:ext>
            </a:extLst>
          </p:cNvPr>
          <p:cNvSpPr/>
          <p:nvPr userDrawn="1"/>
        </p:nvSpPr>
        <p:spPr>
          <a:xfrm>
            <a:off x="1" y="5491163"/>
            <a:ext cx="1460543" cy="1360974"/>
          </a:xfrm>
          <a:custGeom>
            <a:avLst/>
            <a:gdLst>
              <a:gd name="connsiteX0" fmla="*/ 618317 w 1778972"/>
              <a:gd name="connsiteY0" fmla="*/ 0 h 1657695"/>
              <a:gd name="connsiteX1" fmla="*/ 1778972 w 1778972"/>
              <a:gd name="connsiteY1" fmla="*/ 1160655 h 1657695"/>
              <a:gd name="connsiteX2" fmla="*/ 1687762 w 1778972"/>
              <a:gd name="connsiteY2" fmla="*/ 1612435 h 1657695"/>
              <a:gd name="connsiteX3" fmla="*/ 1663196 w 1778972"/>
              <a:gd name="connsiteY3" fmla="*/ 1657695 h 1657695"/>
              <a:gd name="connsiteX4" fmla="*/ 0 w 1778972"/>
              <a:gd name="connsiteY4" fmla="*/ 1657695 h 1657695"/>
              <a:gd name="connsiteX5" fmla="*/ 0 w 1778972"/>
              <a:gd name="connsiteY5" fmla="*/ 179622 h 1657695"/>
              <a:gd name="connsiteX6" fmla="*/ 65080 w 1778972"/>
              <a:gd name="connsiteY6" fmla="*/ 140085 h 1657695"/>
              <a:gd name="connsiteX7" fmla="*/ 618317 w 1778972"/>
              <a:gd name="connsiteY7" fmla="*/ 0 h 165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78972" h="1657695">
                <a:moveTo>
                  <a:pt x="618317" y="0"/>
                </a:moveTo>
                <a:cubicBezTo>
                  <a:pt x="1259329" y="0"/>
                  <a:pt x="1778972" y="519643"/>
                  <a:pt x="1778972" y="1160655"/>
                </a:cubicBezTo>
                <a:cubicBezTo>
                  <a:pt x="1778972" y="1320908"/>
                  <a:pt x="1746495" y="1473576"/>
                  <a:pt x="1687762" y="1612435"/>
                </a:cubicBezTo>
                <a:lnTo>
                  <a:pt x="1663196" y="1657695"/>
                </a:lnTo>
                <a:lnTo>
                  <a:pt x="0" y="1657695"/>
                </a:lnTo>
                <a:lnTo>
                  <a:pt x="0" y="179622"/>
                </a:lnTo>
                <a:lnTo>
                  <a:pt x="65080" y="140085"/>
                </a:lnTo>
                <a:cubicBezTo>
                  <a:pt x="229537" y="50747"/>
                  <a:pt x="418001" y="0"/>
                  <a:pt x="618317" y="0"/>
                </a:cubicBezTo>
                <a:close/>
              </a:path>
            </a:pathLst>
          </a:cu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FE12D4-690A-0F87-A603-8BADEE0A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978" y="848481"/>
            <a:ext cx="5044671" cy="920750"/>
          </a:xfrm>
        </p:spPr>
        <p:txBody>
          <a:bodyPr anchor="t">
            <a:noAutofit/>
          </a:bodyPr>
          <a:lstStyle>
            <a:lvl1pPr algn="ctr"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D91843-CA13-7080-4F10-850D261F1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79700" y="1946070"/>
            <a:ext cx="6832600" cy="951402"/>
          </a:xfrm>
        </p:spPr>
        <p:txBody>
          <a:bodyPr>
            <a:normAutofit/>
          </a:bodyPr>
          <a:lstStyle>
            <a:lvl1pPr marL="0" marR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11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Texto 6">
            <a:extLst>
              <a:ext uri="{FF2B5EF4-FFF2-40B4-BE49-F238E27FC236}">
                <a16:creationId xmlns:a16="http://schemas.microsoft.com/office/drawing/2014/main" id="{F65EBF6C-485C-17DD-8EC2-C13A19FCC4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67000" y="480048"/>
            <a:ext cx="5067325" cy="354597"/>
          </a:xfrm>
        </p:spPr>
        <p:txBody>
          <a:bodyPr lIns="108000" anchor="b">
            <a:normAutofit/>
          </a:bodyPr>
          <a:lstStyle>
            <a:lvl1pPr algn="ctr">
              <a:lnSpc>
                <a:spcPct val="100000"/>
              </a:lnSpc>
              <a:defRPr sz="1100" b="0" cap="all" spc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 err="1"/>
              <a:t>TítulO</a:t>
            </a:r>
            <a:endParaRPr lang="pt-BR"/>
          </a:p>
        </p:txBody>
      </p:sp>
      <p:sp>
        <p:nvSpPr>
          <p:cNvPr id="7" name="Freeform: Shape 26">
            <a:extLst>
              <a:ext uri="{FF2B5EF4-FFF2-40B4-BE49-F238E27FC236}">
                <a16:creationId xmlns:a16="http://schemas.microsoft.com/office/drawing/2014/main" id="{5E95BECC-9D3F-5219-68DD-89416A67263D}"/>
              </a:ext>
            </a:extLst>
          </p:cNvPr>
          <p:cNvSpPr/>
          <p:nvPr userDrawn="1"/>
        </p:nvSpPr>
        <p:spPr>
          <a:xfrm>
            <a:off x="3360987" y="3762124"/>
            <a:ext cx="4638820" cy="3090011"/>
          </a:xfrm>
          <a:custGeom>
            <a:avLst/>
            <a:gdLst>
              <a:gd name="connsiteX0" fmla="*/ 2319410 w 4638820"/>
              <a:gd name="connsiteY0" fmla="*/ 0 h 3090010"/>
              <a:gd name="connsiteX1" fmla="*/ 4638820 w 4638820"/>
              <a:gd name="connsiteY1" fmla="*/ 2319408 h 3090010"/>
              <a:gd name="connsiteX2" fmla="*/ 4534544 w 4638820"/>
              <a:gd name="connsiteY2" fmla="*/ 3009129 h 3090010"/>
              <a:gd name="connsiteX3" fmla="*/ 4504942 w 4638820"/>
              <a:gd name="connsiteY3" fmla="*/ 3090010 h 3090010"/>
              <a:gd name="connsiteX4" fmla="*/ 133879 w 4638820"/>
              <a:gd name="connsiteY4" fmla="*/ 3090010 h 3090010"/>
              <a:gd name="connsiteX5" fmla="*/ 104276 w 4638820"/>
              <a:gd name="connsiteY5" fmla="*/ 3009129 h 3090010"/>
              <a:gd name="connsiteX6" fmla="*/ 0 w 4638820"/>
              <a:gd name="connsiteY6" fmla="*/ 2319408 h 3090010"/>
              <a:gd name="connsiteX7" fmla="*/ 2319410 w 4638820"/>
              <a:gd name="connsiteY7" fmla="*/ 0 h 309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38820" h="3090010">
                <a:moveTo>
                  <a:pt x="2319410" y="0"/>
                </a:moveTo>
                <a:cubicBezTo>
                  <a:pt x="3600385" y="0"/>
                  <a:pt x="4638820" y="1038434"/>
                  <a:pt x="4638820" y="2319408"/>
                </a:cubicBezTo>
                <a:cubicBezTo>
                  <a:pt x="4638820" y="2559591"/>
                  <a:pt x="4602313" y="2791247"/>
                  <a:pt x="4534544" y="3009129"/>
                </a:cubicBezTo>
                <a:lnTo>
                  <a:pt x="4504942" y="3090010"/>
                </a:lnTo>
                <a:lnTo>
                  <a:pt x="133879" y="3090010"/>
                </a:lnTo>
                <a:lnTo>
                  <a:pt x="104276" y="3009129"/>
                </a:lnTo>
                <a:cubicBezTo>
                  <a:pt x="36508" y="2791247"/>
                  <a:pt x="0" y="2559591"/>
                  <a:pt x="0" y="2319408"/>
                </a:cubicBezTo>
                <a:cubicBezTo>
                  <a:pt x="0" y="1038434"/>
                  <a:pt x="1038435" y="0"/>
                  <a:pt x="231941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9" name="Oval 1">
            <a:extLst>
              <a:ext uri="{FF2B5EF4-FFF2-40B4-BE49-F238E27FC236}">
                <a16:creationId xmlns:a16="http://schemas.microsoft.com/office/drawing/2014/main" id="{0B03E640-E3BB-FB17-5537-862E75ABF681}"/>
              </a:ext>
            </a:extLst>
          </p:cNvPr>
          <p:cNvSpPr/>
          <p:nvPr userDrawn="1"/>
        </p:nvSpPr>
        <p:spPr>
          <a:xfrm>
            <a:off x="1409433" y="3372318"/>
            <a:ext cx="2844331" cy="284433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dist="38100" dir="8100000" algn="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B9DBEBF6-24A2-17AF-03D7-D3A1A2315E42}"/>
              </a:ext>
            </a:extLst>
          </p:cNvPr>
          <p:cNvSpPr/>
          <p:nvPr userDrawn="1"/>
        </p:nvSpPr>
        <p:spPr>
          <a:xfrm>
            <a:off x="4673835" y="3372318"/>
            <a:ext cx="2844331" cy="284433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dist="38100" dir="8100000" algn="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7AFB69F1-EC89-0D88-F743-AB0CCD4E607B}"/>
              </a:ext>
            </a:extLst>
          </p:cNvPr>
          <p:cNvSpPr/>
          <p:nvPr userDrawn="1"/>
        </p:nvSpPr>
        <p:spPr>
          <a:xfrm>
            <a:off x="7998729" y="3372318"/>
            <a:ext cx="2844331" cy="284433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dist="38100" dir="8100000" algn="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8" name="Espaço Reservado para Imagem 27">
            <a:extLst>
              <a:ext uri="{FF2B5EF4-FFF2-40B4-BE49-F238E27FC236}">
                <a16:creationId xmlns:a16="http://schemas.microsoft.com/office/drawing/2014/main" id="{6DE3F598-43D3-1E44-57FB-17EFD4D9254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512131" y="3631564"/>
            <a:ext cx="638934" cy="638934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pt-BR"/>
              <a:t>Ícone</a:t>
            </a:r>
          </a:p>
        </p:txBody>
      </p:sp>
      <p:sp>
        <p:nvSpPr>
          <p:cNvPr id="19" name="Espaço Reservado para Imagem 27">
            <a:extLst>
              <a:ext uri="{FF2B5EF4-FFF2-40B4-BE49-F238E27FC236}">
                <a16:creationId xmlns:a16="http://schemas.microsoft.com/office/drawing/2014/main" id="{E0926438-798E-F72E-EFC9-39EF87CE363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96186" y="3631564"/>
            <a:ext cx="638934" cy="638934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pt-BR"/>
              <a:t>Ícone</a:t>
            </a:r>
          </a:p>
        </p:txBody>
      </p:sp>
      <p:sp>
        <p:nvSpPr>
          <p:cNvPr id="20" name="Espaço Reservado para Imagem 27">
            <a:extLst>
              <a:ext uri="{FF2B5EF4-FFF2-40B4-BE49-F238E27FC236}">
                <a16:creationId xmlns:a16="http://schemas.microsoft.com/office/drawing/2014/main" id="{E07D2C1F-D30D-2277-57A7-14955984FC8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101966" y="3631564"/>
            <a:ext cx="638934" cy="638934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pt-BR"/>
              <a:t>Ícone</a:t>
            </a:r>
          </a:p>
        </p:txBody>
      </p:sp>
      <p:sp>
        <p:nvSpPr>
          <p:cNvPr id="25" name="Espaço Reservado para Texto 23">
            <a:extLst>
              <a:ext uri="{FF2B5EF4-FFF2-40B4-BE49-F238E27FC236}">
                <a16:creationId xmlns:a16="http://schemas.microsoft.com/office/drawing/2014/main" id="{10FAB265-50D2-444E-770C-DF530276BE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16450" y="4339221"/>
            <a:ext cx="2419408" cy="355592"/>
          </a:xfrm>
        </p:spPr>
        <p:txBody>
          <a:bodyPr>
            <a:normAutofit/>
          </a:bodyPr>
          <a:lstStyle>
            <a:lvl1pPr algn="ctr">
              <a:defRPr sz="14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27" name="Espaço Reservado para Texto 23">
            <a:extLst>
              <a:ext uri="{FF2B5EF4-FFF2-40B4-BE49-F238E27FC236}">
                <a16:creationId xmlns:a16="http://schemas.microsoft.com/office/drawing/2014/main" id="{A60E8CAA-48D5-61E9-C74D-2CCEB3E3A7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86296" y="4339221"/>
            <a:ext cx="2419408" cy="355592"/>
          </a:xfrm>
        </p:spPr>
        <p:txBody>
          <a:bodyPr>
            <a:normAutofit/>
          </a:bodyPr>
          <a:lstStyle>
            <a:lvl1pPr algn="ctr">
              <a:defRPr sz="14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29" name="Espaço Reservado para Texto 23">
            <a:extLst>
              <a:ext uri="{FF2B5EF4-FFF2-40B4-BE49-F238E27FC236}">
                <a16:creationId xmlns:a16="http://schemas.microsoft.com/office/drawing/2014/main" id="{73876383-9A46-664A-7697-809108EB46B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11409" y="4339221"/>
            <a:ext cx="2419408" cy="355592"/>
          </a:xfrm>
        </p:spPr>
        <p:txBody>
          <a:bodyPr>
            <a:normAutofit/>
          </a:bodyPr>
          <a:lstStyle>
            <a:lvl1pPr algn="ctr">
              <a:defRPr sz="14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37" name="Espaço Reservado para Texto 36">
            <a:extLst>
              <a:ext uri="{FF2B5EF4-FFF2-40B4-BE49-F238E27FC236}">
                <a16:creationId xmlns:a16="http://schemas.microsoft.com/office/drawing/2014/main" id="{F5EC3AD8-AE40-5DF3-5734-FF5CE486586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610496" y="4704373"/>
            <a:ext cx="2444373" cy="920750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1100" b="0">
                <a:solidFill>
                  <a:schemeClr val="tx2"/>
                </a:solidFill>
              </a:defRPr>
            </a:lvl1pPr>
            <a:lvl2pPr algn="ctr">
              <a:defRPr sz="1100">
                <a:solidFill>
                  <a:schemeClr val="tx2"/>
                </a:solidFill>
              </a:defRPr>
            </a:lvl2pPr>
            <a:lvl3pPr algn="ctr">
              <a:defRPr sz="1100">
                <a:solidFill>
                  <a:schemeClr val="tx2"/>
                </a:solidFill>
              </a:defRPr>
            </a:lvl3pPr>
            <a:lvl4pPr algn="ctr">
              <a:defRPr sz="1100">
                <a:solidFill>
                  <a:schemeClr val="tx2"/>
                </a:solidFill>
              </a:defRPr>
            </a:lvl4pPr>
            <a:lvl5pPr algn="ctr"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8" name="Espaço Reservado para Texto 36">
            <a:extLst>
              <a:ext uri="{FF2B5EF4-FFF2-40B4-BE49-F238E27FC236}">
                <a16:creationId xmlns:a16="http://schemas.microsoft.com/office/drawing/2014/main" id="{D2DAA205-1F5B-0E76-2E89-35678D12406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878915" y="4704373"/>
            <a:ext cx="2444373" cy="920750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1100" b="0">
                <a:solidFill>
                  <a:schemeClr val="tx2"/>
                </a:solidFill>
              </a:defRPr>
            </a:lvl1pPr>
            <a:lvl2pPr algn="ctr">
              <a:defRPr sz="1100">
                <a:solidFill>
                  <a:schemeClr val="tx2"/>
                </a:solidFill>
              </a:defRPr>
            </a:lvl2pPr>
            <a:lvl3pPr algn="ctr">
              <a:defRPr sz="1100">
                <a:solidFill>
                  <a:schemeClr val="tx2"/>
                </a:solidFill>
              </a:defRPr>
            </a:lvl3pPr>
            <a:lvl4pPr algn="ctr">
              <a:defRPr sz="1100">
                <a:solidFill>
                  <a:schemeClr val="tx2"/>
                </a:solidFill>
              </a:defRPr>
            </a:lvl4pPr>
            <a:lvl5pPr algn="ctr"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9" name="Espaço Reservado para Texto 36">
            <a:extLst>
              <a:ext uri="{FF2B5EF4-FFF2-40B4-BE49-F238E27FC236}">
                <a16:creationId xmlns:a16="http://schemas.microsoft.com/office/drawing/2014/main" id="{EC8C1CAA-95F3-AE44-1F31-7D912F1B861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199247" y="4704373"/>
            <a:ext cx="2444373" cy="920750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1100" b="0">
                <a:solidFill>
                  <a:schemeClr val="tx2"/>
                </a:solidFill>
              </a:defRPr>
            </a:lvl1pPr>
            <a:lvl2pPr algn="ctr">
              <a:defRPr sz="1100">
                <a:solidFill>
                  <a:schemeClr val="tx2"/>
                </a:solidFill>
              </a:defRPr>
            </a:lvl2pPr>
            <a:lvl3pPr algn="ctr">
              <a:defRPr sz="1100">
                <a:solidFill>
                  <a:schemeClr val="tx2"/>
                </a:solidFill>
              </a:defRPr>
            </a:lvl3pPr>
            <a:lvl4pPr algn="ctr">
              <a:defRPr sz="1100">
                <a:solidFill>
                  <a:schemeClr val="tx2"/>
                </a:solidFill>
              </a:defRPr>
            </a:lvl4pPr>
            <a:lvl5pPr algn="ctr"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37753473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a destaque com ícones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áfico 20">
            <a:extLst>
              <a:ext uri="{FF2B5EF4-FFF2-40B4-BE49-F238E27FC236}">
                <a16:creationId xmlns:a16="http://schemas.microsoft.com/office/drawing/2014/main" id="{8FC6E60B-071E-D350-BC6F-C0CD9604C7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60999" y="2586446"/>
            <a:ext cx="2101026" cy="2101026"/>
          </a:xfrm>
          <a:prstGeom prst="rect">
            <a:avLst/>
          </a:prstGeom>
        </p:spPr>
      </p:pic>
      <p:sp>
        <p:nvSpPr>
          <p:cNvPr id="22" name="Freeform: Shape 24">
            <a:extLst>
              <a:ext uri="{FF2B5EF4-FFF2-40B4-BE49-F238E27FC236}">
                <a16:creationId xmlns:a16="http://schemas.microsoft.com/office/drawing/2014/main" id="{55589210-86D7-6986-4F2E-47E6E193B276}"/>
              </a:ext>
            </a:extLst>
          </p:cNvPr>
          <p:cNvSpPr/>
          <p:nvPr userDrawn="1"/>
        </p:nvSpPr>
        <p:spPr>
          <a:xfrm>
            <a:off x="1" y="5491163"/>
            <a:ext cx="1460543" cy="1360974"/>
          </a:xfrm>
          <a:custGeom>
            <a:avLst/>
            <a:gdLst>
              <a:gd name="connsiteX0" fmla="*/ 618317 w 1778972"/>
              <a:gd name="connsiteY0" fmla="*/ 0 h 1657695"/>
              <a:gd name="connsiteX1" fmla="*/ 1778972 w 1778972"/>
              <a:gd name="connsiteY1" fmla="*/ 1160655 h 1657695"/>
              <a:gd name="connsiteX2" fmla="*/ 1687762 w 1778972"/>
              <a:gd name="connsiteY2" fmla="*/ 1612435 h 1657695"/>
              <a:gd name="connsiteX3" fmla="*/ 1663196 w 1778972"/>
              <a:gd name="connsiteY3" fmla="*/ 1657695 h 1657695"/>
              <a:gd name="connsiteX4" fmla="*/ 0 w 1778972"/>
              <a:gd name="connsiteY4" fmla="*/ 1657695 h 1657695"/>
              <a:gd name="connsiteX5" fmla="*/ 0 w 1778972"/>
              <a:gd name="connsiteY5" fmla="*/ 179622 h 1657695"/>
              <a:gd name="connsiteX6" fmla="*/ 65080 w 1778972"/>
              <a:gd name="connsiteY6" fmla="*/ 140085 h 1657695"/>
              <a:gd name="connsiteX7" fmla="*/ 618317 w 1778972"/>
              <a:gd name="connsiteY7" fmla="*/ 0 h 165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78972" h="1657695">
                <a:moveTo>
                  <a:pt x="618317" y="0"/>
                </a:moveTo>
                <a:cubicBezTo>
                  <a:pt x="1259329" y="0"/>
                  <a:pt x="1778972" y="519643"/>
                  <a:pt x="1778972" y="1160655"/>
                </a:cubicBezTo>
                <a:cubicBezTo>
                  <a:pt x="1778972" y="1320908"/>
                  <a:pt x="1746495" y="1473576"/>
                  <a:pt x="1687762" y="1612435"/>
                </a:cubicBezTo>
                <a:lnTo>
                  <a:pt x="1663196" y="1657695"/>
                </a:lnTo>
                <a:lnTo>
                  <a:pt x="0" y="1657695"/>
                </a:lnTo>
                <a:lnTo>
                  <a:pt x="0" y="179622"/>
                </a:lnTo>
                <a:lnTo>
                  <a:pt x="65080" y="140085"/>
                </a:lnTo>
                <a:cubicBezTo>
                  <a:pt x="229537" y="50747"/>
                  <a:pt x="418001" y="0"/>
                  <a:pt x="618317" y="0"/>
                </a:cubicBezTo>
                <a:close/>
              </a:path>
            </a:pathLst>
          </a:cu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FE12D4-690A-0F87-A603-8BADEE0A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978" y="848481"/>
            <a:ext cx="5044671" cy="920750"/>
          </a:xfrm>
        </p:spPr>
        <p:txBody>
          <a:bodyPr anchor="t">
            <a:noAutofit/>
          </a:bodyPr>
          <a:lstStyle>
            <a:lvl1pPr algn="ctr"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D91843-CA13-7080-4F10-850D261F1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79700" y="1946070"/>
            <a:ext cx="6832600" cy="951402"/>
          </a:xfrm>
        </p:spPr>
        <p:txBody>
          <a:bodyPr>
            <a:normAutofit/>
          </a:bodyPr>
          <a:lstStyle>
            <a:lvl1pPr marL="0" marR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11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Texto 6">
            <a:extLst>
              <a:ext uri="{FF2B5EF4-FFF2-40B4-BE49-F238E27FC236}">
                <a16:creationId xmlns:a16="http://schemas.microsoft.com/office/drawing/2014/main" id="{F65EBF6C-485C-17DD-8EC2-C13A19FCC4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67000" y="480048"/>
            <a:ext cx="5067325" cy="354597"/>
          </a:xfrm>
        </p:spPr>
        <p:txBody>
          <a:bodyPr lIns="108000" anchor="b">
            <a:normAutofit/>
          </a:bodyPr>
          <a:lstStyle>
            <a:lvl1pPr algn="ctr">
              <a:lnSpc>
                <a:spcPct val="100000"/>
              </a:lnSpc>
              <a:defRPr sz="1100" b="0" cap="all" spc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 err="1"/>
              <a:t>TítulO</a:t>
            </a:r>
            <a:endParaRPr lang="pt-BR"/>
          </a:p>
        </p:txBody>
      </p:sp>
      <p:sp>
        <p:nvSpPr>
          <p:cNvPr id="7" name="Freeform: Shape 26">
            <a:extLst>
              <a:ext uri="{FF2B5EF4-FFF2-40B4-BE49-F238E27FC236}">
                <a16:creationId xmlns:a16="http://schemas.microsoft.com/office/drawing/2014/main" id="{5E95BECC-9D3F-5219-68DD-89416A67263D}"/>
              </a:ext>
            </a:extLst>
          </p:cNvPr>
          <p:cNvSpPr/>
          <p:nvPr userDrawn="1"/>
        </p:nvSpPr>
        <p:spPr>
          <a:xfrm>
            <a:off x="3360987" y="3762124"/>
            <a:ext cx="4638820" cy="3090011"/>
          </a:xfrm>
          <a:custGeom>
            <a:avLst/>
            <a:gdLst>
              <a:gd name="connsiteX0" fmla="*/ 2319410 w 4638820"/>
              <a:gd name="connsiteY0" fmla="*/ 0 h 3090010"/>
              <a:gd name="connsiteX1" fmla="*/ 4638820 w 4638820"/>
              <a:gd name="connsiteY1" fmla="*/ 2319408 h 3090010"/>
              <a:gd name="connsiteX2" fmla="*/ 4534544 w 4638820"/>
              <a:gd name="connsiteY2" fmla="*/ 3009129 h 3090010"/>
              <a:gd name="connsiteX3" fmla="*/ 4504942 w 4638820"/>
              <a:gd name="connsiteY3" fmla="*/ 3090010 h 3090010"/>
              <a:gd name="connsiteX4" fmla="*/ 133879 w 4638820"/>
              <a:gd name="connsiteY4" fmla="*/ 3090010 h 3090010"/>
              <a:gd name="connsiteX5" fmla="*/ 104276 w 4638820"/>
              <a:gd name="connsiteY5" fmla="*/ 3009129 h 3090010"/>
              <a:gd name="connsiteX6" fmla="*/ 0 w 4638820"/>
              <a:gd name="connsiteY6" fmla="*/ 2319408 h 3090010"/>
              <a:gd name="connsiteX7" fmla="*/ 2319410 w 4638820"/>
              <a:gd name="connsiteY7" fmla="*/ 0 h 309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38820" h="3090010">
                <a:moveTo>
                  <a:pt x="2319410" y="0"/>
                </a:moveTo>
                <a:cubicBezTo>
                  <a:pt x="3600385" y="0"/>
                  <a:pt x="4638820" y="1038434"/>
                  <a:pt x="4638820" y="2319408"/>
                </a:cubicBezTo>
                <a:cubicBezTo>
                  <a:pt x="4638820" y="2559591"/>
                  <a:pt x="4602313" y="2791247"/>
                  <a:pt x="4534544" y="3009129"/>
                </a:cubicBezTo>
                <a:lnTo>
                  <a:pt x="4504942" y="3090010"/>
                </a:lnTo>
                <a:lnTo>
                  <a:pt x="133879" y="3090010"/>
                </a:lnTo>
                <a:lnTo>
                  <a:pt x="104276" y="3009129"/>
                </a:lnTo>
                <a:cubicBezTo>
                  <a:pt x="36508" y="2791247"/>
                  <a:pt x="0" y="2559591"/>
                  <a:pt x="0" y="2319408"/>
                </a:cubicBezTo>
                <a:cubicBezTo>
                  <a:pt x="0" y="1038434"/>
                  <a:pt x="1038435" y="0"/>
                  <a:pt x="231941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9" name="Oval 1">
            <a:extLst>
              <a:ext uri="{FF2B5EF4-FFF2-40B4-BE49-F238E27FC236}">
                <a16:creationId xmlns:a16="http://schemas.microsoft.com/office/drawing/2014/main" id="{0B03E640-E3BB-FB17-5537-862E75ABF681}"/>
              </a:ext>
            </a:extLst>
          </p:cNvPr>
          <p:cNvSpPr/>
          <p:nvPr userDrawn="1"/>
        </p:nvSpPr>
        <p:spPr>
          <a:xfrm>
            <a:off x="1409433" y="3372318"/>
            <a:ext cx="2844331" cy="284433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dist="38100" dir="8100000" algn="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B9DBEBF6-24A2-17AF-03D7-D3A1A2315E42}"/>
              </a:ext>
            </a:extLst>
          </p:cNvPr>
          <p:cNvSpPr/>
          <p:nvPr userDrawn="1"/>
        </p:nvSpPr>
        <p:spPr>
          <a:xfrm>
            <a:off x="4673835" y="3372318"/>
            <a:ext cx="2844331" cy="284433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dist="38100" dir="8100000" algn="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7AFB69F1-EC89-0D88-F743-AB0CCD4E607B}"/>
              </a:ext>
            </a:extLst>
          </p:cNvPr>
          <p:cNvSpPr/>
          <p:nvPr userDrawn="1"/>
        </p:nvSpPr>
        <p:spPr>
          <a:xfrm>
            <a:off x="7998729" y="3372318"/>
            <a:ext cx="2844331" cy="284433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dist="38100" dir="8100000" algn="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8" name="Espaço Reservado para Imagem 27">
            <a:extLst>
              <a:ext uri="{FF2B5EF4-FFF2-40B4-BE49-F238E27FC236}">
                <a16:creationId xmlns:a16="http://schemas.microsoft.com/office/drawing/2014/main" id="{6DE3F598-43D3-1E44-57FB-17EFD4D9254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512131" y="3631564"/>
            <a:ext cx="638934" cy="638934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pt-BR"/>
              <a:t>Ícone</a:t>
            </a:r>
          </a:p>
        </p:txBody>
      </p:sp>
      <p:sp>
        <p:nvSpPr>
          <p:cNvPr id="19" name="Espaço Reservado para Imagem 27">
            <a:extLst>
              <a:ext uri="{FF2B5EF4-FFF2-40B4-BE49-F238E27FC236}">
                <a16:creationId xmlns:a16="http://schemas.microsoft.com/office/drawing/2014/main" id="{E0926438-798E-F72E-EFC9-39EF87CE363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96186" y="3631564"/>
            <a:ext cx="638934" cy="638934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pt-BR"/>
              <a:t>Ícone</a:t>
            </a:r>
          </a:p>
        </p:txBody>
      </p:sp>
      <p:sp>
        <p:nvSpPr>
          <p:cNvPr id="20" name="Espaço Reservado para Imagem 27">
            <a:extLst>
              <a:ext uri="{FF2B5EF4-FFF2-40B4-BE49-F238E27FC236}">
                <a16:creationId xmlns:a16="http://schemas.microsoft.com/office/drawing/2014/main" id="{E07D2C1F-D30D-2277-57A7-14955984FC8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101966" y="3631564"/>
            <a:ext cx="638934" cy="638934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pt-BR"/>
              <a:t>Ícone</a:t>
            </a:r>
          </a:p>
        </p:txBody>
      </p:sp>
      <p:sp>
        <p:nvSpPr>
          <p:cNvPr id="25" name="Espaço Reservado para Texto 23">
            <a:extLst>
              <a:ext uri="{FF2B5EF4-FFF2-40B4-BE49-F238E27FC236}">
                <a16:creationId xmlns:a16="http://schemas.microsoft.com/office/drawing/2014/main" id="{10FAB265-50D2-444E-770C-DF530276BE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16450" y="4339221"/>
            <a:ext cx="2419408" cy="355592"/>
          </a:xfrm>
        </p:spPr>
        <p:txBody>
          <a:bodyPr>
            <a:normAutofit/>
          </a:bodyPr>
          <a:lstStyle>
            <a:lvl1pPr algn="ctr">
              <a:defRPr sz="14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27" name="Espaço Reservado para Texto 23">
            <a:extLst>
              <a:ext uri="{FF2B5EF4-FFF2-40B4-BE49-F238E27FC236}">
                <a16:creationId xmlns:a16="http://schemas.microsoft.com/office/drawing/2014/main" id="{A60E8CAA-48D5-61E9-C74D-2CCEB3E3A7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86296" y="4339221"/>
            <a:ext cx="2419408" cy="355592"/>
          </a:xfrm>
        </p:spPr>
        <p:txBody>
          <a:bodyPr>
            <a:normAutofit/>
          </a:bodyPr>
          <a:lstStyle>
            <a:lvl1pPr algn="ctr">
              <a:defRPr sz="14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29" name="Espaço Reservado para Texto 23">
            <a:extLst>
              <a:ext uri="{FF2B5EF4-FFF2-40B4-BE49-F238E27FC236}">
                <a16:creationId xmlns:a16="http://schemas.microsoft.com/office/drawing/2014/main" id="{73876383-9A46-664A-7697-809108EB46B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11409" y="4339221"/>
            <a:ext cx="2419408" cy="355592"/>
          </a:xfrm>
        </p:spPr>
        <p:txBody>
          <a:bodyPr>
            <a:normAutofit/>
          </a:bodyPr>
          <a:lstStyle>
            <a:lvl1pPr algn="ctr">
              <a:defRPr sz="14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37" name="Espaço Reservado para Texto 36">
            <a:extLst>
              <a:ext uri="{FF2B5EF4-FFF2-40B4-BE49-F238E27FC236}">
                <a16:creationId xmlns:a16="http://schemas.microsoft.com/office/drawing/2014/main" id="{F5EC3AD8-AE40-5DF3-5734-FF5CE486586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610496" y="4704373"/>
            <a:ext cx="2444373" cy="920750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1100" b="0">
                <a:solidFill>
                  <a:schemeClr val="tx2"/>
                </a:solidFill>
              </a:defRPr>
            </a:lvl1pPr>
            <a:lvl2pPr algn="ctr">
              <a:defRPr sz="1100">
                <a:solidFill>
                  <a:schemeClr val="tx2"/>
                </a:solidFill>
              </a:defRPr>
            </a:lvl2pPr>
            <a:lvl3pPr algn="ctr">
              <a:defRPr sz="1100">
                <a:solidFill>
                  <a:schemeClr val="tx2"/>
                </a:solidFill>
              </a:defRPr>
            </a:lvl3pPr>
            <a:lvl4pPr algn="ctr">
              <a:defRPr sz="1100">
                <a:solidFill>
                  <a:schemeClr val="tx2"/>
                </a:solidFill>
              </a:defRPr>
            </a:lvl4pPr>
            <a:lvl5pPr algn="ctr"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8" name="Espaço Reservado para Texto 36">
            <a:extLst>
              <a:ext uri="{FF2B5EF4-FFF2-40B4-BE49-F238E27FC236}">
                <a16:creationId xmlns:a16="http://schemas.microsoft.com/office/drawing/2014/main" id="{D2DAA205-1F5B-0E76-2E89-35678D12406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878915" y="4704373"/>
            <a:ext cx="2444373" cy="920750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1100" b="0">
                <a:solidFill>
                  <a:schemeClr val="tx2"/>
                </a:solidFill>
              </a:defRPr>
            </a:lvl1pPr>
            <a:lvl2pPr algn="ctr">
              <a:defRPr sz="1100">
                <a:solidFill>
                  <a:schemeClr val="tx2"/>
                </a:solidFill>
              </a:defRPr>
            </a:lvl2pPr>
            <a:lvl3pPr algn="ctr">
              <a:defRPr sz="1100">
                <a:solidFill>
                  <a:schemeClr val="tx2"/>
                </a:solidFill>
              </a:defRPr>
            </a:lvl3pPr>
            <a:lvl4pPr algn="ctr">
              <a:defRPr sz="1100">
                <a:solidFill>
                  <a:schemeClr val="tx2"/>
                </a:solidFill>
              </a:defRPr>
            </a:lvl4pPr>
            <a:lvl5pPr algn="ctr"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9" name="Espaço Reservado para Texto 36">
            <a:extLst>
              <a:ext uri="{FF2B5EF4-FFF2-40B4-BE49-F238E27FC236}">
                <a16:creationId xmlns:a16="http://schemas.microsoft.com/office/drawing/2014/main" id="{EC8C1CAA-95F3-AE44-1F31-7D912F1B861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199247" y="4704373"/>
            <a:ext cx="2444373" cy="920750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1100" b="0">
                <a:solidFill>
                  <a:schemeClr val="tx2"/>
                </a:solidFill>
              </a:defRPr>
            </a:lvl1pPr>
            <a:lvl2pPr algn="ctr">
              <a:defRPr sz="1100">
                <a:solidFill>
                  <a:schemeClr val="tx2"/>
                </a:solidFill>
              </a:defRPr>
            </a:lvl2pPr>
            <a:lvl3pPr algn="ctr">
              <a:defRPr sz="1100">
                <a:solidFill>
                  <a:schemeClr val="tx2"/>
                </a:solidFill>
              </a:defRPr>
            </a:lvl3pPr>
            <a:lvl4pPr algn="ctr">
              <a:defRPr sz="1100">
                <a:solidFill>
                  <a:schemeClr val="tx2"/>
                </a:solidFill>
              </a:defRPr>
            </a:lvl4pPr>
            <a:lvl5pPr algn="ctr"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58995005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5536CC76-6171-B09D-FDF3-59407A1352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00" y="-1751088"/>
            <a:ext cx="2647804" cy="311117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5C99EB3E-B5D8-9B44-1758-975265A41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77559" y="3052763"/>
            <a:ext cx="5182891" cy="60899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BDA759A-9915-56A7-B65A-20AE4C2B5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391" y="1668084"/>
            <a:ext cx="3046009" cy="1281113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6">
            <a:extLst>
              <a:ext uri="{FF2B5EF4-FFF2-40B4-BE49-F238E27FC236}">
                <a16:creationId xmlns:a16="http://schemas.microsoft.com/office/drawing/2014/main" id="{5A69258F-54AB-711A-8C68-B0EDF4C7EF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71669" y="1313487"/>
            <a:ext cx="3044731" cy="354597"/>
          </a:xfrm>
        </p:spPr>
        <p:txBody>
          <a:bodyPr lIns="108000" anchor="b">
            <a:normAutofit/>
          </a:bodyPr>
          <a:lstStyle>
            <a:lvl1pPr algn="l"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 err="1"/>
              <a:t>TítulO</a:t>
            </a:r>
            <a:endParaRPr lang="pt-BR"/>
          </a:p>
        </p:txBody>
      </p:sp>
      <p:sp>
        <p:nvSpPr>
          <p:cNvPr id="28" name="Espaço Reservado para Texto 26">
            <a:extLst>
              <a:ext uri="{FF2B5EF4-FFF2-40B4-BE49-F238E27FC236}">
                <a16:creationId xmlns:a16="http://schemas.microsoft.com/office/drawing/2014/main" id="{48FFDDFF-D427-23B0-5392-54A4F7DC0D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73601" y="1566862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35" name="Espaço Reservado para Texto 26">
            <a:extLst>
              <a:ext uri="{FF2B5EF4-FFF2-40B4-BE49-F238E27FC236}">
                <a16:creationId xmlns:a16="http://schemas.microsoft.com/office/drawing/2014/main" id="{434FF1FA-B54B-D941-7236-4AB73CE07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73601" y="2546240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36" name="Espaço Reservado para Texto 26">
            <a:extLst>
              <a:ext uri="{FF2B5EF4-FFF2-40B4-BE49-F238E27FC236}">
                <a16:creationId xmlns:a16="http://schemas.microsoft.com/office/drawing/2014/main" id="{94BBE6CA-1C8D-0C0E-98B1-F0C9675FB2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73601" y="3507581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37" name="Espaço Reservado para Texto 26">
            <a:extLst>
              <a:ext uri="{FF2B5EF4-FFF2-40B4-BE49-F238E27FC236}">
                <a16:creationId xmlns:a16="http://schemas.microsoft.com/office/drawing/2014/main" id="{802FF599-8D20-63CA-9E5C-86076C60E4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73601" y="4461884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1" name="Espaço Reservado para Texto 26">
            <a:extLst>
              <a:ext uri="{FF2B5EF4-FFF2-40B4-BE49-F238E27FC236}">
                <a16:creationId xmlns:a16="http://schemas.microsoft.com/office/drawing/2014/main" id="{57A346B4-11F9-01EB-210A-4A70946F8E0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97850" y="1566862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2" name="Espaço Reservado para Texto 26">
            <a:extLst>
              <a:ext uri="{FF2B5EF4-FFF2-40B4-BE49-F238E27FC236}">
                <a16:creationId xmlns:a16="http://schemas.microsoft.com/office/drawing/2014/main" id="{EC3DE48F-0EBD-2A68-925F-8A0EF020E6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97850" y="2546240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3" name="Espaço Reservado para Texto 26">
            <a:extLst>
              <a:ext uri="{FF2B5EF4-FFF2-40B4-BE49-F238E27FC236}">
                <a16:creationId xmlns:a16="http://schemas.microsoft.com/office/drawing/2014/main" id="{FF173AB6-483B-5C2C-0E35-74B8CFC072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97850" y="3507581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4" name="Espaço Reservado para Texto 26">
            <a:extLst>
              <a:ext uri="{FF2B5EF4-FFF2-40B4-BE49-F238E27FC236}">
                <a16:creationId xmlns:a16="http://schemas.microsoft.com/office/drawing/2014/main" id="{67ADE121-C2B0-51E4-A497-3BB512AA41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4461884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8" name="Espaço Reservado para Texto 45">
            <a:extLst>
              <a:ext uri="{FF2B5EF4-FFF2-40B4-BE49-F238E27FC236}">
                <a16:creationId xmlns:a16="http://schemas.microsoft.com/office/drawing/2014/main" id="{AA0A1508-379C-FE57-7F02-B2F7615EF5C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230813" y="1607419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0" name="Espaço Reservado para Texto 45">
            <a:extLst>
              <a:ext uri="{FF2B5EF4-FFF2-40B4-BE49-F238E27FC236}">
                <a16:creationId xmlns:a16="http://schemas.microsoft.com/office/drawing/2014/main" id="{90EFF4E9-FB08-5C1A-9AE1-FC5E00F8336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30813" y="2579309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6" name="Espaço Reservado para Texto 45">
            <a:extLst>
              <a:ext uri="{FF2B5EF4-FFF2-40B4-BE49-F238E27FC236}">
                <a16:creationId xmlns:a16="http://schemas.microsoft.com/office/drawing/2014/main" id="{69EED1E0-BCD6-F969-095D-CB3F4281C4C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230813" y="4500843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7" name="Espaço Reservado para Texto 45">
            <a:extLst>
              <a:ext uri="{FF2B5EF4-FFF2-40B4-BE49-F238E27FC236}">
                <a16:creationId xmlns:a16="http://schemas.microsoft.com/office/drawing/2014/main" id="{FC661200-4B00-8BE8-EBFB-A1ADFE405EB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230813" y="3533705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8" name="Espaço Reservado para Texto 45">
            <a:extLst>
              <a:ext uri="{FF2B5EF4-FFF2-40B4-BE49-F238E27FC236}">
                <a16:creationId xmlns:a16="http://schemas.microsoft.com/office/drawing/2014/main" id="{345D7696-2F1D-1E51-5609-E3C0EBA299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756650" y="1607419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9" name="Espaço Reservado para Texto 45">
            <a:extLst>
              <a:ext uri="{FF2B5EF4-FFF2-40B4-BE49-F238E27FC236}">
                <a16:creationId xmlns:a16="http://schemas.microsoft.com/office/drawing/2014/main" id="{22E326E2-1473-4ABD-2CF9-3D37955704C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756650" y="2579309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0" name="Espaço Reservado para Texto 45">
            <a:extLst>
              <a:ext uri="{FF2B5EF4-FFF2-40B4-BE49-F238E27FC236}">
                <a16:creationId xmlns:a16="http://schemas.microsoft.com/office/drawing/2014/main" id="{5A6A8A0A-A9DC-57C3-F49B-D204B25F3ED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756650" y="4500843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1" name="Espaço Reservado para Texto 45">
            <a:extLst>
              <a:ext uri="{FF2B5EF4-FFF2-40B4-BE49-F238E27FC236}">
                <a16:creationId xmlns:a16="http://schemas.microsoft.com/office/drawing/2014/main" id="{D3BE16D6-E390-D1BC-569E-B7C8A4BAC1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756650" y="3533705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2" name="Espaço Reservado para Texto 3">
            <a:extLst>
              <a:ext uri="{FF2B5EF4-FFF2-40B4-BE49-F238E27FC236}">
                <a16:creationId xmlns:a16="http://schemas.microsoft.com/office/drawing/2014/main" id="{79D8D897-387E-A66E-3D4D-C6E8F6F70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70391" y="3235508"/>
            <a:ext cx="3044731" cy="951402"/>
          </a:xfrm>
        </p:spPr>
        <p:txBody>
          <a:bodyPr>
            <a:normAutofit/>
          </a:bodyPr>
          <a:lstStyle>
            <a:lvl1pPr marL="0" marR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11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84036705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5536CC76-6171-B09D-FDF3-59407A1352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00" y="-1751088"/>
            <a:ext cx="2647804" cy="311117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5C99EB3E-B5D8-9B44-1758-975265A41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77559" y="3052763"/>
            <a:ext cx="5182891" cy="60899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BDA759A-9915-56A7-B65A-20AE4C2B5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391" y="1668084"/>
            <a:ext cx="3046009" cy="1281113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6">
            <a:extLst>
              <a:ext uri="{FF2B5EF4-FFF2-40B4-BE49-F238E27FC236}">
                <a16:creationId xmlns:a16="http://schemas.microsoft.com/office/drawing/2014/main" id="{5A69258F-54AB-711A-8C68-B0EDF4C7EF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71669" y="1313487"/>
            <a:ext cx="3044731" cy="354597"/>
          </a:xfrm>
        </p:spPr>
        <p:txBody>
          <a:bodyPr lIns="108000" anchor="b">
            <a:normAutofit/>
          </a:bodyPr>
          <a:lstStyle>
            <a:lvl1pPr algn="l"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 err="1"/>
              <a:t>TítulO</a:t>
            </a:r>
            <a:endParaRPr lang="pt-BR"/>
          </a:p>
        </p:txBody>
      </p:sp>
      <p:sp>
        <p:nvSpPr>
          <p:cNvPr id="28" name="Espaço Reservado para Texto 26">
            <a:extLst>
              <a:ext uri="{FF2B5EF4-FFF2-40B4-BE49-F238E27FC236}">
                <a16:creationId xmlns:a16="http://schemas.microsoft.com/office/drawing/2014/main" id="{48FFDDFF-D427-23B0-5392-54A4F7DC0D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73601" y="1566862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35" name="Espaço Reservado para Texto 26">
            <a:extLst>
              <a:ext uri="{FF2B5EF4-FFF2-40B4-BE49-F238E27FC236}">
                <a16:creationId xmlns:a16="http://schemas.microsoft.com/office/drawing/2014/main" id="{434FF1FA-B54B-D941-7236-4AB73CE07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73601" y="2546240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36" name="Espaço Reservado para Texto 26">
            <a:extLst>
              <a:ext uri="{FF2B5EF4-FFF2-40B4-BE49-F238E27FC236}">
                <a16:creationId xmlns:a16="http://schemas.microsoft.com/office/drawing/2014/main" id="{94BBE6CA-1C8D-0C0E-98B1-F0C9675FB2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73601" y="3507581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37" name="Espaço Reservado para Texto 26">
            <a:extLst>
              <a:ext uri="{FF2B5EF4-FFF2-40B4-BE49-F238E27FC236}">
                <a16:creationId xmlns:a16="http://schemas.microsoft.com/office/drawing/2014/main" id="{802FF599-8D20-63CA-9E5C-86076C60E4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73601" y="4461884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1" name="Espaço Reservado para Texto 26">
            <a:extLst>
              <a:ext uri="{FF2B5EF4-FFF2-40B4-BE49-F238E27FC236}">
                <a16:creationId xmlns:a16="http://schemas.microsoft.com/office/drawing/2014/main" id="{57A346B4-11F9-01EB-210A-4A70946F8E0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97850" y="1566862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2" name="Espaço Reservado para Texto 26">
            <a:extLst>
              <a:ext uri="{FF2B5EF4-FFF2-40B4-BE49-F238E27FC236}">
                <a16:creationId xmlns:a16="http://schemas.microsoft.com/office/drawing/2014/main" id="{EC3DE48F-0EBD-2A68-925F-8A0EF020E6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97850" y="2546240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3" name="Espaço Reservado para Texto 26">
            <a:extLst>
              <a:ext uri="{FF2B5EF4-FFF2-40B4-BE49-F238E27FC236}">
                <a16:creationId xmlns:a16="http://schemas.microsoft.com/office/drawing/2014/main" id="{FF173AB6-483B-5C2C-0E35-74B8CFC072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97850" y="3507581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4" name="Espaço Reservado para Texto 26">
            <a:extLst>
              <a:ext uri="{FF2B5EF4-FFF2-40B4-BE49-F238E27FC236}">
                <a16:creationId xmlns:a16="http://schemas.microsoft.com/office/drawing/2014/main" id="{67ADE121-C2B0-51E4-A497-3BB512AA41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4461884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8" name="Espaço Reservado para Texto 45">
            <a:extLst>
              <a:ext uri="{FF2B5EF4-FFF2-40B4-BE49-F238E27FC236}">
                <a16:creationId xmlns:a16="http://schemas.microsoft.com/office/drawing/2014/main" id="{AA0A1508-379C-FE57-7F02-B2F7615EF5C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230813" y="1607419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0" name="Espaço Reservado para Texto 45">
            <a:extLst>
              <a:ext uri="{FF2B5EF4-FFF2-40B4-BE49-F238E27FC236}">
                <a16:creationId xmlns:a16="http://schemas.microsoft.com/office/drawing/2014/main" id="{90EFF4E9-FB08-5C1A-9AE1-FC5E00F8336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30813" y="2579309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6" name="Espaço Reservado para Texto 45">
            <a:extLst>
              <a:ext uri="{FF2B5EF4-FFF2-40B4-BE49-F238E27FC236}">
                <a16:creationId xmlns:a16="http://schemas.microsoft.com/office/drawing/2014/main" id="{69EED1E0-BCD6-F969-095D-CB3F4281C4C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230813" y="4500843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7" name="Espaço Reservado para Texto 45">
            <a:extLst>
              <a:ext uri="{FF2B5EF4-FFF2-40B4-BE49-F238E27FC236}">
                <a16:creationId xmlns:a16="http://schemas.microsoft.com/office/drawing/2014/main" id="{FC661200-4B00-8BE8-EBFB-A1ADFE405EB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230813" y="3533705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8" name="Espaço Reservado para Texto 45">
            <a:extLst>
              <a:ext uri="{FF2B5EF4-FFF2-40B4-BE49-F238E27FC236}">
                <a16:creationId xmlns:a16="http://schemas.microsoft.com/office/drawing/2014/main" id="{345D7696-2F1D-1E51-5609-E3C0EBA299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756650" y="1607419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9" name="Espaço Reservado para Texto 45">
            <a:extLst>
              <a:ext uri="{FF2B5EF4-FFF2-40B4-BE49-F238E27FC236}">
                <a16:creationId xmlns:a16="http://schemas.microsoft.com/office/drawing/2014/main" id="{22E326E2-1473-4ABD-2CF9-3D37955704C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756650" y="2579309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0" name="Espaço Reservado para Texto 45">
            <a:extLst>
              <a:ext uri="{FF2B5EF4-FFF2-40B4-BE49-F238E27FC236}">
                <a16:creationId xmlns:a16="http://schemas.microsoft.com/office/drawing/2014/main" id="{5A6A8A0A-A9DC-57C3-F49B-D204B25F3ED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756650" y="4500843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1" name="Espaço Reservado para Texto 45">
            <a:extLst>
              <a:ext uri="{FF2B5EF4-FFF2-40B4-BE49-F238E27FC236}">
                <a16:creationId xmlns:a16="http://schemas.microsoft.com/office/drawing/2014/main" id="{D3BE16D6-E390-D1BC-569E-B7C8A4BAC1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756650" y="3533705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2" name="Espaço Reservado para Texto 3">
            <a:extLst>
              <a:ext uri="{FF2B5EF4-FFF2-40B4-BE49-F238E27FC236}">
                <a16:creationId xmlns:a16="http://schemas.microsoft.com/office/drawing/2014/main" id="{79D8D897-387E-A66E-3D4D-C6E8F6F70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70391" y="3235508"/>
            <a:ext cx="3044731" cy="951402"/>
          </a:xfrm>
        </p:spPr>
        <p:txBody>
          <a:bodyPr>
            <a:normAutofit/>
          </a:bodyPr>
          <a:lstStyle>
            <a:lvl1pPr marL="0" marR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11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24057649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ári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5536CC76-6171-B09D-FDF3-59407A1352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00" y="-1751088"/>
            <a:ext cx="2647804" cy="311117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5C99EB3E-B5D8-9B44-1758-975265A41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77559" y="3052763"/>
            <a:ext cx="5182891" cy="60899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BDA759A-9915-56A7-B65A-20AE4C2B5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391" y="1668084"/>
            <a:ext cx="3046009" cy="1281113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6">
            <a:extLst>
              <a:ext uri="{FF2B5EF4-FFF2-40B4-BE49-F238E27FC236}">
                <a16:creationId xmlns:a16="http://schemas.microsoft.com/office/drawing/2014/main" id="{5A69258F-54AB-711A-8C68-B0EDF4C7EF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71669" y="1313487"/>
            <a:ext cx="3044731" cy="354597"/>
          </a:xfrm>
        </p:spPr>
        <p:txBody>
          <a:bodyPr lIns="108000" anchor="b">
            <a:normAutofit/>
          </a:bodyPr>
          <a:lstStyle>
            <a:lvl1pPr algn="l">
              <a:lnSpc>
                <a:spcPct val="100000"/>
              </a:lnSpc>
              <a:defRPr sz="1100" b="0" cap="all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err="1"/>
              <a:t>TítulO</a:t>
            </a:r>
            <a:endParaRPr lang="pt-BR"/>
          </a:p>
        </p:txBody>
      </p:sp>
      <p:sp>
        <p:nvSpPr>
          <p:cNvPr id="48" name="Espaço Reservado para Texto 45">
            <a:extLst>
              <a:ext uri="{FF2B5EF4-FFF2-40B4-BE49-F238E27FC236}">
                <a16:creationId xmlns:a16="http://schemas.microsoft.com/office/drawing/2014/main" id="{AA0A1508-379C-FE57-7F02-B2F7615EF5C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230813" y="1607419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0" name="Espaço Reservado para Texto 45">
            <a:extLst>
              <a:ext uri="{FF2B5EF4-FFF2-40B4-BE49-F238E27FC236}">
                <a16:creationId xmlns:a16="http://schemas.microsoft.com/office/drawing/2014/main" id="{90EFF4E9-FB08-5C1A-9AE1-FC5E00F8336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30813" y="2579309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6" name="Espaço Reservado para Texto 45">
            <a:extLst>
              <a:ext uri="{FF2B5EF4-FFF2-40B4-BE49-F238E27FC236}">
                <a16:creationId xmlns:a16="http://schemas.microsoft.com/office/drawing/2014/main" id="{69EED1E0-BCD6-F969-095D-CB3F4281C4C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230813" y="4500843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7" name="Espaço Reservado para Texto 45">
            <a:extLst>
              <a:ext uri="{FF2B5EF4-FFF2-40B4-BE49-F238E27FC236}">
                <a16:creationId xmlns:a16="http://schemas.microsoft.com/office/drawing/2014/main" id="{FC661200-4B00-8BE8-EBFB-A1ADFE405EB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230813" y="3533705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8" name="Espaço Reservado para Texto 45">
            <a:extLst>
              <a:ext uri="{FF2B5EF4-FFF2-40B4-BE49-F238E27FC236}">
                <a16:creationId xmlns:a16="http://schemas.microsoft.com/office/drawing/2014/main" id="{345D7696-2F1D-1E51-5609-E3C0EBA299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756650" y="1607419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9" name="Espaço Reservado para Texto 45">
            <a:extLst>
              <a:ext uri="{FF2B5EF4-FFF2-40B4-BE49-F238E27FC236}">
                <a16:creationId xmlns:a16="http://schemas.microsoft.com/office/drawing/2014/main" id="{22E326E2-1473-4ABD-2CF9-3D37955704C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756650" y="2579309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0" name="Espaço Reservado para Texto 45">
            <a:extLst>
              <a:ext uri="{FF2B5EF4-FFF2-40B4-BE49-F238E27FC236}">
                <a16:creationId xmlns:a16="http://schemas.microsoft.com/office/drawing/2014/main" id="{5A6A8A0A-A9DC-57C3-F49B-D204B25F3ED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756650" y="4500843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1" name="Espaço Reservado para Texto 45">
            <a:extLst>
              <a:ext uri="{FF2B5EF4-FFF2-40B4-BE49-F238E27FC236}">
                <a16:creationId xmlns:a16="http://schemas.microsoft.com/office/drawing/2014/main" id="{D3BE16D6-E390-D1BC-569E-B7C8A4BAC1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756650" y="3533705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9F790EC3-C462-56AD-2B08-F7FF72508A8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576763" y="1571153"/>
            <a:ext cx="654050" cy="654050"/>
          </a:xfrm>
          <a:prstGeom prst="ellipse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9" name="Espaço Reservado para Imagem 6">
            <a:extLst>
              <a:ext uri="{FF2B5EF4-FFF2-40B4-BE49-F238E27FC236}">
                <a16:creationId xmlns:a16="http://schemas.microsoft.com/office/drawing/2014/main" id="{117F00D3-8A9D-BA5C-B4D6-56F53DABE081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76763" y="4468922"/>
            <a:ext cx="654050" cy="654050"/>
          </a:xfrm>
          <a:prstGeom prst="ellipse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sp>
        <p:nvSpPr>
          <p:cNvPr id="11" name="Espaço Reservado para Imagem 6">
            <a:extLst>
              <a:ext uri="{FF2B5EF4-FFF2-40B4-BE49-F238E27FC236}">
                <a16:creationId xmlns:a16="http://schemas.microsoft.com/office/drawing/2014/main" id="{C63AF8FD-7A31-97C0-140D-F6C27992E08A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576763" y="3507444"/>
            <a:ext cx="654050" cy="654050"/>
          </a:xfrm>
          <a:prstGeom prst="ellipse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sp>
        <p:nvSpPr>
          <p:cNvPr id="13" name="Espaço Reservado para Imagem 6">
            <a:extLst>
              <a:ext uri="{FF2B5EF4-FFF2-40B4-BE49-F238E27FC236}">
                <a16:creationId xmlns:a16="http://schemas.microsoft.com/office/drawing/2014/main" id="{F1E03703-2380-F3EB-4FA7-CE7A98BD8A4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576763" y="2545093"/>
            <a:ext cx="654050" cy="654050"/>
          </a:xfrm>
          <a:prstGeom prst="ellipse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sp>
        <p:nvSpPr>
          <p:cNvPr id="18" name="Espaço Reservado para Imagem 6">
            <a:extLst>
              <a:ext uri="{FF2B5EF4-FFF2-40B4-BE49-F238E27FC236}">
                <a16:creationId xmlns:a16="http://schemas.microsoft.com/office/drawing/2014/main" id="{F2561D0A-B2DA-2E1A-6F9F-4F820557716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102600" y="1571153"/>
            <a:ext cx="654050" cy="654050"/>
          </a:xfrm>
          <a:prstGeom prst="ellipse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sp>
        <p:nvSpPr>
          <p:cNvPr id="19" name="Espaço Reservado para Imagem 6">
            <a:extLst>
              <a:ext uri="{FF2B5EF4-FFF2-40B4-BE49-F238E27FC236}">
                <a16:creationId xmlns:a16="http://schemas.microsoft.com/office/drawing/2014/main" id="{5FF9A836-CC47-5A5F-1F9F-77925A1F4580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102600" y="4468922"/>
            <a:ext cx="654050" cy="654050"/>
          </a:xfrm>
          <a:prstGeom prst="ellipse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sp>
        <p:nvSpPr>
          <p:cNvPr id="20" name="Espaço Reservado para Imagem 6">
            <a:extLst>
              <a:ext uri="{FF2B5EF4-FFF2-40B4-BE49-F238E27FC236}">
                <a16:creationId xmlns:a16="http://schemas.microsoft.com/office/drawing/2014/main" id="{6B2CA7E3-B922-EC4D-43CF-64B5C722AF4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102600" y="3507444"/>
            <a:ext cx="654050" cy="654050"/>
          </a:xfrm>
          <a:prstGeom prst="ellipse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sp>
        <p:nvSpPr>
          <p:cNvPr id="21" name="Espaço Reservado para Imagem 6">
            <a:extLst>
              <a:ext uri="{FF2B5EF4-FFF2-40B4-BE49-F238E27FC236}">
                <a16:creationId xmlns:a16="http://schemas.microsoft.com/office/drawing/2014/main" id="{59009F60-9F6B-1234-55D4-BBD6C8FA18B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8102600" y="2545093"/>
            <a:ext cx="654050" cy="654050"/>
          </a:xfrm>
          <a:prstGeom prst="ellipse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379887076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23814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>
            <a:extLst>
              <a:ext uri="{FF2B5EF4-FFF2-40B4-BE49-F238E27FC236}">
                <a16:creationId xmlns:a16="http://schemas.microsoft.com/office/drawing/2014/main" id="{6774E64E-98E1-4015-BA74-F96D89B5CA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9968073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421" imgH="420" progId="TCLayout.ActiveDocument.1">
                  <p:embed/>
                </p:oleObj>
              </mc:Choice>
              <mc:Fallback>
                <p:oleObj name="Slide do think-cell" r:id="rId4" imgW="421" imgH="420" progId="TCLayout.ActiveDocument.1">
                  <p:embed/>
                  <p:pic>
                    <p:nvPicPr>
                      <p:cNvPr id="3" name="Objeto 2" hidden="1">
                        <a:extLst>
                          <a:ext uri="{FF2B5EF4-FFF2-40B4-BE49-F238E27FC236}">
                            <a16:creationId xmlns:a16="http://schemas.microsoft.com/office/drawing/2014/main" id="{6774E64E-98E1-4015-BA74-F96D89B5CA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3F7C2E3A-8C26-4E4E-B07A-D7004BA2AC2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158750"/>
          </a:xfrm>
          <a:prstGeom prst="rect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pt-BR" sz="2800" b="1" i="0" baseline="0"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B0655B-FA90-4A4C-AE3C-7BA8E199F76D}"/>
              </a:ext>
            </a:extLst>
          </p:cNvPr>
          <p:cNvSpPr/>
          <p:nvPr userDrawn="1"/>
        </p:nvSpPr>
        <p:spPr>
          <a:xfrm>
            <a:off x="0" y="6407426"/>
            <a:ext cx="12192000" cy="4505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</p:txBody>
      </p:sp>
      <p:sp>
        <p:nvSpPr>
          <p:cNvPr id="2" name="Title 1"/>
          <p:cNvSpPr>
            <a:spLocks noGrp="1" noChangeAspect="1"/>
          </p:cNvSpPr>
          <p:nvPr>
            <p:ph type="title" hasCustomPrompt="1"/>
          </p:nvPr>
        </p:nvSpPr>
        <p:spPr>
          <a:xfrm>
            <a:off x="192000" y="314480"/>
            <a:ext cx="10003339" cy="43088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28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title</a:t>
            </a:r>
            <a:r>
              <a:rPr lang="pt-BR"/>
              <a:t> </a:t>
            </a:r>
            <a:r>
              <a:rPr lang="pt-BR" err="1"/>
              <a:t>style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191924" y="6555769"/>
            <a:ext cx="10992000" cy="153888"/>
          </a:xfrm>
        </p:spPr>
        <p:txBody>
          <a:bodyPr wrap="square" lIns="0" tIns="0" rIns="0" bIns="0" anchor="ctr" anchorCtr="0">
            <a:spAutoFit/>
          </a:bodyPr>
          <a:lstStyle>
            <a:lvl1pPr marL="0" indent="0">
              <a:spcBef>
                <a:spcPts val="0"/>
              </a:spcBef>
              <a:buNone/>
              <a:defRPr lang="en-GB" sz="1000" dirty="0"/>
            </a:lvl1pPr>
            <a:lvl2pPr marL="196850" indent="0">
              <a:buNone/>
              <a:defRPr sz="1000"/>
            </a:lvl2pPr>
            <a:lvl3pPr marL="406400" indent="0">
              <a:buNone/>
              <a:defRPr sz="1000"/>
            </a:lvl3pPr>
            <a:lvl4pPr marL="588962" indent="0">
              <a:buNone/>
              <a:defRPr sz="1000"/>
            </a:lvl4pPr>
            <a:lvl5pPr marL="817562" indent="0">
              <a:buNone/>
              <a:defRPr sz="1000"/>
            </a:lvl5pPr>
          </a:lstStyle>
          <a:p>
            <a:pPr lvl="0"/>
            <a:r>
              <a:rPr lang="pt-BR" sz="1000">
                <a:latin typeface="+mj-lt"/>
              </a:rPr>
              <a:t>Fonte: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6D2EB41C-469D-417B-B630-98490E5F2CF7}"/>
              </a:ext>
            </a:extLst>
          </p:cNvPr>
          <p:cNvSpPr txBox="1">
            <a:spLocks/>
          </p:cNvSpPr>
          <p:nvPr userDrawn="1"/>
        </p:nvSpPr>
        <p:spPr>
          <a:xfrm>
            <a:off x="11772169" y="6555769"/>
            <a:ext cx="208390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1000" baseline="0">
                <a:latin typeface="+mn-lt"/>
              </a:defRPr>
            </a:lvl1pPr>
          </a:lstStyle>
          <a:p>
            <a:pPr lvl="0" algn="r"/>
            <a:fld id="{42C328C1-A84F-4A39-A664-DBA00541A8C6}" type="slidenum">
              <a:rPr lang="en-GB" sz="1000" smtClean="0"/>
              <a:pPr lvl="0" algn="r"/>
              <a:t>‹nº›</a:t>
            </a:fld>
            <a:endParaRPr lang="en-GB" sz="1000"/>
          </a:p>
        </p:txBody>
      </p:sp>
      <p:pic>
        <p:nvPicPr>
          <p:cNvPr id="9" name="Picture 9" descr="A close up of a sign&#10;&#10;Description generated with high confidence">
            <a:extLst>
              <a:ext uri="{FF2B5EF4-FFF2-40B4-BE49-F238E27FC236}">
                <a16:creationId xmlns:a16="http://schemas.microsoft.com/office/drawing/2014/main" id="{B7FBD7B5-DFE2-4F92-A0E8-D6D498D5058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2799" y="98306"/>
            <a:ext cx="1137535" cy="543173"/>
          </a:xfrm>
          <a:prstGeom prst="rect">
            <a:avLst/>
          </a:prstGeom>
        </p:spPr>
      </p:pic>
      <p:sp>
        <p:nvSpPr>
          <p:cNvPr id="14" name="Espaço Reservado para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192088" y="914400"/>
            <a:ext cx="11830579" cy="276999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/>
              <a:t>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70585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339FF7-E679-BC64-FE01-C490964293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562" y="2848767"/>
            <a:ext cx="6832600" cy="1281113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lang="pt-BR" sz="5400" b="1" i="0" u="none" strike="noStrike" kern="1200" cap="all" spc="-10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</a:t>
            </a:r>
            <a:r>
              <a:rPr lang="pt-BR" err="1"/>
              <a:t>títulO</a:t>
            </a:r>
            <a:endParaRPr lang="pt-BR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74D81A32-4C7C-0CCE-4AE1-180F087D3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9BD457A8-84E7-7430-6D08-43149ED43C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43448" y="4877887"/>
            <a:ext cx="1577057" cy="1853043"/>
          </a:xfrm>
          <a:prstGeom prst="rect">
            <a:avLst/>
          </a:prstGeom>
        </p:spPr>
      </p:pic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0D810081-EA73-009A-C87B-3D42044833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449218"/>
            <a:ext cx="6832600" cy="447675"/>
          </a:xfrm>
        </p:spPr>
        <p:txBody>
          <a:bodyPr lIns="144000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C8458586-A2E0-FAC7-BE44-2EA68F6CF9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4205706"/>
            <a:ext cx="6832600" cy="447675"/>
          </a:xfrm>
        </p:spPr>
        <p:txBody>
          <a:bodyPr lIns="144000" anchor="t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24C9451C-4B61-4874-1435-D78622F233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5600" y="-2844501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01151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339FF7-E679-BC64-FE01-C490964293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562" y="2848767"/>
            <a:ext cx="6832600" cy="1281113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lang="pt-BR" sz="5400" b="1" i="0" u="none" strike="noStrike" kern="1200" cap="all" spc="-10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</a:t>
            </a:r>
            <a:r>
              <a:rPr lang="pt-BR" err="1"/>
              <a:t>títulO</a:t>
            </a:r>
            <a:endParaRPr lang="pt-BR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74D81A32-4C7C-0CCE-4AE1-180F087D3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9BD457A8-84E7-7430-6D08-43149ED43C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43448" y="4877887"/>
            <a:ext cx="1577057" cy="1853043"/>
          </a:xfrm>
          <a:prstGeom prst="rect">
            <a:avLst/>
          </a:prstGeom>
        </p:spPr>
      </p:pic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0D810081-EA73-009A-C87B-3D42044833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449218"/>
            <a:ext cx="6832600" cy="447675"/>
          </a:xfrm>
        </p:spPr>
        <p:txBody>
          <a:bodyPr lIns="144000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C8458586-A2E0-FAC7-BE44-2EA68F6CF9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4205706"/>
            <a:ext cx="6832600" cy="447675"/>
          </a:xfrm>
        </p:spPr>
        <p:txBody>
          <a:bodyPr lIns="144000" anchor="t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24C9451C-4B61-4874-1435-D78622F233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5600" y="-2844501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38266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1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339FF7-E679-BC64-FE01-C490964293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562" y="2848767"/>
            <a:ext cx="6832600" cy="1281113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lang="pt-BR" sz="5400" b="1" i="0" u="none" strike="noStrike" kern="1200" cap="all" spc="-10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</a:t>
            </a:r>
            <a:r>
              <a:rPr lang="pt-BR" err="1"/>
              <a:t>títulO</a:t>
            </a:r>
            <a:endParaRPr lang="pt-BR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74D81A32-4C7C-0CCE-4AE1-180F087D3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9BD457A8-84E7-7430-6D08-43149ED43C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43448" y="4877887"/>
            <a:ext cx="1577057" cy="1853043"/>
          </a:xfrm>
          <a:prstGeom prst="rect">
            <a:avLst/>
          </a:prstGeom>
        </p:spPr>
      </p:pic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0D810081-EA73-009A-C87B-3D42044833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449218"/>
            <a:ext cx="6832600" cy="447675"/>
          </a:xfrm>
        </p:spPr>
        <p:txBody>
          <a:bodyPr lIns="144000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C8458586-A2E0-FAC7-BE44-2EA68F6CF9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4205706"/>
            <a:ext cx="6832600" cy="447675"/>
          </a:xfrm>
        </p:spPr>
        <p:txBody>
          <a:bodyPr lIns="144000" anchor="t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24C9451C-4B61-4874-1435-D78622F233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5600" y="-2844501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725790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1 #azu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339FF7-E679-BC64-FE01-C490964293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562" y="2848767"/>
            <a:ext cx="6832600" cy="1281113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lang="pt-BR" sz="5400" b="1" i="0" u="none" strike="noStrike" kern="1200" cap="all" spc="-1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</a:t>
            </a:r>
            <a:r>
              <a:rPr lang="pt-BR" err="1"/>
              <a:t>títulO</a:t>
            </a:r>
            <a:endParaRPr lang="pt-BR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74D81A32-4C7C-0CCE-4AE1-180F087D3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9BD457A8-84E7-7430-6D08-43149ED43C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43448" y="4877887"/>
            <a:ext cx="1577057" cy="1853043"/>
          </a:xfrm>
          <a:prstGeom prst="rect">
            <a:avLst/>
          </a:prstGeom>
        </p:spPr>
      </p:pic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0D810081-EA73-009A-C87B-3D42044833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449218"/>
            <a:ext cx="6832600" cy="447675"/>
          </a:xfrm>
        </p:spPr>
        <p:txBody>
          <a:bodyPr lIns="144000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C8458586-A2E0-FAC7-BE44-2EA68F6CF9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4205706"/>
            <a:ext cx="6832600" cy="447675"/>
          </a:xfrm>
        </p:spPr>
        <p:txBody>
          <a:bodyPr lIns="144000" anchor="t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24C9451C-4B61-4874-1435-D78622F233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5600" y="-2844501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52789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1 #vermelh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339FF7-E679-BC64-FE01-C490964293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562" y="2848767"/>
            <a:ext cx="6832600" cy="1281113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lang="pt-BR" sz="5400" b="1" i="0" u="none" strike="noStrike" kern="1200" cap="all" spc="-10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</a:t>
            </a:r>
            <a:r>
              <a:rPr lang="pt-BR" err="1"/>
              <a:t>títulO</a:t>
            </a:r>
            <a:endParaRPr lang="pt-BR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74D81A32-4C7C-0CCE-4AE1-180F087D3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9BD457A8-84E7-7430-6D08-43149ED43C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43448" y="4877887"/>
            <a:ext cx="1577057" cy="1853043"/>
          </a:xfrm>
          <a:prstGeom prst="rect">
            <a:avLst/>
          </a:prstGeom>
        </p:spPr>
      </p:pic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0D810081-EA73-009A-C87B-3D42044833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449218"/>
            <a:ext cx="6832600" cy="447675"/>
          </a:xfrm>
        </p:spPr>
        <p:txBody>
          <a:bodyPr lIns="144000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C8458586-A2E0-FAC7-BE44-2EA68F6CF9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4205706"/>
            <a:ext cx="6832600" cy="447675"/>
          </a:xfrm>
        </p:spPr>
        <p:txBody>
          <a:bodyPr lIns="144000" anchor="t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24C9451C-4B61-4874-1435-D78622F233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5600" y="-2844501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071249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7">
            <a:extLst>
              <a:ext uri="{FF2B5EF4-FFF2-40B4-BE49-F238E27FC236}">
                <a16:creationId xmlns:a16="http://schemas.microsoft.com/office/drawing/2014/main" id="{AF8990A5-F5D6-7ABF-BEDC-5AFCFB60B7A0}"/>
              </a:ext>
            </a:extLst>
          </p:cNvPr>
          <p:cNvSpPr/>
          <p:nvPr userDrawn="1"/>
        </p:nvSpPr>
        <p:spPr>
          <a:xfrm>
            <a:off x="6554661" y="639763"/>
            <a:ext cx="5637340" cy="6218237"/>
          </a:xfrm>
          <a:custGeom>
            <a:avLst/>
            <a:gdLst>
              <a:gd name="connsiteX0" fmla="*/ 3474173 w 5498706"/>
              <a:gd name="connsiteY0" fmla="*/ 0 h 6065318"/>
              <a:gd name="connsiteX1" fmla="*/ 5416616 w 5498706"/>
              <a:gd name="connsiteY1" fmla="*/ 593334 h 6065318"/>
              <a:gd name="connsiteX2" fmla="*/ 5498706 w 5498706"/>
              <a:gd name="connsiteY2" fmla="*/ 654720 h 6065318"/>
              <a:gd name="connsiteX3" fmla="*/ 5498706 w 5498706"/>
              <a:gd name="connsiteY3" fmla="*/ 6065318 h 6065318"/>
              <a:gd name="connsiteX4" fmla="*/ 1165586 w 5498706"/>
              <a:gd name="connsiteY4" fmla="*/ 6065318 h 6065318"/>
              <a:gd name="connsiteX5" fmla="*/ 1017562 w 5498706"/>
              <a:gd name="connsiteY5" fmla="*/ 5930785 h 6065318"/>
              <a:gd name="connsiteX6" fmla="*/ 0 w 5498706"/>
              <a:gd name="connsiteY6" fmla="*/ 3474173 h 6065318"/>
              <a:gd name="connsiteX7" fmla="*/ 3474173 w 5498706"/>
              <a:gd name="connsiteY7" fmla="*/ 0 h 6065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8706" h="6065318">
                <a:moveTo>
                  <a:pt x="3474173" y="0"/>
                </a:moveTo>
                <a:cubicBezTo>
                  <a:pt x="4193698" y="0"/>
                  <a:pt x="4862135" y="218734"/>
                  <a:pt x="5416616" y="593334"/>
                </a:cubicBezTo>
                <a:lnTo>
                  <a:pt x="5498706" y="654720"/>
                </a:lnTo>
                <a:lnTo>
                  <a:pt x="5498706" y="6065318"/>
                </a:lnTo>
                <a:lnTo>
                  <a:pt x="1165586" y="6065318"/>
                </a:lnTo>
                <a:lnTo>
                  <a:pt x="1017562" y="5930785"/>
                </a:lnTo>
                <a:cubicBezTo>
                  <a:pt x="388860" y="5302083"/>
                  <a:pt x="0" y="4433540"/>
                  <a:pt x="0" y="3474173"/>
                </a:cubicBezTo>
                <a:cubicBezTo>
                  <a:pt x="0" y="1555440"/>
                  <a:pt x="1555440" y="0"/>
                  <a:pt x="347417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3" name="Oval 7">
            <a:extLst>
              <a:ext uri="{FF2B5EF4-FFF2-40B4-BE49-F238E27FC236}">
                <a16:creationId xmlns:a16="http://schemas.microsoft.com/office/drawing/2014/main" id="{E25AC08E-91FA-01EA-A886-BF25C77C1534}"/>
              </a:ext>
            </a:extLst>
          </p:cNvPr>
          <p:cNvSpPr/>
          <p:nvPr userDrawn="1"/>
        </p:nvSpPr>
        <p:spPr>
          <a:xfrm>
            <a:off x="5488857" y="3789837"/>
            <a:ext cx="2408876" cy="2408876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6" name="Rectangle: Rounded Corners 11">
            <a:extLst>
              <a:ext uri="{FF2B5EF4-FFF2-40B4-BE49-F238E27FC236}">
                <a16:creationId xmlns:a16="http://schemas.microsoft.com/office/drawing/2014/main" id="{B4888BF6-6D83-B35F-7CB4-457FD9697BE0}"/>
              </a:ext>
            </a:extLst>
          </p:cNvPr>
          <p:cNvSpPr/>
          <p:nvPr userDrawn="1"/>
        </p:nvSpPr>
        <p:spPr>
          <a:xfrm>
            <a:off x="914399" y="5340109"/>
            <a:ext cx="1725959" cy="3965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>
                <a:solidFill>
                  <a:schemeClr val="bg1"/>
                </a:solidFill>
              </a:rPr>
              <a:t>Iniciar</a:t>
            </a:r>
            <a:r>
              <a:rPr lang="en-US" sz="1100">
                <a:solidFill>
                  <a:schemeClr val="bg1"/>
                </a:solidFill>
              </a:rPr>
              <a:t> </a:t>
            </a:r>
            <a:r>
              <a:rPr lang="en-US" sz="1100" err="1">
                <a:solidFill>
                  <a:schemeClr val="bg1"/>
                </a:solidFill>
              </a:rPr>
              <a:t>Apresentação</a:t>
            </a:r>
            <a:endParaRPr lang="en-ID" sz="1100">
              <a:solidFill>
                <a:schemeClr val="bg1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05B3D1A-3A4F-B238-C7BC-7500DE1242CE}"/>
              </a:ext>
            </a:extLst>
          </p:cNvPr>
          <p:cNvSpPr txBox="1"/>
          <p:nvPr userDrawn="1"/>
        </p:nvSpPr>
        <p:spPr>
          <a:xfrm>
            <a:off x="6253141" y="5257463"/>
            <a:ext cx="61446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90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5D50FE14-E076-3357-CEA4-12B561EB19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585919" y="-127586"/>
            <a:ext cx="1577057" cy="1853043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1C9F4191-FA1B-FB73-7396-0C61ECE184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EE2D293-C725-44C2-AFD6-EFB0838DCB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53140" y="1868099"/>
            <a:ext cx="6194383" cy="3861697"/>
          </a:xfrm>
          <a:custGeom>
            <a:avLst/>
            <a:gdLst>
              <a:gd name="connsiteX0" fmla="*/ 252663 w 5011761"/>
              <a:gd name="connsiteY0" fmla="*/ 0 h 3670300"/>
              <a:gd name="connsiteX1" fmla="*/ 4759098 w 5011761"/>
              <a:gd name="connsiteY1" fmla="*/ 0 h 3670300"/>
              <a:gd name="connsiteX2" fmla="*/ 5011761 w 5011761"/>
              <a:gd name="connsiteY2" fmla="*/ 252663 h 3670300"/>
              <a:gd name="connsiteX3" fmla="*/ 5011761 w 5011761"/>
              <a:gd name="connsiteY3" fmla="*/ 3417637 h 3670300"/>
              <a:gd name="connsiteX4" fmla="*/ 4759098 w 5011761"/>
              <a:gd name="connsiteY4" fmla="*/ 3670300 h 3670300"/>
              <a:gd name="connsiteX5" fmla="*/ 252663 w 5011761"/>
              <a:gd name="connsiteY5" fmla="*/ 3670300 h 3670300"/>
              <a:gd name="connsiteX6" fmla="*/ 0 w 5011761"/>
              <a:gd name="connsiteY6" fmla="*/ 3417637 h 3670300"/>
              <a:gd name="connsiteX7" fmla="*/ 0 w 5011761"/>
              <a:gd name="connsiteY7" fmla="*/ 252663 h 3670300"/>
              <a:gd name="connsiteX8" fmla="*/ 252663 w 5011761"/>
              <a:gd name="connsiteY8" fmla="*/ 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11761" h="3670300">
                <a:moveTo>
                  <a:pt x="252663" y="0"/>
                </a:moveTo>
                <a:lnTo>
                  <a:pt x="4759098" y="0"/>
                </a:lnTo>
                <a:cubicBezTo>
                  <a:pt x="4898640" y="0"/>
                  <a:pt x="5011761" y="113121"/>
                  <a:pt x="5011761" y="252663"/>
                </a:cubicBezTo>
                <a:lnTo>
                  <a:pt x="5011761" y="3417637"/>
                </a:lnTo>
                <a:cubicBezTo>
                  <a:pt x="5011761" y="3557179"/>
                  <a:pt x="4898640" y="3670300"/>
                  <a:pt x="4759098" y="3670300"/>
                </a:cubicBezTo>
                <a:lnTo>
                  <a:pt x="252663" y="3670300"/>
                </a:lnTo>
                <a:cubicBezTo>
                  <a:pt x="113121" y="3670300"/>
                  <a:pt x="0" y="3557179"/>
                  <a:pt x="0" y="3417637"/>
                </a:cubicBezTo>
                <a:lnTo>
                  <a:pt x="0" y="252663"/>
                </a:lnTo>
                <a:cubicBezTo>
                  <a:pt x="0" y="113121"/>
                  <a:pt x="113121" y="0"/>
                  <a:pt x="25266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1E9F4175-2390-A860-5E40-EC371CBFF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90738"/>
            <a:ext cx="4180299" cy="1281113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lang="pt-BR" sz="5400" b="1" i="0" u="none" strike="noStrike" cap="none" spc="-100" baseline="0" smtClean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BFE60DE9-FE1D-4AB9-A804-328587DBA3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399" y="4268788"/>
            <a:ext cx="3302001" cy="725487"/>
          </a:xfrm>
        </p:spPr>
        <p:txBody>
          <a:bodyPr>
            <a:noAutofit/>
          </a:bodyPr>
          <a:lstStyle>
            <a:lvl1pPr marR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baseline="0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8" name="Espaço Reservado para Imagem 17">
            <a:extLst>
              <a:ext uri="{FF2B5EF4-FFF2-40B4-BE49-F238E27FC236}">
                <a16:creationId xmlns:a16="http://schemas.microsoft.com/office/drawing/2014/main" id="{5F9FC45B-C121-09B4-0303-93E71801124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535652" y="323890"/>
            <a:ext cx="1630143" cy="1816276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BR"/>
              <a:t>Grafismo (opcional)</a:t>
            </a:r>
          </a:p>
        </p:txBody>
      </p:sp>
    </p:spTree>
    <p:extLst>
      <p:ext uri="{BB962C8B-B14F-4D97-AF65-F5344CB8AC3E}">
        <p14:creationId xmlns:p14="http://schemas.microsoft.com/office/powerpoint/2010/main" val="1133436663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2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7">
            <a:extLst>
              <a:ext uri="{FF2B5EF4-FFF2-40B4-BE49-F238E27FC236}">
                <a16:creationId xmlns:a16="http://schemas.microsoft.com/office/drawing/2014/main" id="{AF8990A5-F5D6-7ABF-BEDC-5AFCFB60B7A0}"/>
              </a:ext>
            </a:extLst>
          </p:cNvPr>
          <p:cNvSpPr/>
          <p:nvPr userDrawn="1"/>
        </p:nvSpPr>
        <p:spPr>
          <a:xfrm>
            <a:off x="6554661" y="639763"/>
            <a:ext cx="5637340" cy="6218237"/>
          </a:xfrm>
          <a:custGeom>
            <a:avLst/>
            <a:gdLst>
              <a:gd name="connsiteX0" fmla="*/ 3474173 w 5498706"/>
              <a:gd name="connsiteY0" fmla="*/ 0 h 6065318"/>
              <a:gd name="connsiteX1" fmla="*/ 5416616 w 5498706"/>
              <a:gd name="connsiteY1" fmla="*/ 593334 h 6065318"/>
              <a:gd name="connsiteX2" fmla="*/ 5498706 w 5498706"/>
              <a:gd name="connsiteY2" fmla="*/ 654720 h 6065318"/>
              <a:gd name="connsiteX3" fmla="*/ 5498706 w 5498706"/>
              <a:gd name="connsiteY3" fmla="*/ 6065318 h 6065318"/>
              <a:gd name="connsiteX4" fmla="*/ 1165586 w 5498706"/>
              <a:gd name="connsiteY4" fmla="*/ 6065318 h 6065318"/>
              <a:gd name="connsiteX5" fmla="*/ 1017562 w 5498706"/>
              <a:gd name="connsiteY5" fmla="*/ 5930785 h 6065318"/>
              <a:gd name="connsiteX6" fmla="*/ 0 w 5498706"/>
              <a:gd name="connsiteY6" fmla="*/ 3474173 h 6065318"/>
              <a:gd name="connsiteX7" fmla="*/ 3474173 w 5498706"/>
              <a:gd name="connsiteY7" fmla="*/ 0 h 6065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8706" h="6065318">
                <a:moveTo>
                  <a:pt x="3474173" y="0"/>
                </a:moveTo>
                <a:cubicBezTo>
                  <a:pt x="4193698" y="0"/>
                  <a:pt x="4862135" y="218734"/>
                  <a:pt x="5416616" y="593334"/>
                </a:cubicBezTo>
                <a:lnTo>
                  <a:pt x="5498706" y="654720"/>
                </a:lnTo>
                <a:lnTo>
                  <a:pt x="5498706" y="6065318"/>
                </a:lnTo>
                <a:lnTo>
                  <a:pt x="1165586" y="6065318"/>
                </a:lnTo>
                <a:lnTo>
                  <a:pt x="1017562" y="5930785"/>
                </a:lnTo>
                <a:cubicBezTo>
                  <a:pt x="388860" y="5302083"/>
                  <a:pt x="0" y="4433540"/>
                  <a:pt x="0" y="3474173"/>
                </a:cubicBezTo>
                <a:cubicBezTo>
                  <a:pt x="0" y="1555440"/>
                  <a:pt x="1555440" y="0"/>
                  <a:pt x="347417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3" name="Oval 7">
            <a:extLst>
              <a:ext uri="{FF2B5EF4-FFF2-40B4-BE49-F238E27FC236}">
                <a16:creationId xmlns:a16="http://schemas.microsoft.com/office/drawing/2014/main" id="{E25AC08E-91FA-01EA-A886-BF25C77C1534}"/>
              </a:ext>
            </a:extLst>
          </p:cNvPr>
          <p:cNvSpPr/>
          <p:nvPr userDrawn="1"/>
        </p:nvSpPr>
        <p:spPr>
          <a:xfrm>
            <a:off x="5488857" y="3789837"/>
            <a:ext cx="2408876" cy="2408876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6" name="Rectangle: Rounded Corners 11">
            <a:extLst>
              <a:ext uri="{FF2B5EF4-FFF2-40B4-BE49-F238E27FC236}">
                <a16:creationId xmlns:a16="http://schemas.microsoft.com/office/drawing/2014/main" id="{B4888BF6-6D83-B35F-7CB4-457FD9697BE0}"/>
              </a:ext>
            </a:extLst>
          </p:cNvPr>
          <p:cNvSpPr/>
          <p:nvPr userDrawn="1"/>
        </p:nvSpPr>
        <p:spPr>
          <a:xfrm>
            <a:off x="914399" y="5340109"/>
            <a:ext cx="1725959" cy="3965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>
                <a:solidFill>
                  <a:schemeClr val="bg1"/>
                </a:solidFill>
              </a:rPr>
              <a:t>Iniciar</a:t>
            </a:r>
            <a:r>
              <a:rPr lang="en-US" sz="1100">
                <a:solidFill>
                  <a:schemeClr val="bg1"/>
                </a:solidFill>
              </a:rPr>
              <a:t> </a:t>
            </a:r>
            <a:r>
              <a:rPr lang="en-US" sz="1100" err="1">
                <a:solidFill>
                  <a:schemeClr val="bg1"/>
                </a:solidFill>
              </a:rPr>
              <a:t>Apresentação</a:t>
            </a:r>
            <a:endParaRPr lang="en-ID" sz="1100">
              <a:solidFill>
                <a:schemeClr val="bg1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05B3D1A-3A4F-B238-C7BC-7500DE1242CE}"/>
              </a:ext>
            </a:extLst>
          </p:cNvPr>
          <p:cNvSpPr txBox="1"/>
          <p:nvPr userDrawn="1"/>
        </p:nvSpPr>
        <p:spPr>
          <a:xfrm>
            <a:off x="6253141" y="5257463"/>
            <a:ext cx="61446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90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5D50FE14-E076-3357-CEA4-12B561EB19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585919" y="-127586"/>
            <a:ext cx="1577057" cy="1853043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1C9F4191-FA1B-FB73-7396-0C61ECE184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EE2D293-C725-44C2-AFD6-EFB0838DCB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53140" y="1868099"/>
            <a:ext cx="6194383" cy="3861697"/>
          </a:xfrm>
          <a:custGeom>
            <a:avLst/>
            <a:gdLst>
              <a:gd name="connsiteX0" fmla="*/ 252663 w 5011761"/>
              <a:gd name="connsiteY0" fmla="*/ 0 h 3670300"/>
              <a:gd name="connsiteX1" fmla="*/ 4759098 w 5011761"/>
              <a:gd name="connsiteY1" fmla="*/ 0 h 3670300"/>
              <a:gd name="connsiteX2" fmla="*/ 5011761 w 5011761"/>
              <a:gd name="connsiteY2" fmla="*/ 252663 h 3670300"/>
              <a:gd name="connsiteX3" fmla="*/ 5011761 w 5011761"/>
              <a:gd name="connsiteY3" fmla="*/ 3417637 h 3670300"/>
              <a:gd name="connsiteX4" fmla="*/ 4759098 w 5011761"/>
              <a:gd name="connsiteY4" fmla="*/ 3670300 h 3670300"/>
              <a:gd name="connsiteX5" fmla="*/ 252663 w 5011761"/>
              <a:gd name="connsiteY5" fmla="*/ 3670300 h 3670300"/>
              <a:gd name="connsiteX6" fmla="*/ 0 w 5011761"/>
              <a:gd name="connsiteY6" fmla="*/ 3417637 h 3670300"/>
              <a:gd name="connsiteX7" fmla="*/ 0 w 5011761"/>
              <a:gd name="connsiteY7" fmla="*/ 252663 h 3670300"/>
              <a:gd name="connsiteX8" fmla="*/ 252663 w 5011761"/>
              <a:gd name="connsiteY8" fmla="*/ 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11761" h="3670300">
                <a:moveTo>
                  <a:pt x="252663" y="0"/>
                </a:moveTo>
                <a:lnTo>
                  <a:pt x="4759098" y="0"/>
                </a:lnTo>
                <a:cubicBezTo>
                  <a:pt x="4898640" y="0"/>
                  <a:pt x="5011761" y="113121"/>
                  <a:pt x="5011761" y="252663"/>
                </a:cubicBezTo>
                <a:lnTo>
                  <a:pt x="5011761" y="3417637"/>
                </a:lnTo>
                <a:cubicBezTo>
                  <a:pt x="5011761" y="3557179"/>
                  <a:pt x="4898640" y="3670300"/>
                  <a:pt x="4759098" y="3670300"/>
                </a:cubicBezTo>
                <a:lnTo>
                  <a:pt x="252663" y="3670300"/>
                </a:lnTo>
                <a:cubicBezTo>
                  <a:pt x="113121" y="3670300"/>
                  <a:pt x="0" y="3557179"/>
                  <a:pt x="0" y="3417637"/>
                </a:cubicBezTo>
                <a:lnTo>
                  <a:pt x="0" y="252663"/>
                </a:lnTo>
                <a:cubicBezTo>
                  <a:pt x="0" y="113121"/>
                  <a:pt x="113121" y="0"/>
                  <a:pt x="25266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1E9F4175-2390-A860-5E40-EC371CBFF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90738"/>
            <a:ext cx="4180299" cy="1281113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lang="pt-BR" sz="5400" b="1" i="0" u="none" strike="noStrike" cap="none" spc="-100" baseline="0" smtClean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BFE60DE9-FE1D-4AB9-A804-328587DBA3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399" y="4268788"/>
            <a:ext cx="3302001" cy="725487"/>
          </a:xfrm>
        </p:spPr>
        <p:txBody>
          <a:bodyPr>
            <a:noAutofit/>
          </a:bodyPr>
          <a:lstStyle>
            <a:lvl1pPr marR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baseline="0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8" name="Espaço Reservado para Imagem 17">
            <a:extLst>
              <a:ext uri="{FF2B5EF4-FFF2-40B4-BE49-F238E27FC236}">
                <a16:creationId xmlns:a16="http://schemas.microsoft.com/office/drawing/2014/main" id="{5F9FC45B-C121-09B4-0303-93E71801124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535652" y="323890"/>
            <a:ext cx="1630143" cy="1816276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BR"/>
              <a:t>Grafismo (opcional)</a:t>
            </a:r>
          </a:p>
        </p:txBody>
      </p:sp>
    </p:spTree>
    <p:extLst>
      <p:ext uri="{BB962C8B-B14F-4D97-AF65-F5344CB8AC3E}">
        <p14:creationId xmlns:p14="http://schemas.microsoft.com/office/powerpoint/2010/main" val="19850687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2 #azu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7">
            <a:extLst>
              <a:ext uri="{FF2B5EF4-FFF2-40B4-BE49-F238E27FC236}">
                <a16:creationId xmlns:a16="http://schemas.microsoft.com/office/drawing/2014/main" id="{AF8990A5-F5D6-7ABF-BEDC-5AFCFB60B7A0}"/>
              </a:ext>
            </a:extLst>
          </p:cNvPr>
          <p:cNvSpPr/>
          <p:nvPr userDrawn="1"/>
        </p:nvSpPr>
        <p:spPr>
          <a:xfrm>
            <a:off x="6554661" y="639763"/>
            <a:ext cx="5637340" cy="6218237"/>
          </a:xfrm>
          <a:custGeom>
            <a:avLst/>
            <a:gdLst>
              <a:gd name="connsiteX0" fmla="*/ 3474173 w 5498706"/>
              <a:gd name="connsiteY0" fmla="*/ 0 h 6065318"/>
              <a:gd name="connsiteX1" fmla="*/ 5416616 w 5498706"/>
              <a:gd name="connsiteY1" fmla="*/ 593334 h 6065318"/>
              <a:gd name="connsiteX2" fmla="*/ 5498706 w 5498706"/>
              <a:gd name="connsiteY2" fmla="*/ 654720 h 6065318"/>
              <a:gd name="connsiteX3" fmla="*/ 5498706 w 5498706"/>
              <a:gd name="connsiteY3" fmla="*/ 6065318 h 6065318"/>
              <a:gd name="connsiteX4" fmla="*/ 1165586 w 5498706"/>
              <a:gd name="connsiteY4" fmla="*/ 6065318 h 6065318"/>
              <a:gd name="connsiteX5" fmla="*/ 1017562 w 5498706"/>
              <a:gd name="connsiteY5" fmla="*/ 5930785 h 6065318"/>
              <a:gd name="connsiteX6" fmla="*/ 0 w 5498706"/>
              <a:gd name="connsiteY6" fmla="*/ 3474173 h 6065318"/>
              <a:gd name="connsiteX7" fmla="*/ 3474173 w 5498706"/>
              <a:gd name="connsiteY7" fmla="*/ 0 h 6065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8706" h="6065318">
                <a:moveTo>
                  <a:pt x="3474173" y="0"/>
                </a:moveTo>
                <a:cubicBezTo>
                  <a:pt x="4193698" y="0"/>
                  <a:pt x="4862135" y="218734"/>
                  <a:pt x="5416616" y="593334"/>
                </a:cubicBezTo>
                <a:lnTo>
                  <a:pt x="5498706" y="654720"/>
                </a:lnTo>
                <a:lnTo>
                  <a:pt x="5498706" y="6065318"/>
                </a:lnTo>
                <a:lnTo>
                  <a:pt x="1165586" y="6065318"/>
                </a:lnTo>
                <a:lnTo>
                  <a:pt x="1017562" y="5930785"/>
                </a:lnTo>
                <a:cubicBezTo>
                  <a:pt x="388860" y="5302083"/>
                  <a:pt x="0" y="4433540"/>
                  <a:pt x="0" y="3474173"/>
                </a:cubicBezTo>
                <a:cubicBezTo>
                  <a:pt x="0" y="1555440"/>
                  <a:pt x="1555440" y="0"/>
                  <a:pt x="347417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3" name="Oval 7">
            <a:extLst>
              <a:ext uri="{FF2B5EF4-FFF2-40B4-BE49-F238E27FC236}">
                <a16:creationId xmlns:a16="http://schemas.microsoft.com/office/drawing/2014/main" id="{E25AC08E-91FA-01EA-A886-BF25C77C1534}"/>
              </a:ext>
            </a:extLst>
          </p:cNvPr>
          <p:cNvSpPr/>
          <p:nvPr userDrawn="1"/>
        </p:nvSpPr>
        <p:spPr>
          <a:xfrm>
            <a:off x="5488857" y="3789837"/>
            <a:ext cx="2408876" cy="2408876"/>
          </a:xfrm>
          <a:prstGeom prst="ellipse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6" name="Rectangle: Rounded Corners 11">
            <a:extLst>
              <a:ext uri="{FF2B5EF4-FFF2-40B4-BE49-F238E27FC236}">
                <a16:creationId xmlns:a16="http://schemas.microsoft.com/office/drawing/2014/main" id="{B4888BF6-6D83-B35F-7CB4-457FD9697BE0}"/>
              </a:ext>
            </a:extLst>
          </p:cNvPr>
          <p:cNvSpPr/>
          <p:nvPr userDrawn="1"/>
        </p:nvSpPr>
        <p:spPr>
          <a:xfrm>
            <a:off x="914399" y="5340109"/>
            <a:ext cx="1725959" cy="39658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>
                <a:solidFill>
                  <a:schemeClr val="bg1"/>
                </a:solidFill>
              </a:rPr>
              <a:t>Iniciar</a:t>
            </a:r>
            <a:r>
              <a:rPr lang="en-US" sz="1100">
                <a:solidFill>
                  <a:schemeClr val="bg1"/>
                </a:solidFill>
              </a:rPr>
              <a:t> </a:t>
            </a:r>
            <a:r>
              <a:rPr lang="en-US" sz="1100" err="1">
                <a:solidFill>
                  <a:schemeClr val="bg1"/>
                </a:solidFill>
              </a:rPr>
              <a:t>Apresentação</a:t>
            </a:r>
            <a:endParaRPr lang="en-ID" sz="1100">
              <a:solidFill>
                <a:schemeClr val="bg1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05B3D1A-3A4F-B238-C7BC-7500DE1242CE}"/>
              </a:ext>
            </a:extLst>
          </p:cNvPr>
          <p:cNvSpPr txBox="1"/>
          <p:nvPr userDrawn="1"/>
        </p:nvSpPr>
        <p:spPr>
          <a:xfrm>
            <a:off x="6253141" y="5257463"/>
            <a:ext cx="61446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90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5D50FE14-E076-3357-CEA4-12B561EB19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585919" y="-127586"/>
            <a:ext cx="1577057" cy="1853043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1C9F4191-FA1B-FB73-7396-0C61ECE184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EE2D293-C725-44C2-AFD6-EFB0838DCB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53140" y="1868099"/>
            <a:ext cx="6194383" cy="3861697"/>
          </a:xfrm>
          <a:custGeom>
            <a:avLst/>
            <a:gdLst>
              <a:gd name="connsiteX0" fmla="*/ 252663 w 5011761"/>
              <a:gd name="connsiteY0" fmla="*/ 0 h 3670300"/>
              <a:gd name="connsiteX1" fmla="*/ 4759098 w 5011761"/>
              <a:gd name="connsiteY1" fmla="*/ 0 h 3670300"/>
              <a:gd name="connsiteX2" fmla="*/ 5011761 w 5011761"/>
              <a:gd name="connsiteY2" fmla="*/ 252663 h 3670300"/>
              <a:gd name="connsiteX3" fmla="*/ 5011761 w 5011761"/>
              <a:gd name="connsiteY3" fmla="*/ 3417637 h 3670300"/>
              <a:gd name="connsiteX4" fmla="*/ 4759098 w 5011761"/>
              <a:gd name="connsiteY4" fmla="*/ 3670300 h 3670300"/>
              <a:gd name="connsiteX5" fmla="*/ 252663 w 5011761"/>
              <a:gd name="connsiteY5" fmla="*/ 3670300 h 3670300"/>
              <a:gd name="connsiteX6" fmla="*/ 0 w 5011761"/>
              <a:gd name="connsiteY6" fmla="*/ 3417637 h 3670300"/>
              <a:gd name="connsiteX7" fmla="*/ 0 w 5011761"/>
              <a:gd name="connsiteY7" fmla="*/ 252663 h 3670300"/>
              <a:gd name="connsiteX8" fmla="*/ 252663 w 5011761"/>
              <a:gd name="connsiteY8" fmla="*/ 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11761" h="3670300">
                <a:moveTo>
                  <a:pt x="252663" y="0"/>
                </a:moveTo>
                <a:lnTo>
                  <a:pt x="4759098" y="0"/>
                </a:lnTo>
                <a:cubicBezTo>
                  <a:pt x="4898640" y="0"/>
                  <a:pt x="5011761" y="113121"/>
                  <a:pt x="5011761" y="252663"/>
                </a:cubicBezTo>
                <a:lnTo>
                  <a:pt x="5011761" y="3417637"/>
                </a:lnTo>
                <a:cubicBezTo>
                  <a:pt x="5011761" y="3557179"/>
                  <a:pt x="4898640" y="3670300"/>
                  <a:pt x="4759098" y="3670300"/>
                </a:cubicBezTo>
                <a:lnTo>
                  <a:pt x="252663" y="3670300"/>
                </a:lnTo>
                <a:cubicBezTo>
                  <a:pt x="113121" y="3670300"/>
                  <a:pt x="0" y="3557179"/>
                  <a:pt x="0" y="3417637"/>
                </a:cubicBezTo>
                <a:lnTo>
                  <a:pt x="0" y="252663"/>
                </a:lnTo>
                <a:cubicBezTo>
                  <a:pt x="0" y="113121"/>
                  <a:pt x="113121" y="0"/>
                  <a:pt x="25266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1E9F4175-2390-A860-5E40-EC371CBFF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90738"/>
            <a:ext cx="4180299" cy="1281113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lang="pt-BR" sz="5400" b="1" i="0" u="none" strike="noStrike" cap="none" spc="-100" baseline="0" smtClean="0">
                <a:solidFill>
                  <a:schemeClr val="accent2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BFE60DE9-FE1D-4AB9-A804-328587DBA3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399" y="4268788"/>
            <a:ext cx="3302001" cy="725487"/>
          </a:xfrm>
        </p:spPr>
        <p:txBody>
          <a:bodyPr>
            <a:noAutofit/>
          </a:bodyPr>
          <a:lstStyle>
            <a:lvl1pPr marR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baseline="0" dirty="0">
                <a:solidFill>
                  <a:schemeClr val="bg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8" name="Espaço Reservado para Imagem 17">
            <a:extLst>
              <a:ext uri="{FF2B5EF4-FFF2-40B4-BE49-F238E27FC236}">
                <a16:creationId xmlns:a16="http://schemas.microsoft.com/office/drawing/2014/main" id="{5F9FC45B-C121-09B4-0303-93E71801124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535652" y="323890"/>
            <a:ext cx="1630143" cy="1816276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BR"/>
              <a:t>Grafismo (opcional)</a:t>
            </a:r>
          </a:p>
        </p:txBody>
      </p:sp>
    </p:spTree>
    <p:extLst>
      <p:ext uri="{BB962C8B-B14F-4D97-AF65-F5344CB8AC3E}">
        <p14:creationId xmlns:p14="http://schemas.microsoft.com/office/powerpoint/2010/main" val="334812891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2 #vermelh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7">
            <a:extLst>
              <a:ext uri="{FF2B5EF4-FFF2-40B4-BE49-F238E27FC236}">
                <a16:creationId xmlns:a16="http://schemas.microsoft.com/office/drawing/2014/main" id="{AF8990A5-F5D6-7ABF-BEDC-5AFCFB60B7A0}"/>
              </a:ext>
            </a:extLst>
          </p:cNvPr>
          <p:cNvSpPr/>
          <p:nvPr userDrawn="1"/>
        </p:nvSpPr>
        <p:spPr>
          <a:xfrm>
            <a:off x="6554661" y="639763"/>
            <a:ext cx="5637340" cy="6218237"/>
          </a:xfrm>
          <a:custGeom>
            <a:avLst/>
            <a:gdLst>
              <a:gd name="connsiteX0" fmla="*/ 3474173 w 5498706"/>
              <a:gd name="connsiteY0" fmla="*/ 0 h 6065318"/>
              <a:gd name="connsiteX1" fmla="*/ 5416616 w 5498706"/>
              <a:gd name="connsiteY1" fmla="*/ 593334 h 6065318"/>
              <a:gd name="connsiteX2" fmla="*/ 5498706 w 5498706"/>
              <a:gd name="connsiteY2" fmla="*/ 654720 h 6065318"/>
              <a:gd name="connsiteX3" fmla="*/ 5498706 w 5498706"/>
              <a:gd name="connsiteY3" fmla="*/ 6065318 h 6065318"/>
              <a:gd name="connsiteX4" fmla="*/ 1165586 w 5498706"/>
              <a:gd name="connsiteY4" fmla="*/ 6065318 h 6065318"/>
              <a:gd name="connsiteX5" fmla="*/ 1017562 w 5498706"/>
              <a:gd name="connsiteY5" fmla="*/ 5930785 h 6065318"/>
              <a:gd name="connsiteX6" fmla="*/ 0 w 5498706"/>
              <a:gd name="connsiteY6" fmla="*/ 3474173 h 6065318"/>
              <a:gd name="connsiteX7" fmla="*/ 3474173 w 5498706"/>
              <a:gd name="connsiteY7" fmla="*/ 0 h 6065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8706" h="6065318">
                <a:moveTo>
                  <a:pt x="3474173" y="0"/>
                </a:moveTo>
                <a:cubicBezTo>
                  <a:pt x="4193698" y="0"/>
                  <a:pt x="4862135" y="218734"/>
                  <a:pt x="5416616" y="593334"/>
                </a:cubicBezTo>
                <a:lnTo>
                  <a:pt x="5498706" y="654720"/>
                </a:lnTo>
                <a:lnTo>
                  <a:pt x="5498706" y="6065318"/>
                </a:lnTo>
                <a:lnTo>
                  <a:pt x="1165586" y="6065318"/>
                </a:lnTo>
                <a:lnTo>
                  <a:pt x="1017562" y="5930785"/>
                </a:lnTo>
                <a:cubicBezTo>
                  <a:pt x="388860" y="5302083"/>
                  <a:pt x="0" y="4433540"/>
                  <a:pt x="0" y="3474173"/>
                </a:cubicBezTo>
                <a:cubicBezTo>
                  <a:pt x="0" y="1555440"/>
                  <a:pt x="1555440" y="0"/>
                  <a:pt x="34741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3" name="Oval 7">
            <a:extLst>
              <a:ext uri="{FF2B5EF4-FFF2-40B4-BE49-F238E27FC236}">
                <a16:creationId xmlns:a16="http://schemas.microsoft.com/office/drawing/2014/main" id="{E25AC08E-91FA-01EA-A886-BF25C77C1534}"/>
              </a:ext>
            </a:extLst>
          </p:cNvPr>
          <p:cNvSpPr/>
          <p:nvPr userDrawn="1"/>
        </p:nvSpPr>
        <p:spPr>
          <a:xfrm>
            <a:off x="5488857" y="3789837"/>
            <a:ext cx="2408876" cy="2408876"/>
          </a:xfrm>
          <a:prstGeom prst="ellipse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6" name="Rectangle: Rounded Corners 11">
            <a:extLst>
              <a:ext uri="{FF2B5EF4-FFF2-40B4-BE49-F238E27FC236}">
                <a16:creationId xmlns:a16="http://schemas.microsoft.com/office/drawing/2014/main" id="{B4888BF6-6D83-B35F-7CB4-457FD9697BE0}"/>
              </a:ext>
            </a:extLst>
          </p:cNvPr>
          <p:cNvSpPr/>
          <p:nvPr userDrawn="1"/>
        </p:nvSpPr>
        <p:spPr>
          <a:xfrm>
            <a:off x="914399" y="5340109"/>
            <a:ext cx="1725959" cy="3965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>
                <a:solidFill>
                  <a:schemeClr val="bg1"/>
                </a:solidFill>
              </a:rPr>
              <a:t>Iniciar</a:t>
            </a:r>
            <a:r>
              <a:rPr lang="en-US" sz="1100">
                <a:solidFill>
                  <a:schemeClr val="bg1"/>
                </a:solidFill>
              </a:rPr>
              <a:t> </a:t>
            </a:r>
            <a:r>
              <a:rPr lang="en-US" sz="1100" err="1">
                <a:solidFill>
                  <a:schemeClr val="bg1"/>
                </a:solidFill>
              </a:rPr>
              <a:t>Apresentação</a:t>
            </a:r>
            <a:endParaRPr lang="en-ID" sz="1100">
              <a:solidFill>
                <a:schemeClr val="bg1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05B3D1A-3A4F-B238-C7BC-7500DE1242CE}"/>
              </a:ext>
            </a:extLst>
          </p:cNvPr>
          <p:cNvSpPr txBox="1"/>
          <p:nvPr userDrawn="1"/>
        </p:nvSpPr>
        <p:spPr>
          <a:xfrm>
            <a:off x="6253141" y="5257463"/>
            <a:ext cx="61446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90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5D50FE14-E076-3357-CEA4-12B561EB19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585919" y="-127586"/>
            <a:ext cx="1577057" cy="1853043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1C9F4191-FA1B-FB73-7396-0C61ECE184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EE2D293-C725-44C2-AFD6-EFB0838DCB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53140" y="1868099"/>
            <a:ext cx="6194383" cy="3861697"/>
          </a:xfrm>
          <a:custGeom>
            <a:avLst/>
            <a:gdLst>
              <a:gd name="connsiteX0" fmla="*/ 252663 w 5011761"/>
              <a:gd name="connsiteY0" fmla="*/ 0 h 3670300"/>
              <a:gd name="connsiteX1" fmla="*/ 4759098 w 5011761"/>
              <a:gd name="connsiteY1" fmla="*/ 0 h 3670300"/>
              <a:gd name="connsiteX2" fmla="*/ 5011761 w 5011761"/>
              <a:gd name="connsiteY2" fmla="*/ 252663 h 3670300"/>
              <a:gd name="connsiteX3" fmla="*/ 5011761 w 5011761"/>
              <a:gd name="connsiteY3" fmla="*/ 3417637 h 3670300"/>
              <a:gd name="connsiteX4" fmla="*/ 4759098 w 5011761"/>
              <a:gd name="connsiteY4" fmla="*/ 3670300 h 3670300"/>
              <a:gd name="connsiteX5" fmla="*/ 252663 w 5011761"/>
              <a:gd name="connsiteY5" fmla="*/ 3670300 h 3670300"/>
              <a:gd name="connsiteX6" fmla="*/ 0 w 5011761"/>
              <a:gd name="connsiteY6" fmla="*/ 3417637 h 3670300"/>
              <a:gd name="connsiteX7" fmla="*/ 0 w 5011761"/>
              <a:gd name="connsiteY7" fmla="*/ 252663 h 3670300"/>
              <a:gd name="connsiteX8" fmla="*/ 252663 w 5011761"/>
              <a:gd name="connsiteY8" fmla="*/ 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11761" h="3670300">
                <a:moveTo>
                  <a:pt x="252663" y="0"/>
                </a:moveTo>
                <a:lnTo>
                  <a:pt x="4759098" y="0"/>
                </a:lnTo>
                <a:cubicBezTo>
                  <a:pt x="4898640" y="0"/>
                  <a:pt x="5011761" y="113121"/>
                  <a:pt x="5011761" y="252663"/>
                </a:cubicBezTo>
                <a:lnTo>
                  <a:pt x="5011761" y="3417637"/>
                </a:lnTo>
                <a:cubicBezTo>
                  <a:pt x="5011761" y="3557179"/>
                  <a:pt x="4898640" y="3670300"/>
                  <a:pt x="4759098" y="3670300"/>
                </a:cubicBezTo>
                <a:lnTo>
                  <a:pt x="252663" y="3670300"/>
                </a:lnTo>
                <a:cubicBezTo>
                  <a:pt x="113121" y="3670300"/>
                  <a:pt x="0" y="3557179"/>
                  <a:pt x="0" y="3417637"/>
                </a:cubicBezTo>
                <a:lnTo>
                  <a:pt x="0" y="252663"/>
                </a:lnTo>
                <a:cubicBezTo>
                  <a:pt x="0" y="113121"/>
                  <a:pt x="113121" y="0"/>
                  <a:pt x="25266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1E9F4175-2390-A860-5E40-EC371CBFF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90738"/>
            <a:ext cx="4180299" cy="1281113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lang="pt-BR" sz="5400" b="1" i="0" u="none" strike="noStrike" cap="none" spc="-100" baseline="0" smtClean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BFE60DE9-FE1D-4AB9-A804-328587DBA3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399" y="4268788"/>
            <a:ext cx="3302001" cy="725487"/>
          </a:xfrm>
        </p:spPr>
        <p:txBody>
          <a:bodyPr>
            <a:noAutofit/>
          </a:bodyPr>
          <a:lstStyle>
            <a:lvl1pPr marR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baseline="0" dirty="0">
                <a:solidFill>
                  <a:schemeClr val="bg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8" name="Espaço Reservado para Imagem 17">
            <a:extLst>
              <a:ext uri="{FF2B5EF4-FFF2-40B4-BE49-F238E27FC236}">
                <a16:creationId xmlns:a16="http://schemas.microsoft.com/office/drawing/2014/main" id="{5F9FC45B-C121-09B4-0303-93E71801124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535652" y="323890"/>
            <a:ext cx="1630143" cy="1816276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BR"/>
              <a:t>Grafismo (opcional)</a:t>
            </a:r>
          </a:p>
        </p:txBody>
      </p:sp>
    </p:spTree>
    <p:extLst>
      <p:ext uri="{BB962C8B-B14F-4D97-AF65-F5344CB8AC3E}">
        <p14:creationId xmlns:p14="http://schemas.microsoft.com/office/powerpoint/2010/main" val="271297170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63E891D6-3C9E-6CA7-58C5-A99C0C4D22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58099" y="274462"/>
            <a:ext cx="1577057" cy="185304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827399-D6D9-8189-3904-36F5D8797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38195"/>
            <a:ext cx="5067300" cy="1326091"/>
          </a:xfrm>
          <a:prstGeom prst="rect">
            <a:avLst/>
          </a:prstGeom>
        </p:spPr>
        <p:txBody>
          <a:bodyPr>
            <a:noAutofit/>
          </a:bodyPr>
          <a:lstStyle>
            <a:lvl1pPr marR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4800" b="1" i="0" u="none" strike="noStrike" cap="none" spc="-100" baseline="0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53DD9C0-0B7B-4802-9204-0F90379C05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30111" y="1170710"/>
            <a:ext cx="4516582" cy="4516582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333"/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3DA375F6-7AA0-AEC1-BC95-CE2BAFBDE8A2}"/>
              </a:ext>
            </a:extLst>
          </p:cNvPr>
          <p:cNvSpPr/>
          <p:nvPr userDrawn="1"/>
        </p:nvSpPr>
        <p:spPr>
          <a:xfrm>
            <a:off x="6114793" y="1078111"/>
            <a:ext cx="4747217" cy="4747217"/>
          </a:xfrm>
          <a:prstGeom prst="ellipse">
            <a:avLst/>
          </a:prstGeom>
          <a:noFill/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264327539">
                  <a:custGeom>
                    <a:avLst/>
                    <a:gdLst>
                      <a:gd name="connsiteX0" fmla="*/ 0 w 4747217"/>
                      <a:gd name="connsiteY0" fmla="*/ 2373609 h 4747217"/>
                      <a:gd name="connsiteX1" fmla="*/ 2373609 w 4747217"/>
                      <a:gd name="connsiteY1" fmla="*/ 0 h 4747217"/>
                      <a:gd name="connsiteX2" fmla="*/ 4747218 w 4747217"/>
                      <a:gd name="connsiteY2" fmla="*/ 2373609 h 4747217"/>
                      <a:gd name="connsiteX3" fmla="*/ 2373609 w 4747217"/>
                      <a:gd name="connsiteY3" fmla="*/ 4747218 h 4747217"/>
                      <a:gd name="connsiteX4" fmla="*/ 0 w 4747217"/>
                      <a:gd name="connsiteY4" fmla="*/ 2373609 h 4747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747217" h="4747217" extrusionOk="0">
                        <a:moveTo>
                          <a:pt x="0" y="2373609"/>
                        </a:moveTo>
                        <a:cubicBezTo>
                          <a:pt x="-47287" y="930507"/>
                          <a:pt x="1050209" y="-151600"/>
                          <a:pt x="2373609" y="0"/>
                        </a:cubicBezTo>
                        <a:cubicBezTo>
                          <a:pt x="3459270" y="-54555"/>
                          <a:pt x="4685701" y="1074288"/>
                          <a:pt x="4747218" y="2373609"/>
                        </a:cubicBezTo>
                        <a:cubicBezTo>
                          <a:pt x="4844760" y="3890868"/>
                          <a:pt x="3836141" y="4684234"/>
                          <a:pt x="2373609" y="4747218"/>
                        </a:cubicBezTo>
                        <a:cubicBezTo>
                          <a:pt x="1311770" y="4759003"/>
                          <a:pt x="3635" y="3726051"/>
                          <a:pt x="0" y="237360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33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F3284FE4-4CFB-8D54-E3D2-F2EE05FC53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386" y="1200983"/>
            <a:ext cx="1412714" cy="829797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E1E74A66-AB3B-0B9D-E917-184B6A4C99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85919" y="-473413"/>
            <a:ext cx="1577057" cy="1853043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40E63747-3802-E5CE-C8ED-52D01051B737}"/>
              </a:ext>
            </a:extLst>
          </p:cNvPr>
          <p:cNvSpPr txBox="1">
            <a:spLocks/>
          </p:cNvSpPr>
          <p:nvPr userDrawn="1"/>
        </p:nvSpPr>
        <p:spPr>
          <a:xfrm>
            <a:off x="914400" y="4763247"/>
            <a:ext cx="5067300" cy="13260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R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4800" b="1" i="0" u="none" strike="noStrike" kern="1200" cap="none" spc="-40" baseline="0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endParaRPr lang="pt-BR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6AB1257F-413F-25D8-39C5-3FCF673DA0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4268788"/>
            <a:ext cx="5067300" cy="261937"/>
          </a:xfrm>
        </p:spPr>
        <p:txBody>
          <a:bodyPr>
            <a:noAutofit/>
          </a:bodyPr>
          <a:lstStyle>
            <a:lvl1pPr marR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>
                <a:srgbClr val="000000"/>
              </a:buClr>
              <a:buFont typeface="Arial"/>
              <a:buNone/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>
                <a:srgbClr val="000000"/>
              </a:buClr>
              <a:buFont typeface="Arial"/>
              <a:buNone/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2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1E35B455-200F-4413-6A26-E292AAB88A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0751250" y="5199385"/>
            <a:ext cx="953097" cy="95309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825313D-A284-DF6E-CA0F-9FEA8047887C}"/>
              </a:ext>
            </a:extLst>
          </p:cNvPr>
          <p:cNvSpPr/>
          <p:nvPr userDrawn="1"/>
        </p:nvSpPr>
        <p:spPr>
          <a:xfrm>
            <a:off x="914399" y="5094580"/>
            <a:ext cx="1725959" cy="3965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>
                <a:solidFill>
                  <a:schemeClr val="bg1"/>
                </a:solidFill>
              </a:rPr>
              <a:t>Iniciar</a:t>
            </a:r>
            <a:r>
              <a:rPr lang="en-US" sz="1100">
                <a:solidFill>
                  <a:schemeClr val="bg1"/>
                </a:solidFill>
              </a:rPr>
              <a:t> </a:t>
            </a:r>
            <a:r>
              <a:rPr lang="en-US" sz="1100" err="1">
                <a:solidFill>
                  <a:schemeClr val="bg1"/>
                </a:solidFill>
              </a:rPr>
              <a:t>Apresentação</a:t>
            </a:r>
            <a:endParaRPr lang="en-ID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929743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3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63E891D6-3C9E-6CA7-58C5-A99C0C4D22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58099" y="274462"/>
            <a:ext cx="1577057" cy="185304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827399-D6D9-8189-3904-36F5D8797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38195"/>
            <a:ext cx="5067300" cy="1326091"/>
          </a:xfrm>
          <a:prstGeom prst="rect">
            <a:avLst/>
          </a:prstGeom>
        </p:spPr>
        <p:txBody>
          <a:bodyPr>
            <a:noAutofit/>
          </a:bodyPr>
          <a:lstStyle>
            <a:lvl1pPr marR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4800" b="1" i="0" u="none" strike="noStrike" cap="none" spc="-100" baseline="0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53DD9C0-0B7B-4802-9204-0F90379C05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30111" y="1170710"/>
            <a:ext cx="4516582" cy="4516582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333"/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3DA375F6-7AA0-AEC1-BC95-CE2BAFBDE8A2}"/>
              </a:ext>
            </a:extLst>
          </p:cNvPr>
          <p:cNvSpPr/>
          <p:nvPr userDrawn="1"/>
        </p:nvSpPr>
        <p:spPr>
          <a:xfrm>
            <a:off x="6114793" y="1078111"/>
            <a:ext cx="4747217" cy="4747217"/>
          </a:xfrm>
          <a:prstGeom prst="ellipse">
            <a:avLst/>
          </a:prstGeom>
          <a:noFill/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264327539">
                  <a:custGeom>
                    <a:avLst/>
                    <a:gdLst>
                      <a:gd name="connsiteX0" fmla="*/ 0 w 4747217"/>
                      <a:gd name="connsiteY0" fmla="*/ 2373609 h 4747217"/>
                      <a:gd name="connsiteX1" fmla="*/ 2373609 w 4747217"/>
                      <a:gd name="connsiteY1" fmla="*/ 0 h 4747217"/>
                      <a:gd name="connsiteX2" fmla="*/ 4747218 w 4747217"/>
                      <a:gd name="connsiteY2" fmla="*/ 2373609 h 4747217"/>
                      <a:gd name="connsiteX3" fmla="*/ 2373609 w 4747217"/>
                      <a:gd name="connsiteY3" fmla="*/ 4747218 h 4747217"/>
                      <a:gd name="connsiteX4" fmla="*/ 0 w 4747217"/>
                      <a:gd name="connsiteY4" fmla="*/ 2373609 h 4747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747217" h="4747217" extrusionOk="0">
                        <a:moveTo>
                          <a:pt x="0" y="2373609"/>
                        </a:moveTo>
                        <a:cubicBezTo>
                          <a:pt x="-47287" y="930507"/>
                          <a:pt x="1050209" y="-151600"/>
                          <a:pt x="2373609" y="0"/>
                        </a:cubicBezTo>
                        <a:cubicBezTo>
                          <a:pt x="3459270" y="-54555"/>
                          <a:pt x="4685701" y="1074288"/>
                          <a:pt x="4747218" y="2373609"/>
                        </a:cubicBezTo>
                        <a:cubicBezTo>
                          <a:pt x="4844760" y="3890868"/>
                          <a:pt x="3836141" y="4684234"/>
                          <a:pt x="2373609" y="4747218"/>
                        </a:cubicBezTo>
                        <a:cubicBezTo>
                          <a:pt x="1311770" y="4759003"/>
                          <a:pt x="3635" y="3726051"/>
                          <a:pt x="0" y="237360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33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F3284FE4-4CFB-8D54-E3D2-F2EE05FC53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386" y="1200983"/>
            <a:ext cx="1412714" cy="829797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E1E74A66-AB3B-0B9D-E917-184B6A4C99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85919" y="-473413"/>
            <a:ext cx="1577057" cy="1853043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40E63747-3802-E5CE-C8ED-52D01051B737}"/>
              </a:ext>
            </a:extLst>
          </p:cNvPr>
          <p:cNvSpPr txBox="1">
            <a:spLocks/>
          </p:cNvSpPr>
          <p:nvPr userDrawn="1"/>
        </p:nvSpPr>
        <p:spPr>
          <a:xfrm>
            <a:off x="914400" y="4763247"/>
            <a:ext cx="5067300" cy="13260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R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4800" b="1" i="0" u="none" strike="noStrike" kern="1200" cap="none" spc="-40" baseline="0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endParaRPr lang="pt-BR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6AB1257F-413F-25D8-39C5-3FCF673DA0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4268788"/>
            <a:ext cx="5067300" cy="261937"/>
          </a:xfrm>
        </p:spPr>
        <p:txBody>
          <a:bodyPr>
            <a:noAutofit/>
          </a:bodyPr>
          <a:lstStyle>
            <a:lvl1pPr marR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>
                <a:srgbClr val="000000"/>
              </a:buClr>
              <a:buFont typeface="Arial"/>
              <a:buNone/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>
                <a:srgbClr val="000000"/>
              </a:buClr>
              <a:buFont typeface="Arial"/>
              <a:buNone/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2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1E35B455-200F-4413-6A26-E292AAB88A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0751250" y="5199385"/>
            <a:ext cx="953097" cy="95309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825313D-A284-DF6E-CA0F-9FEA8047887C}"/>
              </a:ext>
            </a:extLst>
          </p:cNvPr>
          <p:cNvSpPr/>
          <p:nvPr userDrawn="1"/>
        </p:nvSpPr>
        <p:spPr>
          <a:xfrm>
            <a:off x="914399" y="5094580"/>
            <a:ext cx="1725959" cy="3965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>
                <a:solidFill>
                  <a:schemeClr val="bg1"/>
                </a:solidFill>
              </a:rPr>
              <a:t>Iniciar</a:t>
            </a:r>
            <a:r>
              <a:rPr lang="en-US" sz="1100">
                <a:solidFill>
                  <a:schemeClr val="bg1"/>
                </a:solidFill>
              </a:rPr>
              <a:t> </a:t>
            </a:r>
            <a:r>
              <a:rPr lang="en-US" sz="1100" err="1">
                <a:solidFill>
                  <a:schemeClr val="bg1"/>
                </a:solidFill>
              </a:rPr>
              <a:t>Apresentação</a:t>
            </a:r>
            <a:endParaRPr lang="en-ID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2652566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3 #azu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63E891D6-3C9E-6CA7-58C5-A99C0C4D22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58099" y="274462"/>
            <a:ext cx="1577057" cy="185304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827399-D6D9-8189-3904-36F5D8797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38195"/>
            <a:ext cx="5067300" cy="1326091"/>
          </a:xfrm>
          <a:prstGeom prst="rect">
            <a:avLst/>
          </a:prstGeom>
        </p:spPr>
        <p:txBody>
          <a:bodyPr>
            <a:noAutofit/>
          </a:bodyPr>
          <a:lstStyle>
            <a:lvl1pPr marR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4800" b="1" i="0" u="none" strike="noStrike" cap="none" spc="-100" baseline="0" dirty="0">
                <a:solidFill>
                  <a:schemeClr val="accent2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53DD9C0-0B7B-4802-9204-0F90379C05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30111" y="1170710"/>
            <a:ext cx="4516582" cy="4516582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333"/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3DA375F6-7AA0-AEC1-BC95-CE2BAFBDE8A2}"/>
              </a:ext>
            </a:extLst>
          </p:cNvPr>
          <p:cNvSpPr/>
          <p:nvPr userDrawn="1"/>
        </p:nvSpPr>
        <p:spPr>
          <a:xfrm>
            <a:off x="6114793" y="1078111"/>
            <a:ext cx="4747217" cy="4747217"/>
          </a:xfrm>
          <a:prstGeom prst="ellipse">
            <a:avLst/>
          </a:prstGeom>
          <a:noFill/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264327539">
                  <a:custGeom>
                    <a:avLst/>
                    <a:gdLst>
                      <a:gd name="connsiteX0" fmla="*/ 0 w 4747217"/>
                      <a:gd name="connsiteY0" fmla="*/ 2373609 h 4747217"/>
                      <a:gd name="connsiteX1" fmla="*/ 2373609 w 4747217"/>
                      <a:gd name="connsiteY1" fmla="*/ 0 h 4747217"/>
                      <a:gd name="connsiteX2" fmla="*/ 4747218 w 4747217"/>
                      <a:gd name="connsiteY2" fmla="*/ 2373609 h 4747217"/>
                      <a:gd name="connsiteX3" fmla="*/ 2373609 w 4747217"/>
                      <a:gd name="connsiteY3" fmla="*/ 4747218 h 4747217"/>
                      <a:gd name="connsiteX4" fmla="*/ 0 w 4747217"/>
                      <a:gd name="connsiteY4" fmla="*/ 2373609 h 4747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747217" h="4747217" extrusionOk="0">
                        <a:moveTo>
                          <a:pt x="0" y="2373609"/>
                        </a:moveTo>
                        <a:cubicBezTo>
                          <a:pt x="-47287" y="930507"/>
                          <a:pt x="1050209" y="-151600"/>
                          <a:pt x="2373609" y="0"/>
                        </a:cubicBezTo>
                        <a:cubicBezTo>
                          <a:pt x="3459270" y="-54555"/>
                          <a:pt x="4685701" y="1074288"/>
                          <a:pt x="4747218" y="2373609"/>
                        </a:cubicBezTo>
                        <a:cubicBezTo>
                          <a:pt x="4844760" y="3890868"/>
                          <a:pt x="3836141" y="4684234"/>
                          <a:pt x="2373609" y="4747218"/>
                        </a:cubicBezTo>
                        <a:cubicBezTo>
                          <a:pt x="1311770" y="4759003"/>
                          <a:pt x="3635" y="3726051"/>
                          <a:pt x="0" y="237360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33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F3284FE4-4CFB-8D54-E3D2-F2EE05FC53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386" y="1200983"/>
            <a:ext cx="1412714" cy="829797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E1E74A66-AB3B-0B9D-E917-184B6A4C99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85919" y="-473413"/>
            <a:ext cx="1577057" cy="1853043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40E63747-3802-E5CE-C8ED-52D01051B737}"/>
              </a:ext>
            </a:extLst>
          </p:cNvPr>
          <p:cNvSpPr txBox="1">
            <a:spLocks/>
          </p:cNvSpPr>
          <p:nvPr userDrawn="1"/>
        </p:nvSpPr>
        <p:spPr>
          <a:xfrm>
            <a:off x="914400" y="4763247"/>
            <a:ext cx="5067300" cy="13260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R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4800" b="1" i="0" u="none" strike="noStrike" kern="1200" cap="none" spc="-40" baseline="0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endParaRPr lang="pt-BR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6AB1257F-413F-25D8-39C5-3FCF673DA0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4268788"/>
            <a:ext cx="5067300" cy="261937"/>
          </a:xfrm>
        </p:spPr>
        <p:txBody>
          <a:bodyPr>
            <a:noAutofit/>
          </a:bodyPr>
          <a:lstStyle>
            <a:lvl1pPr marR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>
                <a:srgbClr val="000000"/>
              </a:buClr>
              <a:buFont typeface="Arial"/>
              <a:buNone/>
              <a:defRPr lang="pt-BR" sz="1100" b="0" i="0" u="none" strike="noStrike" kern="1200" cap="all" spc="1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>
                <a:srgbClr val="000000"/>
              </a:buClr>
              <a:buFont typeface="Arial"/>
              <a:buNone/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2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1E35B455-200F-4413-6A26-E292AAB88A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0751250" y="5199385"/>
            <a:ext cx="953097" cy="95309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825313D-A284-DF6E-CA0F-9FEA8047887C}"/>
              </a:ext>
            </a:extLst>
          </p:cNvPr>
          <p:cNvSpPr/>
          <p:nvPr userDrawn="1"/>
        </p:nvSpPr>
        <p:spPr>
          <a:xfrm>
            <a:off x="914399" y="5094580"/>
            <a:ext cx="1725959" cy="39658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>
                <a:solidFill>
                  <a:schemeClr val="bg1"/>
                </a:solidFill>
              </a:rPr>
              <a:t>Iniciar</a:t>
            </a:r>
            <a:r>
              <a:rPr lang="en-US" sz="1100">
                <a:solidFill>
                  <a:schemeClr val="bg1"/>
                </a:solidFill>
              </a:rPr>
              <a:t> </a:t>
            </a:r>
            <a:r>
              <a:rPr lang="en-US" sz="1100" err="1">
                <a:solidFill>
                  <a:schemeClr val="bg1"/>
                </a:solidFill>
              </a:rPr>
              <a:t>Apresentação</a:t>
            </a:r>
            <a:endParaRPr lang="en-ID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13079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3 #vermelh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63E891D6-3C9E-6CA7-58C5-A99C0C4D22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58099" y="274462"/>
            <a:ext cx="1577057" cy="185304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827399-D6D9-8189-3904-36F5D8797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38195"/>
            <a:ext cx="5067300" cy="1326091"/>
          </a:xfrm>
          <a:prstGeom prst="rect">
            <a:avLst/>
          </a:prstGeom>
        </p:spPr>
        <p:txBody>
          <a:bodyPr>
            <a:noAutofit/>
          </a:bodyPr>
          <a:lstStyle>
            <a:lvl1pPr marR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4800" b="1" i="0" u="none" strike="noStrike" cap="none" spc="-100" baseline="0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53DD9C0-0B7B-4802-9204-0F90379C05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30111" y="1170710"/>
            <a:ext cx="4516582" cy="4516582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333"/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3DA375F6-7AA0-AEC1-BC95-CE2BAFBDE8A2}"/>
              </a:ext>
            </a:extLst>
          </p:cNvPr>
          <p:cNvSpPr/>
          <p:nvPr userDrawn="1"/>
        </p:nvSpPr>
        <p:spPr>
          <a:xfrm>
            <a:off x="6114793" y="1078111"/>
            <a:ext cx="4747217" cy="4747217"/>
          </a:xfrm>
          <a:prstGeom prst="ellipse">
            <a:avLst/>
          </a:prstGeom>
          <a:noFill/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264327539">
                  <a:custGeom>
                    <a:avLst/>
                    <a:gdLst>
                      <a:gd name="connsiteX0" fmla="*/ 0 w 4747217"/>
                      <a:gd name="connsiteY0" fmla="*/ 2373609 h 4747217"/>
                      <a:gd name="connsiteX1" fmla="*/ 2373609 w 4747217"/>
                      <a:gd name="connsiteY1" fmla="*/ 0 h 4747217"/>
                      <a:gd name="connsiteX2" fmla="*/ 4747218 w 4747217"/>
                      <a:gd name="connsiteY2" fmla="*/ 2373609 h 4747217"/>
                      <a:gd name="connsiteX3" fmla="*/ 2373609 w 4747217"/>
                      <a:gd name="connsiteY3" fmla="*/ 4747218 h 4747217"/>
                      <a:gd name="connsiteX4" fmla="*/ 0 w 4747217"/>
                      <a:gd name="connsiteY4" fmla="*/ 2373609 h 4747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747217" h="4747217" extrusionOk="0">
                        <a:moveTo>
                          <a:pt x="0" y="2373609"/>
                        </a:moveTo>
                        <a:cubicBezTo>
                          <a:pt x="-47287" y="930507"/>
                          <a:pt x="1050209" y="-151600"/>
                          <a:pt x="2373609" y="0"/>
                        </a:cubicBezTo>
                        <a:cubicBezTo>
                          <a:pt x="3459270" y="-54555"/>
                          <a:pt x="4685701" y="1074288"/>
                          <a:pt x="4747218" y="2373609"/>
                        </a:cubicBezTo>
                        <a:cubicBezTo>
                          <a:pt x="4844760" y="3890868"/>
                          <a:pt x="3836141" y="4684234"/>
                          <a:pt x="2373609" y="4747218"/>
                        </a:cubicBezTo>
                        <a:cubicBezTo>
                          <a:pt x="1311770" y="4759003"/>
                          <a:pt x="3635" y="3726051"/>
                          <a:pt x="0" y="237360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33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F3284FE4-4CFB-8D54-E3D2-F2EE05FC53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386" y="1200983"/>
            <a:ext cx="1412714" cy="829797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E1E74A66-AB3B-0B9D-E917-184B6A4C99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85919" y="-473413"/>
            <a:ext cx="1577057" cy="1853043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40E63747-3802-E5CE-C8ED-52D01051B737}"/>
              </a:ext>
            </a:extLst>
          </p:cNvPr>
          <p:cNvSpPr txBox="1">
            <a:spLocks/>
          </p:cNvSpPr>
          <p:nvPr userDrawn="1"/>
        </p:nvSpPr>
        <p:spPr>
          <a:xfrm>
            <a:off x="914400" y="4763247"/>
            <a:ext cx="5067300" cy="13260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R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4800" b="1" i="0" u="none" strike="noStrike" kern="1200" cap="none" spc="-40" baseline="0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endParaRPr lang="pt-BR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6AB1257F-413F-25D8-39C5-3FCF673DA0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4268788"/>
            <a:ext cx="5067300" cy="261937"/>
          </a:xfrm>
        </p:spPr>
        <p:txBody>
          <a:bodyPr>
            <a:noAutofit/>
          </a:bodyPr>
          <a:lstStyle>
            <a:lvl1pPr marR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>
                <a:srgbClr val="000000"/>
              </a:buClr>
              <a:buFont typeface="Arial"/>
              <a:buNone/>
              <a:defRPr lang="pt-BR" sz="1100" b="0" i="0" u="none" strike="noStrike" kern="1200" cap="all" spc="1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>
                <a:srgbClr val="000000"/>
              </a:buClr>
              <a:buFont typeface="Arial"/>
              <a:buNone/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2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1E35B455-200F-4413-6A26-E292AAB88A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0751250" y="5199385"/>
            <a:ext cx="953097" cy="95309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825313D-A284-DF6E-CA0F-9FEA8047887C}"/>
              </a:ext>
            </a:extLst>
          </p:cNvPr>
          <p:cNvSpPr/>
          <p:nvPr userDrawn="1"/>
        </p:nvSpPr>
        <p:spPr>
          <a:xfrm>
            <a:off x="914399" y="5094580"/>
            <a:ext cx="1725959" cy="3965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>
                <a:solidFill>
                  <a:schemeClr val="bg1"/>
                </a:solidFill>
              </a:rPr>
              <a:t>Iniciar</a:t>
            </a:r>
            <a:r>
              <a:rPr lang="en-US" sz="1100">
                <a:solidFill>
                  <a:schemeClr val="bg1"/>
                </a:solidFill>
              </a:rPr>
              <a:t> </a:t>
            </a:r>
            <a:r>
              <a:rPr lang="en-US" sz="1100" err="1">
                <a:solidFill>
                  <a:schemeClr val="bg1"/>
                </a:solidFill>
              </a:rPr>
              <a:t>Apresentação</a:t>
            </a:r>
            <a:endParaRPr lang="en-ID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7129383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Imagem 19">
            <a:extLst>
              <a:ext uri="{FF2B5EF4-FFF2-40B4-BE49-F238E27FC236}">
                <a16:creationId xmlns:a16="http://schemas.microsoft.com/office/drawing/2014/main" id="{F9F2879B-1708-B68F-540E-494C085AD7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28390" y="1527646"/>
            <a:ext cx="4170660" cy="4170660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647610-F492-48EE-CCB8-AD39FEEDC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2816225"/>
            <a:ext cx="5067300" cy="1281113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lang="pt-BR" sz="4800" b="1" i="0" u="none" strike="noStrike" cap="none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AD957BC-C55B-0228-16B7-203A598615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6350"/>
            <a:ext cx="2667000" cy="365125"/>
          </a:xfrm>
          <a:prstGeom prst="rect">
            <a:avLst/>
          </a:prstGeom>
        </p:spPr>
        <p:txBody>
          <a:bodyPr/>
          <a:lstStyle/>
          <a:p>
            <a:fld id="{3E6DD1D3-15F5-4616-A348-AC448C8A14AB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4899489-77E4-8AF7-E1D1-B8CA56026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9760599-4CA6-3D27-2B73-A6CBCEE6E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667000" cy="365125"/>
          </a:xfrm>
          <a:prstGeom prst="rect">
            <a:avLst/>
          </a:prstGeom>
        </p:spPr>
        <p:txBody>
          <a:bodyPr/>
          <a:lstStyle/>
          <a:p>
            <a:fld id="{F43D91A0-3E8E-4090-8D40-C0F9E742A5CB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Círculo (Outline Foto)">
            <a:extLst>
              <a:ext uri="{FF2B5EF4-FFF2-40B4-BE49-F238E27FC236}">
                <a16:creationId xmlns:a16="http://schemas.microsoft.com/office/drawing/2014/main" id="{DEE7ED6F-280B-4BC1-CF9E-415E582F157A}"/>
              </a:ext>
            </a:extLst>
          </p:cNvPr>
          <p:cNvSpPr/>
          <p:nvPr userDrawn="1"/>
        </p:nvSpPr>
        <p:spPr>
          <a:xfrm>
            <a:off x="805218" y="1404474"/>
            <a:ext cx="4417004" cy="4417004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33"/>
          </a:p>
        </p:txBody>
      </p:sp>
      <p:pic>
        <p:nvPicPr>
          <p:cNvPr id="10" name="Grafismo - Círculos">
            <a:extLst>
              <a:ext uri="{FF2B5EF4-FFF2-40B4-BE49-F238E27FC236}">
                <a16:creationId xmlns:a16="http://schemas.microsoft.com/office/drawing/2014/main" id="{B7C94C14-8C01-C13E-14B6-1ECF9CC706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35889" y="274462"/>
            <a:ext cx="1837252" cy="2158772"/>
          </a:xfrm>
          <a:prstGeom prst="rect">
            <a:avLst/>
          </a:prstGeom>
        </p:spPr>
      </p:pic>
      <p:grpSp>
        <p:nvGrpSpPr>
          <p:cNvPr id="12" name="Grafismo - Topografia">
            <a:extLst>
              <a:ext uri="{FF2B5EF4-FFF2-40B4-BE49-F238E27FC236}">
                <a16:creationId xmlns:a16="http://schemas.microsoft.com/office/drawing/2014/main" id="{7CCC5CB8-61CD-43A9-DF2F-4F45D1B21138}"/>
              </a:ext>
            </a:extLst>
          </p:cNvPr>
          <p:cNvGrpSpPr/>
          <p:nvPr userDrawn="1"/>
        </p:nvGrpSpPr>
        <p:grpSpPr>
          <a:xfrm rot="10800000">
            <a:off x="161924" y="6509730"/>
            <a:ext cx="12030075" cy="475316"/>
            <a:chOff x="0" y="6347706"/>
            <a:chExt cx="11687627" cy="461786"/>
          </a:xfrm>
        </p:grpSpPr>
        <p:pic>
          <p:nvPicPr>
            <p:cNvPr id="13" name="Google Shape;108;p2">
              <a:extLst>
                <a:ext uri="{FF2B5EF4-FFF2-40B4-BE49-F238E27FC236}">
                  <a16:creationId xmlns:a16="http://schemas.microsoft.com/office/drawing/2014/main" id="{60B6082C-721D-B164-36FA-60EC2677FB6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61474"/>
            <a:stretch/>
          </p:blipFill>
          <p:spPr>
            <a:xfrm>
              <a:off x="0" y="6347706"/>
              <a:ext cx="5849257" cy="4617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09;p2">
              <a:extLst>
                <a:ext uri="{FF2B5EF4-FFF2-40B4-BE49-F238E27FC236}">
                  <a16:creationId xmlns:a16="http://schemas.microsoft.com/office/drawing/2014/main" id="{780DA761-98CD-4A24-6B8B-363BFEA33EE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61474"/>
            <a:stretch/>
          </p:blipFill>
          <p:spPr>
            <a:xfrm>
              <a:off x="5838371" y="6347706"/>
              <a:ext cx="5849257" cy="46178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" name="Logo">
            <a:extLst>
              <a:ext uri="{FF2B5EF4-FFF2-40B4-BE49-F238E27FC236}">
                <a16:creationId xmlns:a16="http://schemas.microsoft.com/office/drawing/2014/main" id="{1A7D77B8-D82B-EE46-59A3-B08122B3BB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4286" y="1200983"/>
            <a:ext cx="1412714" cy="829797"/>
          </a:xfrm>
          <a:prstGeom prst="rect">
            <a:avLst/>
          </a:prstGeom>
        </p:spPr>
      </p:pic>
      <p:sp>
        <p:nvSpPr>
          <p:cNvPr id="18" name="Espaço Reservado para Texto 17">
            <a:extLst>
              <a:ext uri="{FF2B5EF4-FFF2-40B4-BE49-F238E27FC236}">
                <a16:creationId xmlns:a16="http://schemas.microsoft.com/office/drawing/2014/main" id="{A590A436-C4FC-90AF-4136-6CB7CD1825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0300" y="4268788"/>
            <a:ext cx="5067300" cy="365125"/>
          </a:xfrm>
        </p:spPr>
        <p:txBody>
          <a:bodyPr>
            <a:normAutofit/>
          </a:bodyPr>
          <a:lstStyle>
            <a:lvl1pPr>
              <a:defRPr lang="pt-BR" sz="1100" b="0" i="0" u="none" strike="noStrike" kern="1200" cap="all" spc="100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00B443F9-E135-FF3E-E804-8FB8BE3E819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400" y="1862138"/>
            <a:ext cx="2419350" cy="2178050"/>
          </a:xfrm>
        </p:spPr>
        <p:txBody>
          <a:bodyPr/>
          <a:lstStyle>
            <a:lvl1pPr algn="ctr">
              <a:defRPr b="0">
                <a:solidFill>
                  <a:schemeClr val="accent2"/>
                </a:solidFill>
              </a:defRPr>
            </a:lvl1pPr>
          </a:lstStyle>
          <a:p>
            <a:r>
              <a:rPr lang="pt-BR"/>
              <a:t>Grafismo </a:t>
            </a:r>
            <a:br>
              <a:rPr lang="pt-BR"/>
            </a:br>
            <a:r>
              <a:rPr lang="pt-BR"/>
              <a:t>(opcional)</a:t>
            </a:r>
          </a:p>
        </p:txBody>
      </p:sp>
      <p:pic>
        <p:nvPicPr>
          <p:cNvPr id="26" name="Gráfico 25">
            <a:extLst>
              <a:ext uri="{FF2B5EF4-FFF2-40B4-BE49-F238E27FC236}">
                <a16:creationId xmlns:a16="http://schemas.microsoft.com/office/drawing/2014/main" id="{F1A091A3-AFD6-49CA-1829-37DA249DD2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585919" y="-483062"/>
            <a:ext cx="1577057" cy="185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558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4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Imagem 19">
            <a:extLst>
              <a:ext uri="{FF2B5EF4-FFF2-40B4-BE49-F238E27FC236}">
                <a16:creationId xmlns:a16="http://schemas.microsoft.com/office/drawing/2014/main" id="{F9F2879B-1708-B68F-540E-494C085AD7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28390" y="1527646"/>
            <a:ext cx="4170660" cy="4170660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647610-F492-48EE-CCB8-AD39FEEDC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2816225"/>
            <a:ext cx="5067300" cy="1281113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lang="pt-BR" sz="4800" b="1" i="0" u="none" strike="noStrike" cap="none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AD957BC-C55B-0228-16B7-203A598615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6350"/>
            <a:ext cx="2667000" cy="365125"/>
          </a:xfrm>
          <a:prstGeom prst="rect">
            <a:avLst/>
          </a:prstGeom>
        </p:spPr>
        <p:txBody>
          <a:bodyPr/>
          <a:lstStyle/>
          <a:p>
            <a:fld id="{3E6DD1D3-15F5-4616-A348-AC448C8A14AB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4899489-77E4-8AF7-E1D1-B8CA56026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9760599-4CA6-3D27-2B73-A6CBCEE6E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667000" cy="365125"/>
          </a:xfrm>
          <a:prstGeom prst="rect">
            <a:avLst/>
          </a:prstGeom>
        </p:spPr>
        <p:txBody>
          <a:bodyPr/>
          <a:lstStyle/>
          <a:p>
            <a:fld id="{F43D91A0-3E8E-4090-8D40-C0F9E742A5CB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Círculo (Outline Foto)">
            <a:extLst>
              <a:ext uri="{FF2B5EF4-FFF2-40B4-BE49-F238E27FC236}">
                <a16:creationId xmlns:a16="http://schemas.microsoft.com/office/drawing/2014/main" id="{DEE7ED6F-280B-4BC1-CF9E-415E582F157A}"/>
              </a:ext>
            </a:extLst>
          </p:cNvPr>
          <p:cNvSpPr/>
          <p:nvPr userDrawn="1"/>
        </p:nvSpPr>
        <p:spPr>
          <a:xfrm>
            <a:off x="805218" y="1404474"/>
            <a:ext cx="4417004" cy="4417004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33"/>
          </a:p>
        </p:txBody>
      </p:sp>
      <p:pic>
        <p:nvPicPr>
          <p:cNvPr id="10" name="Grafismo - Círculos">
            <a:extLst>
              <a:ext uri="{FF2B5EF4-FFF2-40B4-BE49-F238E27FC236}">
                <a16:creationId xmlns:a16="http://schemas.microsoft.com/office/drawing/2014/main" id="{B7C94C14-8C01-C13E-14B6-1ECF9CC706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35889" y="274462"/>
            <a:ext cx="1837252" cy="2158772"/>
          </a:xfrm>
          <a:prstGeom prst="rect">
            <a:avLst/>
          </a:prstGeom>
        </p:spPr>
      </p:pic>
      <p:grpSp>
        <p:nvGrpSpPr>
          <p:cNvPr id="12" name="Grafismo - Topografia">
            <a:extLst>
              <a:ext uri="{FF2B5EF4-FFF2-40B4-BE49-F238E27FC236}">
                <a16:creationId xmlns:a16="http://schemas.microsoft.com/office/drawing/2014/main" id="{7CCC5CB8-61CD-43A9-DF2F-4F45D1B21138}"/>
              </a:ext>
            </a:extLst>
          </p:cNvPr>
          <p:cNvGrpSpPr/>
          <p:nvPr userDrawn="1"/>
        </p:nvGrpSpPr>
        <p:grpSpPr>
          <a:xfrm rot="10800000">
            <a:off x="161924" y="6509730"/>
            <a:ext cx="12030075" cy="475316"/>
            <a:chOff x="0" y="6347706"/>
            <a:chExt cx="11687627" cy="461786"/>
          </a:xfrm>
        </p:grpSpPr>
        <p:pic>
          <p:nvPicPr>
            <p:cNvPr id="13" name="Google Shape;108;p2">
              <a:extLst>
                <a:ext uri="{FF2B5EF4-FFF2-40B4-BE49-F238E27FC236}">
                  <a16:creationId xmlns:a16="http://schemas.microsoft.com/office/drawing/2014/main" id="{60B6082C-721D-B164-36FA-60EC2677FB6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61474"/>
            <a:stretch/>
          </p:blipFill>
          <p:spPr>
            <a:xfrm>
              <a:off x="0" y="6347706"/>
              <a:ext cx="5849257" cy="4617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09;p2">
              <a:extLst>
                <a:ext uri="{FF2B5EF4-FFF2-40B4-BE49-F238E27FC236}">
                  <a16:creationId xmlns:a16="http://schemas.microsoft.com/office/drawing/2014/main" id="{780DA761-98CD-4A24-6B8B-363BFEA33EE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61474"/>
            <a:stretch/>
          </p:blipFill>
          <p:spPr>
            <a:xfrm>
              <a:off x="5838371" y="6347706"/>
              <a:ext cx="5849257" cy="46178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" name="Logo">
            <a:extLst>
              <a:ext uri="{FF2B5EF4-FFF2-40B4-BE49-F238E27FC236}">
                <a16:creationId xmlns:a16="http://schemas.microsoft.com/office/drawing/2014/main" id="{1A7D77B8-D82B-EE46-59A3-B08122B3BB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4286" y="1200983"/>
            <a:ext cx="1412714" cy="829797"/>
          </a:xfrm>
          <a:prstGeom prst="rect">
            <a:avLst/>
          </a:prstGeom>
        </p:spPr>
      </p:pic>
      <p:sp>
        <p:nvSpPr>
          <p:cNvPr id="18" name="Espaço Reservado para Texto 17">
            <a:extLst>
              <a:ext uri="{FF2B5EF4-FFF2-40B4-BE49-F238E27FC236}">
                <a16:creationId xmlns:a16="http://schemas.microsoft.com/office/drawing/2014/main" id="{A590A436-C4FC-90AF-4136-6CB7CD1825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0300" y="4268788"/>
            <a:ext cx="5067300" cy="365125"/>
          </a:xfrm>
        </p:spPr>
        <p:txBody>
          <a:bodyPr>
            <a:normAutofit/>
          </a:bodyPr>
          <a:lstStyle>
            <a:lvl1pPr>
              <a:defRPr lang="pt-BR" sz="1100" b="0" i="0" u="none" strike="noStrike" kern="1200" cap="all" spc="100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00B443F9-E135-FF3E-E804-8FB8BE3E819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400" y="1862138"/>
            <a:ext cx="2419350" cy="2178050"/>
          </a:xfrm>
        </p:spPr>
        <p:txBody>
          <a:bodyPr/>
          <a:lstStyle>
            <a:lvl1pPr algn="ctr">
              <a:defRPr b="0">
                <a:solidFill>
                  <a:schemeClr val="accent2"/>
                </a:solidFill>
              </a:defRPr>
            </a:lvl1pPr>
          </a:lstStyle>
          <a:p>
            <a:r>
              <a:rPr lang="pt-BR"/>
              <a:t>Grafismo </a:t>
            </a:r>
            <a:br>
              <a:rPr lang="pt-BR"/>
            </a:br>
            <a:r>
              <a:rPr lang="pt-BR"/>
              <a:t>(opcional)</a:t>
            </a:r>
          </a:p>
        </p:txBody>
      </p:sp>
      <p:pic>
        <p:nvPicPr>
          <p:cNvPr id="26" name="Gráfico 25">
            <a:extLst>
              <a:ext uri="{FF2B5EF4-FFF2-40B4-BE49-F238E27FC236}">
                <a16:creationId xmlns:a16="http://schemas.microsoft.com/office/drawing/2014/main" id="{F1A091A3-AFD6-49CA-1829-37DA249DD2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585919" y="-483062"/>
            <a:ext cx="1577057" cy="185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541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4 #azu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Imagem 19">
            <a:extLst>
              <a:ext uri="{FF2B5EF4-FFF2-40B4-BE49-F238E27FC236}">
                <a16:creationId xmlns:a16="http://schemas.microsoft.com/office/drawing/2014/main" id="{F9F2879B-1708-B68F-540E-494C085AD7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28390" y="1527646"/>
            <a:ext cx="4170660" cy="4170660"/>
          </a:xfrm>
          <a:prstGeom prst="ellipse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647610-F492-48EE-CCB8-AD39FEEDC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2816225"/>
            <a:ext cx="5067300" cy="1281113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lang="pt-BR" sz="4800" b="1" i="0" u="none" strike="noStrike" cap="none" dirty="0">
                <a:solidFill>
                  <a:schemeClr val="accent2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AD957BC-C55B-0228-16B7-203A598615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6350"/>
            <a:ext cx="2667000" cy="365125"/>
          </a:xfrm>
          <a:prstGeom prst="rect">
            <a:avLst/>
          </a:prstGeom>
        </p:spPr>
        <p:txBody>
          <a:bodyPr/>
          <a:lstStyle/>
          <a:p>
            <a:fld id="{3E6DD1D3-15F5-4616-A348-AC448C8A14AB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4899489-77E4-8AF7-E1D1-B8CA56026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9760599-4CA6-3D27-2B73-A6CBCEE6E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667000" cy="365125"/>
          </a:xfrm>
          <a:prstGeom prst="rect">
            <a:avLst/>
          </a:prstGeom>
        </p:spPr>
        <p:txBody>
          <a:bodyPr/>
          <a:lstStyle/>
          <a:p>
            <a:fld id="{F43D91A0-3E8E-4090-8D40-C0F9E742A5CB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Círculo (Outline Foto)">
            <a:extLst>
              <a:ext uri="{FF2B5EF4-FFF2-40B4-BE49-F238E27FC236}">
                <a16:creationId xmlns:a16="http://schemas.microsoft.com/office/drawing/2014/main" id="{DEE7ED6F-280B-4BC1-CF9E-415E582F157A}"/>
              </a:ext>
            </a:extLst>
          </p:cNvPr>
          <p:cNvSpPr/>
          <p:nvPr userDrawn="1"/>
        </p:nvSpPr>
        <p:spPr>
          <a:xfrm>
            <a:off x="805218" y="1404474"/>
            <a:ext cx="4417004" cy="4417004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33"/>
          </a:p>
        </p:txBody>
      </p:sp>
      <p:pic>
        <p:nvPicPr>
          <p:cNvPr id="10" name="Grafismo - Círculos">
            <a:extLst>
              <a:ext uri="{FF2B5EF4-FFF2-40B4-BE49-F238E27FC236}">
                <a16:creationId xmlns:a16="http://schemas.microsoft.com/office/drawing/2014/main" id="{B7C94C14-8C01-C13E-14B6-1ECF9CC706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35889" y="274462"/>
            <a:ext cx="1837252" cy="2158772"/>
          </a:xfrm>
          <a:prstGeom prst="rect">
            <a:avLst/>
          </a:prstGeom>
        </p:spPr>
      </p:pic>
      <p:grpSp>
        <p:nvGrpSpPr>
          <p:cNvPr id="6" name="Agrupar 5">
            <a:extLst>
              <a:ext uri="{FF2B5EF4-FFF2-40B4-BE49-F238E27FC236}">
                <a16:creationId xmlns:a16="http://schemas.microsoft.com/office/drawing/2014/main" id="{A0F13ABD-3AAC-3CA6-6227-5C3D0783E109}"/>
              </a:ext>
            </a:extLst>
          </p:cNvPr>
          <p:cNvGrpSpPr/>
          <p:nvPr userDrawn="1"/>
        </p:nvGrpSpPr>
        <p:grpSpPr>
          <a:xfrm>
            <a:off x="161923" y="6509730"/>
            <a:ext cx="12030076" cy="475316"/>
            <a:chOff x="161923" y="6509730"/>
            <a:chExt cx="12030076" cy="475316"/>
          </a:xfrm>
        </p:grpSpPr>
        <p:pic>
          <p:nvPicPr>
            <p:cNvPr id="13" name="Google Shape;108;p2">
              <a:extLst>
                <a:ext uri="{FF2B5EF4-FFF2-40B4-BE49-F238E27FC236}">
                  <a16:creationId xmlns:a16="http://schemas.microsoft.com/office/drawing/2014/main" id="{60B6082C-721D-B164-36FA-60EC2677FB6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61474"/>
            <a:stretch/>
          </p:blipFill>
          <p:spPr>
            <a:xfrm rot="10800000">
              <a:off x="6171359" y="6509730"/>
              <a:ext cx="6020640" cy="4753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09;p2">
              <a:extLst>
                <a:ext uri="{FF2B5EF4-FFF2-40B4-BE49-F238E27FC236}">
                  <a16:creationId xmlns:a16="http://schemas.microsoft.com/office/drawing/2014/main" id="{780DA761-98CD-4A24-6B8B-363BFEA33EE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61474"/>
            <a:stretch/>
          </p:blipFill>
          <p:spPr>
            <a:xfrm rot="10800000">
              <a:off x="161923" y="6509730"/>
              <a:ext cx="6020640" cy="4753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" name="Logo">
            <a:extLst>
              <a:ext uri="{FF2B5EF4-FFF2-40B4-BE49-F238E27FC236}">
                <a16:creationId xmlns:a16="http://schemas.microsoft.com/office/drawing/2014/main" id="{1A7D77B8-D82B-EE46-59A3-B08122B3BB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4286" y="1200983"/>
            <a:ext cx="1412714" cy="829797"/>
          </a:xfrm>
          <a:prstGeom prst="rect">
            <a:avLst/>
          </a:prstGeom>
        </p:spPr>
      </p:pic>
      <p:sp>
        <p:nvSpPr>
          <p:cNvPr id="18" name="Espaço Reservado para Texto 17">
            <a:extLst>
              <a:ext uri="{FF2B5EF4-FFF2-40B4-BE49-F238E27FC236}">
                <a16:creationId xmlns:a16="http://schemas.microsoft.com/office/drawing/2014/main" id="{A590A436-C4FC-90AF-4136-6CB7CD1825F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10300" y="4268788"/>
            <a:ext cx="5067300" cy="365125"/>
          </a:xfrm>
        </p:spPr>
        <p:txBody>
          <a:bodyPr>
            <a:normAutofit/>
          </a:bodyPr>
          <a:lstStyle>
            <a:lvl1pPr>
              <a:defRPr lang="pt-BR" sz="1100" b="0" i="0" u="none" strike="noStrike" kern="1200" cap="all" spc="100" dirty="0" smtClean="0">
                <a:solidFill>
                  <a:schemeClr val="bg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00B443F9-E135-FF3E-E804-8FB8BE3E8195}"/>
              </a:ext>
            </a:extLst>
          </p:cNvPr>
          <p:cNvSpPr>
            <a:spLocks noGrp="1"/>
          </p:cNvSpPr>
          <p:nvPr userDrawn="1">
            <p:ph type="pic" sz="quarter" idx="15" hasCustomPrompt="1"/>
          </p:nvPr>
        </p:nvSpPr>
        <p:spPr>
          <a:xfrm>
            <a:off x="914400" y="1862138"/>
            <a:ext cx="2419350" cy="2178050"/>
          </a:xfrm>
        </p:spPr>
        <p:txBody>
          <a:bodyPr/>
          <a:lstStyle>
            <a:lvl1pPr algn="ctr">
              <a:defRPr b="0">
                <a:solidFill>
                  <a:schemeClr val="bg2"/>
                </a:solidFill>
              </a:defRPr>
            </a:lvl1pPr>
          </a:lstStyle>
          <a:p>
            <a:r>
              <a:rPr lang="pt-BR"/>
              <a:t>Grafismo </a:t>
            </a:r>
            <a:br>
              <a:rPr lang="pt-BR"/>
            </a:br>
            <a:r>
              <a:rPr lang="pt-BR"/>
              <a:t>(opcional)</a:t>
            </a:r>
          </a:p>
        </p:txBody>
      </p:sp>
      <p:pic>
        <p:nvPicPr>
          <p:cNvPr id="26" name="Gráfico 25">
            <a:extLst>
              <a:ext uri="{FF2B5EF4-FFF2-40B4-BE49-F238E27FC236}">
                <a16:creationId xmlns:a16="http://schemas.microsoft.com/office/drawing/2014/main" id="{F1A091A3-AFD6-49CA-1829-37DA249DD2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585919" y="-483062"/>
            <a:ext cx="1577057" cy="185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432176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4 #vermelh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Imagem 19">
            <a:extLst>
              <a:ext uri="{FF2B5EF4-FFF2-40B4-BE49-F238E27FC236}">
                <a16:creationId xmlns:a16="http://schemas.microsoft.com/office/drawing/2014/main" id="{F9F2879B-1708-B68F-540E-494C085AD7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28390" y="1527646"/>
            <a:ext cx="4170660" cy="4170660"/>
          </a:xfrm>
          <a:prstGeom prst="ellipse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647610-F492-48EE-CCB8-AD39FEEDC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2816225"/>
            <a:ext cx="5067300" cy="1281113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lang="pt-BR" sz="4800" b="1" i="0" u="none" strike="noStrike" cap="none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AD957BC-C55B-0228-16B7-203A598615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6350"/>
            <a:ext cx="2667000" cy="365125"/>
          </a:xfrm>
          <a:prstGeom prst="rect">
            <a:avLst/>
          </a:prstGeom>
        </p:spPr>
        <p:txBody>
          <a:bodyPr/>
          <a:lstStyle/>
          <a:p>
            <a:fld id="{3E6DD1D3-15F5-4616-A348-AC448C8A14AB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4899489-77E4-8AF7-E1D1-B8CA56026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9760599-4CA6-3D27-2B73-A6CBCEE6E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667000" cy="365125"/>
          </a:xfrm>
          <a:prstGeom prst="rect">
            <a:avLst/>
          </a:prstGeom>
        </p:spPr>
        <p:txBody>
          <a:bodyPr/>
          <a:lstStyle/>
          <a:p>
            <a:fld id="{F43D91A0-3E8E-4090-8D40-C0F9E742A5CB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Círculo (Outline Foto)">
            <a:extLst>
              <a:ext uri="{FF2B5EF4-FFF2-40B4-BE49-F238E27FC236}">
                <a16:creationId xmlns:a16="http://schemas.microsoft.com/office/drawing/2014/main" id="{DEE7ED6F-280B-4BC1-CF9E-415E582F157A}"/>
              </a:ext>
            </a:extLst>
          </p:cNvPr>
          <p:cNvSpPr/>
          <p:nvPr userDrawn="1"/>
        </p:nvSpPr>
        <p:spPr>
          <a:xfrm>
            <a:off x="805218" y="1404474"/>
            <a:ext cx="4417004" cy="4417004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33"/>
          </a:p>
        </p:txBody>
      </p:sp>
      <p:pic>
        <p:nvPicPr>
          <p:cNvPr id="10" name="Grafismo - Círculos">
            <a:extLst>
              <a:ext uri="{FF2B5EF4-FFF2-40B4-BE49-F238E27FC236}">
                <a16:creationId xmlns:a16="http://schemas.microsoft.com/office/drawing/2014/main" id="{B7C94C14-8C01-C13E-14B6-1ECF9CC706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35889" y="274462"/>
            <a:ext cx="1837252" cy="2158772"/>
          </a:xfrm>
          <a:prstGeom prst="rect">
            <a:avLst/>
          </a:prstGeom>
        </p:spPr>
      </p:pic>
      <p:grpSp>
        <p:nvGrpSpPr>
          <p:cNvPr id="6" name="Agrupar 5">
            <a:extLst>
              <a:ext uri="{FF2B5EF4-FFF2-40B4-BE49-F238E27FC236}">
                <a16:creationId xmlns:a16="http://schemas.microsoft.com/office/drawing/2014/main" id="{A0F13ABD-3AAC-3CA6-6227-5C3D0783E109}"/>
              </a:ext>
            </a:extLst>
          </p:cNvPr>
          <p:cNvGrpSpPr/>
          <p:nvPr userDrawn="1"/>
        </p:nvGrpSpPr>
        <p:grpSpPr>
          <a:xfrm>
            <a:off x="161923" y="6509730"/>
            <a:ext cx="12030076" cy="475316"/>
            <a:chOff x="161923" y="6509730"/>
            <a:chExt cx="12030076" cy="475316"/>
          </a:xfrm>
        </p:grpSpPr>
        <p:pic>
          <p:nvPicPr>
            <p:cNvPr id="13" name="Google Shape;108;p2">
              <a:extLst>
                <a:ext uri="{FF2B5EF4-FFF2-40B4-BE49-F238E27FC236}">
                  <a16:creationId xmlns:a16="http://schemas.microsoft.com/office/drawing/2014/main" id="{60B6082C-721D-B164-36FA-60EC2677FB6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b="61474"/>
            <a:stretch/>
          </p:blipFill>
          <p:spPr>
            <a:xfrm rot="10800000">
              <a:off x="6171359" y="6509730"/>
              <a:ext cx="6020640" cy="4753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09;p2">
              <a:extLst>
                <a:ext uri="{FF2B5EF4-FFF2-40B4-BE49-F238E27FC236}">
                  <a16:creationId xmlns:a16="http://schemas.microsoft.com/office/drawing/2014/main" id="{780DA761-98CD-4A24-6B8B-363BFEA33EE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b="61474"/>
            <a:stretch/>
          </p:blipFill>
          <p:spPr>
            <a:xfrm rot="10800000">
              <a:off x="161923" y="6509730"/>
              <a:ext cx="6020640" cy="4753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" name="Logo">
            <a:extLst>
              <a:ext uri="{FF2B5EF4-FFF2-40B4-BE49-F238E27FC236}">
                <a16:creationId xmlns:a16="http://schemas.microsoft.com/office/drawing/2014/main" id="{1A7D77B8-D82B-EE46-59A3-B08122B3BB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4286" y="1200983"/>
            <a:ext cx="1412714" cy="829797"/>
          </a:xfrm>
          <a:prstGeom prst="rect">
            <a:avLst/>
          </a:prstGeom>
        </p:spPr>
      </p:pic>
      <p:sp>
        <p:nvSpPr>
          <p:cNvPr id="18" name="Espaço Reservado para Texto 17">
            <a:extLst>
              <a:ext uri="{FF2B5EF4-FFF2-40B4-BE49-F238E27FC236}">
                <a16:creationId xmlns:a16="http://schemas.microsoft.com/office/drawing/2014/main" id="{A590A436-C4FC-90AF-4136-6CB7CD1825F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10300" y="4268788"/>
            <a:ext cx="5067300" cy="365125"/>
          </a:xfrm>
        </p:spPr>
        <p:txBody>
          <a:bodyPr>
            <a:normAutofit/>
          </a:bodyPr>
          <a:lstStyle>
            <a:lvl1pPr>
              <a:defRPr lang="pt-BR" sz="1100" b="0" i="0" u="none" strike="noStrike" kern="1200" cap="all" spc="100" dirty="0" smtClean="0">
                <a:solidFill>
                  <a:schemeClr val="bg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00B443F9-E135-FF3E-E804-8FB8BE3E8195}"/>
              </a:ext>
            </a:extLst>
          </p:cNvPr>
          <p:cNvSpPr>
            <a:spLocks noGrp="1"/>
          </p:cNvSpPr>
          <p:nvPr userDrawn="1">
            <p:ph type="pic" sz="quarter" idx="15" hasCustomPrompt="1"/>
          </p:nvPr>
        </p:nvSpPr>
        <p:spPr>
          <a:xfrm>
            <a:off x="914400" y="1862138"/>
            <a:ext cx="2419350" cy="2178050"/>
          </a:xfrm>
        </p:spPr>
        <p:txBody>
          <a:bodyPr/>
          <a:lstStyle>
            <a:lvl1pPr algn="ctr">
              <a:defRPr b="0">
                <a:solidFill>
                  <a:schemeClr val="bg2"/>
                </a:solidFill>
              </a:defRPr>
            </a:lvl1pPr>
          </a:lstStyle>
          <a:p>
            <a:r>
              <a:rPr lang="pt-BR"/>
              <a:t>Grafismo </a:t>
            </a:r>
            <a:br>
              <a:rPr lang="pt-BR"/>
            </a:br>
            <a:r>
              <a:rPr lang="pt-BR"/>
              <a:t>(opcional)</a:t>
            </a:r>
          </a:p>
        </p:txBody>
      </p:sp>
      <p:pic>
        <p:nvPicPr>
          <p:cNvPr id="26" name="Gráfico 25">
            <a:extLst>
              <a:ext uri="{FF2B5EF4-FFF2-40B4-BE49-F238E27FC236}">
                <a16:creationId xmlns:a16="http://schemas.microsoft.com/office/drawing/2014/main" id="{F1A091A3-AFD6-49CA-1829-37DA249DD2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585919" y="-483062"/>
            <a:ext cx="1577057" cy="185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94508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E3206E-0AB7-B63C-651D-884C11379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50" y="2090737"/>
            <a:ext cx="6832600" cy="2674937"/>
          </a:xfrm>
        </p:spPr>
        <p:txBody>
          <a:bodyPr anchor="ctr"/>
          <a:lstStyle>
            <a:lvl1pPr>
              <a:lnSpc>
                <a:spcPct val="80000"/>
              </a:lnSpc>
              <a:defRPr lang="pt-BR" sz="4400" b="1" i="0" u="none" strike="noStrike" kern="1200" cap="none" spc="-10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7" name="Espaço Reservado para Texto 4">
            <a:extLst>
              <a:ext uri="{FF2B5EF4-FFF2-40B4-BE49-F238E27FC236}">
                <a16:creationId xmlns:a16="http://schemas.microsoft.com/office/drawing/2014/main" id="{B9457824-AFC5-539D-B4C1-7A3A5E03DD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8538" y="4268788"/>
            <a:ext cx="6892925" cy="496887"/>
          </a:xfrm>
        </p:spPr>
        <p:txBody>
          <a:bodyPr lIns="108000" anchor="ctr">
            <a:normAutofit/>
          </a:bodyPr>
          <a:lstStyle>
            <a:lvl1pPr>
              <a:defRPr sz="1100" b="0" cap="all" spc="1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575969D-0F0E-88B6-17B4-F083C94DB6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438651" y="0"/>
            <a:ext cx="6858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CE54C1C0-D953-09FC-46AB-1CD803756B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362" y="4357257"/>
            <a:ext cx="1577057" cy="1853043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15B50A3B-6C12-DE17-8536-FE3F8B4AA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37414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5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E3206E-0AB7-B63C-651D-884C11379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50" y="2090737"/>
            <a:ext cx="6832600" cy="2674937"/>
          </a:xfrm>
        </p:spPr>
        <p:txBody>
          <a:bodyPr anchor="ctr"/>
          <a:lstStyle>
            <a:lvl1pPr>
              <a:lnSpc>
                <a:spcPct val="80000"/>
              </a:lnSpc>
              <a:defRPr lang="pt-BR" sz="4400" b="1" i="0" u="none" strike="noStrike" kern="1200" cap="none" spc="-10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7" name="Espaço Reservado para Texto 4">
            <a:extLst>
              <a:ext uri="{FF2B5EF4-FFF2-40B4-BE49-F238E27FC236}">
                <a16:creationId xmlns:a16="http://schemas.microsoft.com/office/drawing/2014/main" id="{B9457824-AFC5-539D-B4C1-7A3A5E03DD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8538" y="4268788"/>
            <a:ext cx="6892925" cy="496887"/>
          </a:xfrm>
        </p:spPr>
        <p:txBody>
          <a:bodyPr lIns="108000" anchor="ctr">
            <a:normAutofit/>
          </a:bodyPr>
          <a:lstStyle>
            <a:lvl1pPr>
              <a:defRPr sz="1100" b="0" cap="all" spc="1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575969D-0F0E-88B6-17B4-F083C94DB6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438651" y="0"/>
            <a:ext cx="6858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CE54C1C0-D953-09FC-46AB-1CD803756B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362" y="4357257"/>
            <a:ext cx="1577057" cy="1853043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15B50A3B-6C12-DE17-8536-FE3F8B4AA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959034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5 #Azu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E3206E-0AB7-B63C-651D-884C11379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50" y="2090737"/>
            <a:ext cx="6832600" cy="2674937"/>
          </a:xfrm>
        </p:spPr>
        <p:txBody>
          <a:bodyPr anchor="ctr"/>
          <a:lstStyle>
            <a:lvl1pPr>
              <a:lnSpc>
                <a:spcPct val="80000"/>
              </a:lnSpc>
              <a:defRPr lang="pt-BR" sz="4400" b="1" i="0" u="none" strike="noStrike" kern="1200" cap="none" spc="-1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7" name="Espaço Reservado para Texto 4">
            <a:extLst>
              <a:ext uri="{FF2B5EF4-FFF2-40B4-BE49-F238E27FC236}">
                <a16:creationId xmlns:a16="http://schemas.microsoft.com/office/drawing/2014/main" id="{B9457824-AFC5-539D-B4C1-7A3A5E03DD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8538" y="4268788"/>
            <a:ext cx="6892925" cy="496887"/>
          </a:xfrm>
        </p:spPr>
        <p:txBody>
          <a:bodyPr lIns="108000" anchor="ctr">
            <a:normAutofit/>
          </a:bodyPr>
          <a:lstStyle>
            <a:lvl1pPr>
              <a:defRPr sz="1100" b="0" cap="all" spc="1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575969D-0F0E-88B6-17B4-F083C94DB6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438651" y="0"/>
            <a:ext cx="6858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CE54C1C0-D953-09FC-46AB-1CD803756B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362" y="4357257"/>
            <a:ext cx="1577057" cy="1853043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15B50A3B-6C12-DE17-8536-FE3F8B4AA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" r="32"/>
          <a:stretch/>
        </p:blipFill>
        <p:spPr>
          <a:xfrm>
            <a:off x="1038386" y="476863"/>
            <a:ext cx="1411800" cy="82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804456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5 #Vermelh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E3206E-0AB7-B63C-651D-884C11379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50" y="2090737"/>
            <a:ext cx="6832600" cy="2674937"/>
          </a:xfrm>
        </p:spPr>
        <p:txBody>
          <a:bodyPr anchor="ctr"/>
          <a:lstStyle>
            <a:lvl1pPr>
              <a:lnSpc>
                <a:spcPct val="80000"/>
              </a:lnSpc>
              <a:defRPr lang="pt-BR" sz="4400" b="1" i="0" u="none" strike="noStrike" kern="1200" cap="none" spc="-1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575969D-0F0E-88B6-17B4-F083C94DB6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438651" y="0"/>
            <a:ext cx="6858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CE54C1C0-D953-09FC-46AB-1CD803756B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362" y="4357257"/>
            <a:ext cx="1577057" cy="1853043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15B50A3B-6C12-DE17-8536-FE3F8B4AA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" r="32"/>
          <a:stretch/>
        </p:blipFill>
        <p:spPr>
          <a:xfrm>
            <a:off x="1038386" y="476863"/>
            <a:ext cx="1411800" cy="829797"/>
          </a:xfrm>
          <a:prstGeom prst="rect">
            <a:avLst/>
          </a:prstGeom>
        </p:spPr>
      </p:pic>
      <p:sp>
        <p:nvSpPr>
          <p:cNvPr id="19" name="Espaço Reservado para Texto 4">
            <a:extLst>
              <a:ext uri="{FF2B5EF4-FFF2-40B4-BE49-F238E27FC236}">
                <a16:creationId xmlns:a16="http://schemas.microsoft.com/office/drawing/2014/main" id="{4D87E33E-59D6-DAD1-29AD-45184F79D6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8538" y="4268788"/>
            <a:ext cx="6892925" cy="496887"/>
          </a:xfrm>
        </p:spPr>
        <p:txBody>
          <a:bodyPr lIns="108000" anchor="ctr">
            <a:normAutofit/>
          </a:bodyPr>
          <a:lstStyle>
            <a:lvl1pPr>
              <a:defRPr sz="1100" b="0" cap="all" spc="1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113449371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m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88C2BB54-28D0-7B69-03DE-35D0AF230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5802" y="1131464"/>
            <a:ext cx="1918548" cy="1918548"/>
          </a:xfrm>
          <a:prstGeom prst="rect">
            <a:avLst/>
          </a:prstGeom>
        </p:spPr>
      </p:pic>
      <p:sp>
        <p:nvSpPr>
          <p:cNvPr id="3" name="Oval 5">
            <a:extLst>
              <a:ext uri="{FF2B5EF4-FFF2-40B4-BE49-F238E27FC236}">
                <a16:creationId xmlns:a16="http://schemas.microsoft.com/office/drawing/2014/main" id="{43A55EDC-8B05-1E90-D19A-7CF6933CD13C}"/>
              </a:ext>
            </a:extLst>
          </p:cNvPr>
          <p:cNvSpPr/>
          <p:nvPr userDrawn="1"/>
        </p:nvSpPr>
        <p:spPr>
          <a:xfrm>
            <a:off x="1982364" y="1365250"/>
            <a:ext cx="3629025" cy="36290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32D6C9E4-DEA1-2E9C-FC67-6A4B3C700A88}"/>
              </a:ext>
            </a:extLst>
          </p:cNvPr>
          <p:cNvSpPr/>
          <p:nvPr userDrawn="1"/>
        </p:nvSpPr>
        <p:spPr>
          <a:xfrm>
            <a:off x="245178" y="3817803"/>
            <a:ext cx="2398847" cy="2398847"/>
          </a:xfrm>
          <a:prstGeom prst="ellipse">
            <a:avLst/>
          </a:pr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1F0B2C9-2277-4E20-9A3E-370F2F56DD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2077553"/>
            <a:ext cx="5067300" cy="2916722"/>
          </a:xfrm>
          <a:custGeom>
            <a:avLst/>
            <a:gdLst>
              <a:gd name="connsiteX0" fmla="*/ 228225 w 4065392"/>
              <a:gd name="connsiteY0" fmla="*/ 0 h 2784249"/>
              <a:gd name="connsiteX1" fmla="*/ 3837167 w 4065392"/>
              <a:gd name="connsiteY1" fmla="*/ 0 h 2784249"/>
              <a:gd name="connsiteX2" fmla="*/ 4065392 w 4065392"/>
              <a:gd name="connsiteY2" fmla="*/ 228225 h 2784249"/>
              <a:gd name="connsiteX3" fmla="*/ 4065392 w 4065392"/>
              <a:gd name="connsiteY3" fmla="*/ 2556024 h 2784249"/>
              <a:gd name="connsiteX4" fmla="*/ 3837167 w 4065392"/>
              <a:gd name="connsiteY4" fmla="*/ 2784249 h 2784249"/>
              <a:gd name="connsiteX5" fmla="*/ 228225 w 4065392"/>
              <a:gd name="connsiteY5" fmla="*/ 2784249 h 2784249"/>
              <a:gd name="connsiteX6" fmla="*/ 0 w 4065392"/>
              <a:gd name="connsiteY6" fmla="*/ 2556024 h 2784249"/>
              <a:gd name="connsiteX7" fmla="*/ 0 w 4065392"/>
              <a:gd name="connsiteY7" fmla="*/ 228225 h 2784249"/>
              <a:gd name="connsiteX8" fmla="*/ 228225 w 4065392"/>
              <a:gd name="connsiteY8" fmla="*/ 0 h 2784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65392" h="2784249">
                <a:moveTo>
                  <a:pt x="228225" y="0"/>
                </a:moveTo>
                <a:lnTo>
                  <a:pt x="3837167" y="0"/>
                </a:lnTo>
                <a:cubicBezTo>
                  <a:pt x="3963212" y="0"/>
                  <a:pt x="4065392" y="102180"/>
                  <a:pt x="4065392" y="228225"/>
                </a:cubicBezTo>
                <a:lnTo>
                  <a:pt x="4065392" y="2556024"/>
                </a:lnTo>
                <a:cubicBezTo>
                  <a:pt x="4065392" y="2682069"/>
                  <a:pt x="3963212" y="2784249"/>
                  <a:pt x="3837167" y="2784249"/>
                </a:cubicBezTo>
                <a:lnTo>
                  <a:pt x="228225" y="2784249"/>
                </a:lnTo>
                <a:cubicBezTo>
                  <a:pt x="102180" y="2784249"/>
                  <a:pt x="0" y="2682069"/>
                  <a:pt x="0" y="2556024"/>
                </a:cubicBezTo>
                <a:lnTo>
                  <a:pt x="0" y="228225"/>
                </a:lnTo>
                <a:cubicBezTo>
                  <a:pt x="0" y="102180"/>
                  <a:pt x="102180" y="0"/>
                  <a:pt x="22822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86585591-BA78-5F86-74B4-C6BBAFFD1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2949" y="1033094"/>
            <a:ext cx="4184649" cy="1281113"/>
          </a:xfrm>
        </p:spPr>
        <p:txBody>
          <a:bodyPr>
            <a:noAutofit/>
          </a:bodyPr>
          <a:lstStyle>
            <a:lvl1pPr marR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3600" b="1" i="0" u="none" strike="noStrike" cap="none" spc="-100" baseline="0" dirty="0">
                <a:solidFill>
                  <a:schemeClr val="accent1"/>
                </a:solidFill>
                <a:latin typeface="+mj-lt"/>
                <a:ea typeface="Arial"/>
                <a:cs typeface="Arial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9BFCA3B0-88F8-CAC6-A24A-936EBBE347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92950" y="2726531"/>
            <a:ext cx="4184650" cy="1176337"/>
          </a:xfrm>
        </p:spPr>
        <p:txBody>
          <a:bodyPr>
            <a:normAutofit/>
          </a:bodyPr>
          <a:lstStyle>
            <a:lvl1pPr marR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637AC9F0-E48A-ACAF-2021-2D19AFEAF8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92950" y="638483"/>
            <a:ext cx="4184650" cy="347663"/>
          </a:xfrm>
        </p:spPr>
        <p:txBody>
          <a:bodyPr>
            <a:norm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100" b="0" i="0" u="none" strike="noStrike" cap="all" spc="100" baseline="0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</p:spTree>
    <p:extLst>
      <p:ext uri="{BB962C8B-B14F-4D97-AF65-F5344CB8AC3E}">
        <p14:creationId xmlns:p14="http://schemas.microsoft.com/office/powerpoint/2010/main" val="1088351474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e conteúdo 1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88C2BB54-28D0-7B69-03DE-35D0AF230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5802" y="1131464"/>
            <a:ext cx="1918548" cy="1918548"/>
          </a:xfrm>
          <a:prstGeom prst="rect">
            <a:avLst/>
          </a:prstGeom>
        </p:spPr>
      </p:pic>
      <p:sp>
        <p:nvSpPr>
          <p:cNvPr id="3" name="Oval 5">
            <a:extLst>
              <a:ext uri="{FF2B5EF4-FFF2-40B4-BE49-F238E27FC236}">
                <a16:creationId xmlns:a16="http://schemas.microsoft.com/office/drawing/2014/main" id="{43A55EDC-8B05-1E90-D19A-7CF6933CD13C}"/>
              </a:ext>
            </a:extLst>
          </p:cNvPr>
          <p:cNvSpPr/>
          <p:nvPr userDrawn="1"/>
        </p:nvSpPr>
        <p:spPr>
          <a:xfrm>
            <a:off x="1982364" y="1365250"/>
            <a:ext cx="3629025" cy="36290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32D6C9E4-DEA1-2E9C-FC67-6A4B3C700A88}"/>
              </a:ext>
            </a:extLst>
          </p:cNvPr>
          <p:cNvSpPr/>
          <p:nvPr userDrawn="1"/>
        </p:nvSpPr>
        <p:spPr>
          <a:xfrm>
            <a:off x="245178" y="3817803"/>
            <a:ext cx="2398847" cy="2398847"/>
          </a:xfrm>
          <a:prstGeom prst="ellipse">
            <a:avLst/>
          </a:pr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1F0B2C9-2277-4E20-9A3E-370F2F56DD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2077553"/>
            <a:ext cx="5067300" cy="2916722"/>
          </a:xfrm>
          <a:custGeom>
            <a:avLst/>
            <a:gdLst>
              <a:gd name="connsiteX0" fmla="*/ 228225 w 4065392"/>
              <a:gd name="connsiteY0" fmla="*/ 0 h 2784249"/>
              <a:gd name="connsiteX1" fmla="*/ 3837167 w 4065392"/>
              <a:gd name="connsiteY1" fmla="*/ 0 h 2784249"/>
              <a:gd name="connsiteX2" fmla="*/ 4065392 w 4065392"/>
              <a:gd name="connsiteY2" fmla="*/ 228225 h 2784249"/>
              <a:gd name="connsiteX3" fmla="*/ 4065392 w 4065392"/>
              <a:gd name="connsiteY3" fmla="*/ 2556024 h 2784249"/>
              <a:gd name="connsiteX4" fmla="*/ 3837167 w 4065392"/>
              <a:gd name="connsiteY4" fmla="*/ 2784249 h 2784249"/>
              <a:gd name="connsiteX5" fmla="*/ 228225 w 4065392"/>
              <a:gd name="connsiteY5" fmla="*/ 2784249 h 2784249"/>
              <a:gd name="connsiteX6" fmla="*/ 0 w 4065392"/>
              <a:gd name="connsiteY6" fmla="*/ 2556024 h 2784249"/>
              <a:gd name="connsiteX7" fmla="*/ 0 w 4065392"/>
              <a:gd name="connsiteY7" fmla="*/ 228225 h 2784249"/>
              <a:gd name="connsiteX8" fmla="*/ 228225 w 4065392"/>
              <a:gd name="connsiteY8" fmla="*/ 0 h 2784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65392" h="2784249">
                <a:moveTo>
                  <a:pt x="228225" y="0"/>
                </a:moveTo>
                <a:lnTo>
                  <a:pt x="3837167" y="0"/>
                </a:lnTo>
                <a:cubicBezTo>
                  <a:pt x="3963212" y="0"/>
                  <a:pt x="4065392" y="102180"/>
                  <a:pt x="4065392" y="228225"/>
                </a:cubicBezTo>
                <a:lnTo>
                  <a:pt x="4065392" y="2556024"/>
                </a:lnTo>
                <a:cubicBezTo>
                  <a:pt x="4065392" y="2682069"/>
                  <a:pt x="3963212" y="2784249"/>
                  <a:pt x="3837167" y="2784249"/>
                </a:cubicBezTo>
                <a:lnTo>
                  <a:pt x="228225" y="2784249"/>
                </a:lnTo>
                <a:cubicBezTo>
                  <a:pt x="102180" y="2784249"/>
                  <a:pt x="0" y="2682069"/>
                  <a:pt x="0" y="2556024"/>
                </a:cubicBezTo>
                <a:lnTo>
                  <a:pt x="0" y="228225"/>
                </a:lnTo>
                <a:cubicBezTo>
                  <a:pt x="0" y="102180"/>
                  <a:pt x="102180" y="0"/>
                  <a:pt x="22822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86585591-BA78-5F86-74B4-C6BBAFFD1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2949" y="1033094"/>
            <a:ext cx="4184649" cy="1281113"/>
          </a:xfrm>
        </p:spPr>
        <p:txBody>
          <a:bodyPr>
            <a:noAutofit/>
          </a:bodyPr>
          <a:lstStyle>
            <a:lvl1pPr marR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3600" b="1" i="0" u="none" strike="noStrike" cap="none" spc="-100" baseline="0" dirty="0">
                <a:solidFill>
                  <a:schemeClr val="accent1"/>
                </a:solidFill>
                <a:latin typeface="+mj-lt"/>
                <a:ea typeface="Arial"/>
                <a:cs typeface="Arial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9BFCA3B0-88F8-CAC6-A24A-936EBBE347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92950" y="2726531"/>
            <a:ext cx="4184650" cy="1176337"/>
          </a:xfrm>
        </p:spPr>
        <p:txBody>
          <a:bodyPr>
            <a:normAutofit/>
          </a:bodyPr>
          <a:lstStyle>
            <a:lvl1pPr marR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637AC9F0-E48A-ACAF-2021-2D19AFEAF8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92950" y="638483"/>
            <a:ext cx="4184650" cy="347663"/>
          </a:xfrm>
        </p:spPr>
        <p:txBody>
          <a:bodyPr>
            <a:norm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100" b="0" i="0" u="none" strike="noStrike" cap="all" spc="100" baseline="0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</p:spTree>
    <p:extLst>
      <p:ext uri="{BB962C8B-B14F-4D97-AF65-F5344CB8AC3E}">
        <p14:creationId xmlns:p14="http://schemas.microsoft.com/office/powerpoint/2010/main" val="432567648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88C2BB54-28D0-7B69-03DE-35D0AF230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5802" y="1131464"/>
            <a:ext cx="1918548" cy="1918548"/>
          </a:xfrm>
          <a:prstGeom prst="rect">
            <a:avLst/>
          </a:prstGeom>
        </p:spPr>
      </p:pic>
      <p:sp>
        <p:nvSpPr>
          <p:cNvPr id="3" name="Oval 5">
            <a:extLst>
              <a:ext uri="{FF2B5EF4-FFF2-40B4-BE49-F238E27FC236}">
                <a16:creationId xmlns:a16="http://schemas.microsoft.com/office/drawing/2014/main" id="{43A55EDC-8B05-1E90-D19A-7CF6933CD13C}"/>
              </a:ext>
            </a:extLst>
          </p:cNvPr>
          <p:cNvSpPr/>
          <p:nvPr userDrawn="1"/>
        </p:nvSpPr>
        <p:spPr>
          <a:xfrm>
            <a:off x="1982364" y="1365250"/>
            <a:ext cx="3629025" cy="36290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32D6C9E4-DEA1-2E9C-FC67-6A4B3C700A88}"/>
              </a:ext>
            </a:extLst>
          </p:cNvPr>
          <p:cNvSpPr/>
          <p:nvPr userDrawn="1"/>
        </p:nvSpPr>
        <p:spPr>
          <a:xfrm>
            <a:off x="245178" y="3817803"/>
            <a:ext cx="2398847" cy="2398847"/>
          </a:xfrm>
          <a:prstGeom prst="ellipse">
            <a:avLst/>
          </a:pr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1FD21CF0-8B64-28CD-3AED-D44ED776FC9F}"/>
              </a:ext>
            </a:extLst>
          </p:cNvPr>
          <p:cNvSpPr/>
          <p:nvPr userDrawn="1"/>
        </p:nvSpPr>
        <p:spPr>
          <a:xfrm>
            <a:off x="914400" y="1857271"/>
            <a:ext cx="5067300" cy="3145834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1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86585591-BA78-5F86-74B4-C6BBAFFD1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2949" y="1033094"/>
            <a:ext cx="4184649" cy="1281113"/>
          </a:xfrm>
        </p:spPr>
        <p:txBody>
          <a:bodyPr>
            <a:noAutofit/>
          </a:bodyPr>
          <a:lstStyle>
            <a:lvl1pPr marR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3600" b="1" i="0" u="none" strike="noStrike" cap="none" spc="-100" baseline="0" dirty="0">
                <a:solidFill>
                  <a:schemeClr val="accent1"/>
                </a:solidFill>
                <a:latin typeface="+mj-lt"/>
                <a:ea typeface="Arial"/>
                <a:cs typeface="Arial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9BFCA3B0-88F8-CAC6-A24A-936EBBE347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92950" y="2726531"/>
            <a:ext cx="4184650" cy="1176337"/>
          </a:xfrm>
        </p:spPr>
        <p:txBody>
          <a:bodyPr>
            <a:normAutofit/>
          </a:bodyPr>
          <a:lstStyle>
            <a:lvl1pPr marR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637AC9F0-E48A-ACAF-2021-2D19AFEAF8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92950" y="638483"/>
            <a:ext cx="4184650" cy="347663"/>
          </a:xfrm>
        </p:spPr>
        <p:txBody>
          <a:bodyPr>
            <a:norm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100" b="0" i="0" u="none" strike="noStrike" cap="all" spc="100" baseline="0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09663" y="2090738"/>
            <a:ext cx="4676775" cy="2674937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</p:spTree>
    <p:extLst>
      <p:ext uri="{BB962C8B-B14F-4D97-AF65-F5344CB8AC3E}">
        <p14:creationId xmlns:p14="http://schemas.microsoft.com/office/powerpoint/2010/main" val="2320721176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 e conteúdo 1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88C2BB54-28D0-7B69-03DE-35D0AF230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5802" y="1131464"/>
            <a:ext cx="1918548" cy="1918548"/>
          </a:xfrm>
          <a:prstGeom prst="rect">
            <a:avLst/>
          </a:prstGeom>
        </p:spPr>
      </p:pic>
      <p:sp>
        <p:nvSpPr>
          <p:cNvPr id="3" name="Oval 5">
            <a:extLst>
              <a:ext uri="{FF2B5EF4-FFF2-40B4-BE49-F238E27FC236}">
                <a16:creationId xmlns:a16="http://schemas.microsoft.com/office/drawing/2014/main" id="{43A55EDC-8B05-1E90-D19A-7CF6933CD13C}"/>
              </a:ext>
            </a:extLst>
          </p:cNvPr>
          <p:cNvSpPr/>
          <p:nvPr userDrawn="1"/>
        </p:nvSpPr>
        <p:spPr>
          <a:xfrm>
            <a:off x="1982364" y="1365250"/>
            <a:ext cx="3629025" cy="36290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32D6C9E4-DEA1-2E9C-FC67-6A4B3C700A88}"/>
              </a:ext>
            </a:extLst>
          </p:cNvPr>
          <p:cNvSpPr/>
          <p:nvPr userDrawn="1"/>
        </p:nvSpPr>
        <p:spPr>
          <a:xfrm>
            <a:off x="245178" y="3817803"/>
            <a:ext cx="2398847" cy="2398847"/>
          </a:xfrm>
          <a:prstGeom prst="ellipse">
            <a:avLst/>
          </a:pr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1FD21CF0-8B64-28CD-3AED-D44ED776FC9F}"/>
              </a:ext>
            </a:extLst>
          </p:cNvPr>
          <p:cNvSpPr/>
          <p:nvPr userDrawn="1"/>
        </p:nvSpPr>
        <p:spPr>
          <a:xfrm>
            <a:off x="914400" y="1857271"/>
            <a:ext cx="5067300" cy="3145834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1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86585591-BA78-5F86-74B4-C6BBAFFD1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2949" y="1033094"/>
            <a:ext cx="4184649" cy="1281113"/>
          </a:xfrm>
        </p:spPr>
        <p:txBody>
          <a:bodyPr>
            <a:noAutofit/>
          </a:bodyPr>
          <a:lstStyle>
            <a:lvl1pPr marR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3600" b="1" i="0" u="none" strike="noStrike" cap="none" spc="-100" baseline="0" dirty="0">
                <a:solidFill>
                  <a:schemeClr val="accent1"/>
                </a:solidFill>
                <a:latin typeface="+mj-lt"/>
                <a:ea typeface="Arial"/>
                <a:cs typeface="Arial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9BFCA3B0-88F8-CAC6-A24A-936EBBE347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92950" y="2726531"/>
            <a:ext cx="4184650" cy="1176337"/>
          </a:xfrm>
        </p:spPr>
        <p:txBody>
          <a:bodyPr>
            <a:normAutofit/>
          </a:bodyPr>
          <a:lstStyle>
            <a:lvl1pPr marR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637AC9F0-E48A-ACAF-2021-2D19AFEAF8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92950" y="638483"/>
            <a:ext cx="4184650" cy="347663"/>
          </a:xfrm>
        </p:spPr>
        <p:txBody>
          <a:bodyPr>
            <a:norm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100" b="0" i="0" u="none" strike="noStrike" cap="all" spc="100" baseline="0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09663" y="2090738"/>
            <a:ext cx="4676775" cy="2674937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</p:spTree>
    <p:extLst>
      <p:ext uri="{BB962C8B-B14F-4D97-AF65-F5344CB8AC3E}">
        <p14:creationId xmlns:p14="http://schemas.microsoft.com/office/powerpoint/2010/main" val="2435628883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88C2BB54-28D0-7B69-03DE-35D0AF230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5802" y="1131464"/>
            <a:ext cx="1918548" cy="1918548"/>
          </a:xfrm>
          <a:prstGeom prst="rect">
            <a:avLst/>
          </a:prstGeom>
        </p:spPr>
      </p:pic>
      <p:sp>
        <p:nvSpPr>
          <p:cNvPr id="3" name="Oval 5">
            <a:extLst>
              <a:ext uri="{FF2B5EF4-FFF2-40B4-BE49-F238E27FC236}">
                <a16:creationId xmlns:a16="http://schemas.microsoft.com/office/drawing/2014/main" id="{43A55EDC-8B05-1E90-D19A-7CF6933CD13C}"/>
              </a:ext>
            </a:extLst>
          </p:cNvPr>
          <p:cNvSpPr/>
          <p:nvPr userDrawn="1"/>
        </p:nvSpPr>
        <p:spPr>
          <a:xfrm>
            <a:off x="1982364" y="1365250"/>
            <a:ext cx="3629025" cy="36290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32D6C9E4-DEA1-2E9C-FC67-6A4B3C700A88}"/>
              </a:ext>
            </a:extLst>
          </p:cNvPr>
          <p:cNvSpPr/>
          <p:nvPr userDrawn="1"/>
        </p:nvSpPr>
        <p:spPr>
          <a:xfrm>
            <a:off x="245178" y="3817803"/>
            <a:ext cx="2398847" cy="2398847"/>
          </a:xfrm>
          <a:prstGeom prst="ellipse">
            <a:avLst/>
          </a:pr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1749C37-0E1C-DA14-42C3-889AC06FF72F}"/>
              </a:ext>
            </a:extLst>
          </p:cNvPr>
          <p:cNvSpPr/>
          <p:nvPr userDrawn="1"/>
        </p:nvSpPr>
        <p:spPr>
          <a:xfrm>
            <a:off x="699837" y="2090737"/>
            <a:ext cx="5496426" cy="3400425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1"/>
          </a:p>
        </p:txBody>
      </p:sp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09663" y="2438030"/>
            <a:ext cx="4676775" cy="2674937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ADF69FDE-B23B-9656-AB0E-FA565B8C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102" y="655275"/>
            <a:ext cx="7160897" cy="476190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8" name="Espaço Reservado para Texto 9">
            <a:extLst>
              <a:ext uri="{FF2B5EF4-FFF2-40B4-BE49-F238E27FC236}">
                <a16:creationId xmlns:a16="http://schemas.microsoft.com/office/drawing/2014/main" id="{2AC255A1-9E21-0591-850C-D24AC51F84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92951" y="1862138"/>
            <a:ext cx="418465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700" b="1" u="none">
                <a:solidFill>
                  <a:schemeClr val="accent2"/>
                </a:solidFill>
              </a:defRPr>
            </a:lvl1pPr>
            <a:lvl2pPr marL="0" indent="0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  <a:buNone/>
              <a:defRPr sz="1400">
                <a:solidFill>
                  <a:schemeClr val="tx2"/>
                </a:solidFill>
              </a:defRPr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</p:spTree>
    <p:extLst>
      <p:ext uri="{BB962C8B-B14F-4D97-AF65-F5344CB8AC3E}">
        <p14:creationId xmlns:p14="http://schemas.microsoft.com/office/powerpoint/2010/main" val="1758740589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 e conteúdo 2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88C2BB54-28D0-7B69-03DE-35D0AF230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5802" y="1131464"/>
            <a:ext cx="1918548" cy="1918548"/>
          </a:xfrm>
          <a:prstGeom prst="rect">
            <a:avLst/>
          </a:prstGeom>
        </p:spPr>
      </p:pic>
      <p:sp>
        <p:nvSpPr>
          <p:cNvPr id="3" name="Oval 5">
            <a:extLst>
              <a:ext uri="{FF2B5EF4-FFF2-40B4-BE49-F238E27FC236}">
                <a16:creationId xmlns:a16="http://schemas.microsoft.com/office/drawing/2014/main" id="{43A55EDC-8B05-1E90-D19A-7CF6933CD13C}"/>
              </a:ext>
            </a:extLst>
          </p:cNvPr>
          <p:cNvSpPr/>
          <p:nvPr userDrawn="1"/>
        </p:nvSpPr>
        <p:spPr>
          <a:xfrm>
            <a:off x="1982364" y="1365250"/>
            <a:ext cx="3629025" cy="36290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32D6C9E4-DEA1-2E9C-FC67-6A4B3C700A88}"/>
              </a:ext>
            </a:extLst>
          </p:cNvPr>
          <p:cNvSpPr/>
          <p:nvPr userDrawn="1"/>
        </p:nvSpPr>
        <p:spPr>
          <a:xfrm>
            <a:off x="245178" y="3817803"/>
            <a:ext cx="2398847" cy="2398847"/>
          </a:xfrm>
          <a:prstGeom prst="ellipse">
            <a:avLst/>
          </a:pr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1749C37-0E1C-DA14-42C3-889AC06FF72F}"/>
              </a:ext>
            </a:extLst>
          </p:cNvPr>
          <p:cNvSpPr/>
          <p:nvPr userDrawn="1"/>
        </p:nvSpPr>
        <p:spPr>
          <a:xfrm>
            <a:off x="699837" y="2090737"/>
            <a:ext cx="5496426" cy="3400425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1"/>
          </a:p>
        </p:txBody>
      </p:sp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09663" y="2438030"/>
            <a:ext cx="4676775" cy="2674937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ADF69FDE-B23B-9656-AB0E-FA565B8C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102" y="655275"/>
            <a:ext cx="7160897" cy="476190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8" name="Espaço Reservado para Texto 9">
            <a:extLst>
              <a:ext uri="{FF2B5EF4-FFF2-40B4-BE49-F238E27FC236}">
                <a16:creationId xmlns:a16="http://schemas.microsoft.com/office/drawing/2014/main" id="{2AC255A1-9E21-0591-850C-D24AC51F84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92951" y="1862138"/>
            <a:ext cx="418465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700" b="1" u="none">
                <a:solidFill>
                  <a:schemeClr val="accent2"/>
                </a:solidFill>
              </a:defRPr>
            </a:lvl1pPr>
            <a:lvl2pPr marL="0" indent="0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  <a:buNone/>
              <a:defRPr sz="1400">
                <a:solidFill>
                  <a:schemeClr val="tx2"/>
                </a:solidFill>
              </a:defRPr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</p:spTree>
    <p:extLst>
      <p:ext uri="{BB962C8B-B14F-4D97-AF65-F5344CB8AC3E}">
        <p14:creationId xmlns:p14="http://schemas.microsoft.com/office/powerpoint/2010/main" val="351955594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 e conteú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09663" y="2438030"/>
            <a:ext cx="4676775" cy="2674937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ADF69FDE-B23B-9656-AB0E-FA565B8C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55275"/>
            <a:ext cx="7160897" cy="476190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8" name="Espaço Reservado para Texto 9">
            <a:extLst>
              <a:ext uri="{FF2B5EF4-FFF2-40B4-BE49-F238E27FC236}">
                <a16:creationId xmlns:a16="http://schemas.microsoft.com/office/drawing/2014/main" id="{2AC255A1-9E21-0591-850C-D24AC51F84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92951" y="1862138"/>
            <a:ext cx="418465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700" b="1" u="none">
                <a:solidFill>
                  <a:schemeClr val="accent2"/>
                </a:solidFill>
              </a:defRPr>
            </a:lvl1pPr>
            <a:lvl2pPr marL="0" indent="0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  <a:buNone/>
              <a:defRPr sz="1400">
                <a:solidFill>
                  <a:schemeClr val="tx2"/>
                </a:solidFill>
              </a:defRPr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A55B6DD7-EF35-1A47-0682-FB0263AE46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972" y="-1239748"/>
            <a:ext cx="2726056" cy="2726056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6BB7C3AF-C957-8BE3-AA41-01756EF205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0864" y="6346864"/>
            <a:ext cx="1022272" cy="102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48703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 e conteúdo 3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09663" y="2438030"/>
            <a:ext cx="4676775" cy="2674937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ADF69FDE-B23B-9656-AB0E-FA565B8C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55275"/>
            <a:ext cx="7160897" cy="476190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8" name="Espaço Reservado para Texto 9">
            <a:extLst>
              <a:ext uri="{FF2B5EF4-FFF2-40B4-BE49-F238E27FC236}">
                <a16:creationId xmlns:a16="http://schemas.microsoft.com/office/drawing/2014/main" id="{2AC255A1-9E21-0591-850C-D24AC51F84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92951" y="1862138"/>
            <a:ext cx="418465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700" b="1" u="none">
                <a:solidFill>
                  <a:schemeClr val="accent2"/>
                </a:solidFill>
              </a:defRPr>
            </a:lvl1pPr>
            <a:lvl2pPr marL="0" indent="0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  <a:buNone/>
              <a:defRPr sz="1400">
                <a:solidFill>
                  <a:schemeClr val="tx2"/>
                </a:solidFill>
              </a:defRPr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A55B6DD7-EF35-1A47-0682-FB0263AE46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972" y="-1239748"/>
            <a:ext cx="2726056" cy="2726056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6BB7C3AF-C957-8BE3-AA41-01756EF205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0864" y="6346864"/>
            <a:ext cx="1022272" cy="102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783538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09663" y="2438030"/>
            <a:ext cx="4676775" cy="2674937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ADF69FDE-B23B-9656-AB0E-FA565B8C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55275"/>
            <a:ext cx="7160897" cy="476190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A55B6DD7-EF35-1A47-0682-FB0263AE46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28972" y="-1239748"/>
            <a:ext cx="2726056" cy="2726056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6BB7C3AF-C957-8BE3-AA41-01756EF205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0864" y="6346864"/>
            <a:ext cx="1022272" cy="1022272"/>
          </a:xfrm>
          <a:prstGeom prst="rect">
            <a:avLst/>
          </a:prstGeom>
        </p:spPr>
      </p:pic>
      <p:sp>
        <p:nvSpPr>
          <p:cNvPr id="2" name="Espaço Reservado para Gráfico 7">
            <a:extLst>
              <a:ext uri="{FF2B5EF4-FFF2-40B4-BE49-F238E27FC236}">
                <a16:creationId xmlns:a16="http://schemas.microsoft.com/office/drawing/2014/main" id="{794511CE-6AEF-6FC7-2BBF-27E054E2A87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7096321" y="1365660"/>
            <a:ext cx="3298629" cy="1941860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3" name="Espaço Reservado para Gráfico 7">
            <a:extLst>
              <a:ext uri="{FF2B5EF4-FFF2-40B4-BE49-F238E27FC236}">
                <a16:creationId xmlns:a16="http://schemas.microsoft.com/office/drawing/2014/main" id="{ABB453D1-8782-5B15-4AA3-58BC9064C3CB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7096321" y="4274791"/>
            <a:ext cx="3298629" cy="1941860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</p:spTree>
    <p:extLst>
      <p:ext uri="{BB962C8B-B14F-4D97-AF65-F5344CB8AC3E}">
        <p14:creationId xmlns:p14="http://schemas.microsoft.com/office/powerpoint/2010/main" val="344234981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s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09663" y="2438030"/>
            <a:ext cx="4676775" cy="2674937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ADF69FDE-B23B-9656-AB0E-FA565B8C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55275"/>
            <a:ext cx="7160897" cy="476190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A55B6DD7-EF35-1A47-0682-FB0263AE46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28972" y="-1239748"/>
            <a:ext cx="2726056" cy="2726056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6BB7C3AF-C957-8BE3-AA41-01756EF205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0864" y="6346864"/>
            <a:ext cx="1022272" cy="1022272"/>
          </a:xfrm>
          <a:prstGeom prst="rect">
            <a:avLst/>
          </a:prstGeom>
        </p:spPr>
      </p:pic>
      <p:sp>
        <p:nvSpPr>
          <p:cNvPr id="2" name="Espaço Reservado para Gráfico 7">
            <a:extLst>
              <a:ext uri="{FF2B5EF4-FFF2-40B4-BE49-F238E27FC236}">
                <a16:creationId xmlns:a16="http://schemas.microsoft.com/office/drawing/2014/main" id="{794511CE-6AEF-6FC7-2BBF-27E054E2A87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7096321" y="1365660"/>
            <a:ext cx="3298629" cy="1941860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3" name="Espaço Reservado para Gráfico 7">
            <a:extLst>
              <a:ext uri="{FF2B5EF4-FFF2-40B4-BE49-F238E27FC236}">
                <a16:creationId xmlns:a16="http://schemas.microsoft.com/office/drawing/2014/main" id="{ABB453D1-8782-5B15-4AA3-58BC9064C3CB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7096321" y="4274791"/>
            <a:ext cx="3298629" cy="1941860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</p:spTree>
    <p:extLst>
      <p:ext uri="{BB962C8B-B14F-4D97-AF65-F5344CB8AC3E}">
        <p14:creationId xmlns:p14="http://schemas.microsoft.com/office/powerpoint/2010/main" val="279623902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88C2BB54-28D0-7B69-03DE-35D0AF230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5802" y="1758649"/>
            <a:ext cx="1918548" cy="1918548"/>
          </a:xfrm>
          <a:prstGeom prst="rect">
            <a:avLst/>
          </a:prstGeom>
        </p:spPr>
      </p:pic>
      <p:sp>
        <p:nvSpPr>
          <p:cNvPr id="3" name="Oval 5">
            <a:extLst>
              <a:ext uri="{FF2B5EF4-FFF2-40B4-BE49-F238E27FC236}">
                <a16:creationId xmlns:a16="http://schemas.microsoft.com/office/drawing/2014/main" id="{43A55EDC-8B05-1E90-D19A-7CF6933CD13C}"/>
              </a:ext>
            </a:extLst>
          </p:cNvPr>
          <p:cNvSpPr/>
          <p:nvPr userDrawn="1"/>
        </p:nvSpPr>
        <p:spPr>
          <a:xfrm>
            <a:off x="1982364" y="2691731"/>
            <a:ext cx="3629025" cy="36290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32D6C9E4-DEA1-2E9C-FC67-6A4B3C700A88}"/>
              </a:ext>
            </a:extLst>
          </p:cNvPr>
          <p:cNvSpPr/>
          <p:nvPr userDrawn="1"/>
        </p:nvSpPr>
        <p:spPr>
          <a:xfrm>
            <a:off x="245178" y="2094225"/>
            <a:ext cx="2398847" cy="2398847"/>
          </a:xfrm>
          <a:prstGeom prst="ellipse">
            <a:avLst/>
          </a:prstGeom>
          <a:solidFill>
            <a:srgbClr val="F3AB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D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5BCF3B3-3544-DAA9-5634-21C61FEECDBC}"/>
              </a:ext>
            </a:extLst>
          </p:cNvPr>
          <p:cNvSpPr/>
          <p:nvPr userDrawn="1"/>
        </p:nvSpPr>
        <p:spPr>
          <a:xfrm>
            <a:off x="931579" y="2094225"/>
            <a:ext cx="5055268" cy="3629025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1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5DF07B2-02A4-CB71-CA7E-52A98612C97F}"/>
              </a:ext>
            </a:extLst>
          </p:cNvPr>
          <p:cNvSpPr/>
          <p:nvPr userDrawn="1"/>
        </p:nvSpPr>
        <p:spPr>
          <a:xfrm>
            <a:off x="6223200" y="2094224"/>
            <a:ext cx="5054400" cy="3622265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1"/>
          </a:p>
        </p:txBody>
      </p:sp>
      <p:sp>
        <p:nvSpPr>
          <p:cNvPr id="13" name="Título 8">
            <a:extLst>
              <a:ext uri="{FF2B5EF4-FFF2-40B4-BE49-F238E27FC236}">
                <a16:creationId xmlns:a16="http://schemas.microsoft.com/office/drawing/2014/main" id="{7CD44CD7-56CD-8EB0-6CDD-B78477F92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509" y="641350"/>
            <a:ext cx="5969841" cy="921743"/>
          </a:xfrm>
        </p:spPr>
        <p:txBody>
          <a:bodyPr>
            <a:noAutofit/>
          </a:bodyPr>
          <a:lstStyle>
            <a:lvl1pPr marR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3000" b="1" i="0" u="none" strike="noStrike" cap="none" spc="-100" dirty="0">
                <a:solidFill>
                  <a:schemeClr val="accent1"/>
                </a:solidFill>
                <a:latin typeface="+mj-lt"/>
                <a:ea typeface="Arial"/>
                <a:cs typeface="Arial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Conteúdo 16">
            <a:extLst>
              <a:ext uri="{FF2B5EF4-FFF2-40B4-BE49-F238E27FC236}">
                <a16:creationId xmlns:a16="http://schemas.microsoft.com/office/drawing/2014/main" id="{70EC372B-880B-D5C5-1EC1-C8E4283A3C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10139" y="2344334"/>
            <a:ext cx="4498147" cy="3146829"/>
          </a:xfrm>
        </p:spPr>
        <p:txBody>
          <a:bodyPr/>
          <a:lstStyle>
            <a:lvl1pPr algn="ctr">
              <a:spcAft>
                <a:spcPts val="1200"/>
              </a:spcAft>
              <a:defRPr sz="1500"/>
            </a:lvl1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8" name="Espaço Reservado para Conteúdo 16">
            <a:extLst>
              <a:ext uri="{FF2B5EF4-FFF2-40B4-BE49-F238E27FC236}">
                <a16:creationId xmlns:a16="http://schemas.microsoft.com/office/drawing/2014/main" id="{DD68C171-7AB8-FCB5-8C97-0B242937AFC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01326" y="2344334"/>
            <a:ext cx="4498147" cy="3146829"/>
          </a:xfrm>
        </p:spPr>
        <p:txBody>
          <a:bodyPr/>
          <a:lstStyle>
            <a:lvl1pPr algn="ctr">
              <a:spcAft>
                <a:spcPts val="1200"/>
              </a:spcAft>
              <a:defRPr sz="1500"/>
            </a:lvl1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85104493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duplo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88C2BB54-28D0-7B69-03DE-35D0AF230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5802" y="1758649"/>
            <a:ext cx="1918548" cy="1918548"/>
          </a:xfrm>
          <a:prstGeom prst="rect">
            <a:avLst/>
          </a:prstGeom>
        </p:spPr>
      </p:pic>
      <p:sp>
        <p:nvSpPr>
          <p:cNvPr id="3" name="Oval 5">
            <a:extLst>
              <a:ext uri="{FF2B5EF4-FFF2-40B4-BE49-F238E27FC236}">
                <a16:creationId xmlns:a16="http://schemas.microsoft.com/office/drawing/2014/main" id="{43A55EDC-8B05-1E90-D19A-7CF6933CD13C}"/>
              </a:ext>
            </a:extLst>
          </p:cNvPr>
          <p:cNvSpPr/>
          <p:nvPr userDrawn="1"/>
        </p:nvSpPr>
        <p:spPr>
          <a:xfrm>
            <a:off x="1982364" y="2691731"/>
            <a:ext cx="3629025" cy="36290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32D6C9E4-DEA1-2E9C-FC67-6A4B3C700A88}"/>
              </a:ext>
            </a:extLst>
          </p:cNvPr>
          <p:cNvSpPr/>
          <p:nvPr userDrawn="1"/>
        </p:nvSpPr>
        <p:spPr>
          <a:xfrm>
            <a:off x="245178" y="2094225"/>
            <a:ext cx="2398847" cy="2398847"/>
          </a:xfrm>
          <a:prstGeom prst="ellipse">
            <a:avLst/>
          </a:prstGeom>
          <a:solidFill>
            <a:srgbClr val="F3AB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D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5BCF3B3-3544-DAA9-5634-21C61FEECDBC}"/>
              </a:ext>
            </a:extLst>
          </p:cNvPr>
          <p:cNvSpPr/>
          <p:nvPr userDrawn="1"/>
        </p:nvSpPr>
        <p:spPr>
          <a:xfrm>
            <a:off x="931579" y="2094225"/>
            <a:ext cx="5055268" cy="3629025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1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5DF07B2-02A4-CB71-CA7E-52A98612C97F}"/>
              </a:ext>
            </a:extLst>
          </p:cNvPr>
          <p:cNvSpPr/>
          <p:nvPr userDrawn="1"/>
        </p:nvSpPr>
        <p:spPr>
          <a:xfrm>
            <a:off x="6223200" y="2094224"/>
            <a:ext cx="5054400" cy="3622265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1"/>
          </a:p>
        </p:txBody>
      </p:sp>
      <p:sp>
        <p:nvSpPr>
          <p:cNvPr id="13" name="Título 8">
            <a:extLst>
              <a:ext uri="{FF2B5EF4-FFF2-40B4-BE49-F238E27FC236}">
                <a16:creationId xmlns:a16="http://schemas.microsoft.com/office/drawing/2014/main" id="{7CD44CD7-56CD-8EB0-6CDD-B78477F92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509" y="641350"/>
            <a:ext cx="5969841" cy="921743"/>
          </a:xfrm>
        </p:spPr>
        <p:txBody>
          <a:bodyPr>
            <a:noAutofit/>
          </a:bodyPr>
          <a:lstStyle>
            <a:lvl1pPr marR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3000" b="1" i="0" u="none" strike="noStrike" cap="none" spc="-100" dirty="0">
                <a:solidFill>
                  <a:schemeClr val="accent1"/>
                </a:solidFill>
                <a:latin typeface="+mj-lt"/>
                <a:ea typeface="Arial"/>
                <a:cs typeface="Arial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Conteúdo 16">
            <a:extLst>
              <a:ext uri="{FF2B5EF4-FFF2-40B4-BE49-F238E27FC236}">
                <a16:creationId xmlns:a16="http://schemas.microsoft.com/office/drawing/2014/main" id="{70EC372B-880B-D5C5-1EC1-C8E4283A3C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10139" y="2344334"/>
            <a:ext cx="4498147" cy="3146829"/>
          </a:xfrm>
        </p:spPr>
        <p:txBody>
          <a:bodyPr/>
          <a:lstStyle>
            <a:lvl1pPr algn="ctr">
              <a:spcAft>
                <a:spcPts val="1200"/>
              </a:spcAft>
              <a:defRPr sz="1500"/>
            </a:lvl1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8" name="Espaço Reservado para Conteúdo 16">
            <a:extLst>
              <a:ext uri="{FF2B5EF4-FFF2-40B4-BE49-F238E27FC236}">
                <a16:creationId xmlns:a16="http://schemas.microsoft.com/office/drawing/2014/main" id="{DD68C171-7AB8-FCB5-8C97-0B242937AFC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01326" y="2344334"/>
            <a:ext cx="4498147" cy="3146829"/>
          </a:xfrm>
        </p:spPr>
        <p:txBody>
          <a:bodyPr/>
          <a:lstStyle>
            <a:lvl1pPr algn="ctr">
              <a:spcAft>
                <a:spcPts val="1200"/>
              </a:spcAft>
              <a:defRPr sz="1500"/>
            </a:lvl1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158001839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s numer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lipse 10">
            <a:extLst>
              <a:ext uri="{FF2B5EF4-FFF2-40B4-BE49-F238E27FC236}">
                <a16:creationId xmlns:a16="http://schemas.microsoft.com/office/drawing/2014/main" id="{33D9D3EE-07B8-DDE0-D24C-617A25DF28E4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>
          <a:xfrm>
            <a:off x="6178550" y="-394648"/>
            <a:ext cx="6228000" cy="622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FBBB0E18-BC75-0FC9-7E6F-94F735FD7A0A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6178335" y="-394649"/>
            <a:ext cx="6228231" cy="5890966"/>
          </a:xfrm>
          <a:custGeom>
            <a:avLst/>
            <a:gdLst>
              <a:gd name="connsiteX0" fmla="*/ 0 w 6228000"/>
              <a:gd name="connsiteY0" fmla="*/ 3114000 h 6228000"/>
              <a:gd name="connsiteX1" fmla="*/ 3114000 w 6228000"/>
              <a:gd name="connsiteY1" fmla="*/ 0 h 6228000"/>
              <a:gd name="connsiteX2" fmla="*/ 6228000 w 6228000"/>
              <a:gd name="connsiteY2" fmla="*/ 3114000 h 6228000"/>
              <a:gd name="connsiteX3" fmla="*/ 3114000 w 6228000"/>
              <a:gd name="connsiteY3" fmla="*/ 6228000 h 6228000"/>
              <a:gd name="connsiteX4" fmla="*/ 0 w 6228000"/>
              <a:gd name="connsiteY4" fmla="*/ 3114000 h 6228000"/>
              <a:gd name="connsiteX0" fmla="*/ 335458 w 6563458"/>
              <a:gd name="connsiteY0" fmla="*/ 3114000 h 6235728"/>
              <a:gd name="connsiteX1" fmla="*/ 3449458 w 6563458"/>
              <a:gd name="connsiteY1" fmla="*/ 0 h 6235728"/>
              <a:gd name="connsiteX2" fmla="*/ 6563458 w 6563458"/>
              <a:gd name="connsiteY2" fmla="*/ 3114000 h 6235728"/>
              <a:gd name="connsiteX3" fmla="*/ 3449458 w 6563458"/>
              <a:gd name="connsiteY3" fmla="*/ 6228000 h 6235728"/>
              <a:gd name="connsiteX4" fmla="*/ 436684 w 6563458"/>
              <a:gd name="connsiteY4" fmla="*/ 3971566 h 6235728"/>
              <a:gd name="connsiteX5" fmla="*/ 335458 w 6563458"/>
              <a:gd name="connsiteY5" fmla="*/ 3114000 h 6235728"/>
              <a:gd name="connsiteX0" fmla="*/ 198652 w 6426652"/>
              <a:gd name="connsiteY0" fmla="*/ 3114000 h 6235728"/>
              <a:gd name="connsiteX1" fmla="*/ 3312652 w 6426652"/>
              <a:gd name="connsiteY1" fmla="*/ 0 h 6235728"/>
              <a:gd name="connsiteX2" fmla="*/ 6426652 w 6426652"/>
              <a:gd name="connsiteY2" fmla="*/ 3114000 h 6235728"/>
              <a:gd name="connsiteX3" fmla="*/ 3312652 w 6426652"/>
              <a:gd name="connsiteY3" fmla="*/ 6228000 h 6235728"/>
              <a:gd name="connsiteX4" fmla="*/ 299878 w 6426652"/>
              <a:gd name="connsiteY4" fmla="*/ 3971566 h 6235728"/>
              <a:gd name="connsiteX5" fmla="*/ 198652 w 6426652"/>
              <a:gd name="connsiteY5" fmla="*/ 3114000 h 6235728"/>
              <a:gd name="connsiteX0" fmla="*/ 0 w 6228000"/>
              <a:gd name="connsiteY0" fmla="*/ 3114000 h 6235728"/>
              <a:gd name="connsiteX1" fmla="*/ 3114000 w 6228000"/>
              <a:gd name="connsiteY1" fmla="*/ 0 h 6235728"/>
              <a:gd name="connsiteX2" fmla="*/ 6228000 w 6228000"/>
              <a:gd name="connsiteY2" fmla="*/ 3114000 h 6235728"/>
              <a:gd name="connsiteX3" fmla="*/ 3114000 w 6228000"/>
              <a:gd name="connsiteY3" fmla="*/ 6228000 h 6235728"/>
              <a:gd name="connsiteX4" fmla="*/ 101226 w 6228000"/>
              <a:gd name="connsiteY4" fmla="*/ 3971566 h 6235728"/>
              <a:gd name="connsiteX5" fmla="*/ 0 w 6228000"/>
              <a:gd name="connsiteY5" fmla="*/ 3114000 h 6235728"/>
              <a:gd name="connsiteX0" fmla="*/ 3161 w 6231161"/>
              <a:gd name="connsiteY0" fmla="*/ 3114000 h 6235728"/>
              <a:gd name="connsiteX1" fmla="*/ 3117161 w 6231161"/>
              <a:gd name="connsiteY1" fmla="*/ 0 h 6235728"/>
              <a:gd name="connsiteX2" fmla="*/ 6231161 w 6231161"/>
              <a:gd name="connsiteY2" fmla="*/ 3114000 h 6235728"/>
              <a:gd name="connsiteX3" fmla="*/ 3117161 w 6231161"/>
              <a:gd name="connsiteY3" fmla="*/ 6228000 h 6235728"/>
              <a:gd name="connsiteX4" fmla="*/ 104387 w 6231161"/>
              <a:gd name="connsiteY4" fmla="*/ 3971566 h 6235728"/>
              <a:gd name="connsiteX5" fmla="*/ 3161 w 6231161"/>
              <a:gd name="connsiteY5" fmla="*/ 3114000 h 6235728"/>
              <a:gd name="connsiteX0" fmla="*/ 3161 w 6231161"/>
              <a:gd name="connsiteY0" fmla="*/ 3114000 h 6234127"/>
              <a:gd name="connsiteX1" fmla="*/ 3117161 w 6231161"/>
              <a:gd name="connsiteY1" fmla="*/ 0 h 6234127"/>
              <a:gd name="connsiteX2" fmla="*/ 6231161 w 6231161"/>
              <a:gd name="connsiteY2" fmla="*/ 3114000 h 6234127"/>
              <a:gd name="connsiteX3" fmla="*/ 3117161 w 6231161"/>
              <a:gd name="connsiteY3" fmla="*/ 6228000 h 6234127"/>
              <a:gd name="connsiteX4" fmla="*/ 104387 w 6231161"/>
              <a:gd name="connsiteY4" fmla="*/ 3971566 h 6234127"/>
              <a:gd name="connsiteX5" fmla="*/ 3161 w 6231161"/>
              <a:gd name="connsiteY5" fmla="*/ 3114000 h 6234127"/>
              <a:gd name="connsiteX0" fmla="*/ 232739 w 6460739"/>
              <a:gd name="connsiteY0" fmla="*/ 3114000 h 4134120"/>
              <a:gd name="connsiteX1" fmla="*/ 3346739 w 6460739"/>
              <a:gd name="connsiteY1" fmla="*/ 0 h 4134120"/>
              <a:gd name="connsiteX2" fmla="*/ 6460739 w 6460739"/>
              <a:gd name="connsiteY2" fmla="*/ 3114000 h 4134120"/>
              <a:gd name="connsiteX3" fmla="*/ 4624210 w 6460739"/>
              <a:gd name="connsiteY3" fmla="*/ 3968895 h 4134120"/>
              <a:gd name="connsiteX4" fmla="*/ 333965 w 6460739"/>
              <a:gd name="connsiteY4" fmla="*/ 3971566 h 4134120"/>
              <a:gd name="connsiteX5" fmla="*/ 232739 w 6460739"/>
              <a:gd name="connsiteY5" fmla="*/ 3114000 h 4134120"/>
              <a:gd name="connsiteX0" fmla="*/ 232739 w 6533426"/>
              <a:gd name="connsiteY0" fmla="*/ 3114000 h 4101226"/>
              <a:gd name="connsiteX1" fmla="*/ 3346739 w 6533426"/>
              <a:gd name="connsiteY1" fmla="*/ 0 h 4101226"/>
              <a:gd name="connsiteX2" fmla="*/ 6460739 w 6533426"/>
              <a:gd name="connsiteY2" fmla="*/ 3114000 h 4101226"/>
              <a:gd name="connsiteX3" fmla="*/ 5470743 w 6533426"/>
              <a:gd name="connsiteY3" fmla="*/ 4052249 h 4101226"/>
              <a:gd name="connsiteX4" fmla="*/ 4624210 w 6533426"/>
              <a:gd name="connsiteY4" fmla="*/ 3968895 h 4101226"/>
              <a:gd name="connsiteX5" fmla="*/ 333965 w 6533426"/>
              <a:gd name="connsiteY5" fmla="*/ 3971566 h 4101226"/>
              <a:gd name="connsiteX6" fmla="*/ 232739 w 6533426"/>
              <a:gd name="connsiteY6" fmla="*/ 3114000 h 4101226"/>
              <a:gd name="connsiteX0" fmla="*/ 232739 w 6507150"/>
              <a:gd name="connsiteY0" fmla="*/ 3114000 h 5929534"/>
              <a:gd name="connsiteX1" fmla="*/ 3346739 w 6507150"/>
              <a:gd name="connsiteY1" fmla="*/ 0 h 5929534"/>
              <a:gd name="connsiteX2" fmla="*/ 6460739 w 6507150"/>
              <a:gd name="connsiteY2" fmla="*/ 3114000 h 5929534"/>
              <a:gd name="connsiteX3" fmla="*/ 4731155 w 6507150"/>
              <a:gd name="connsiteY3" fmla="*/ 5921390 h 5929534"/>
              <a:gd name="connsiteX4" fmla="*/ 4624210 w 6507150"/>
              <a:gd name="connsiteY4" fmla="*/ 3968895 h 5929534"/>
              <a:gd name="connsiteX5" fmla="*/ 333965 w 6507150"/>
              <a:gd name="connsiteY5" fmla="*/ 3971566 h 5929534"/>
              <a:gd name="connsiteX6" fmla="*/ 232739 w 6507150"/>
              <a:gd name="connsiteY6" fmla="*/ 3114000 h 5929534"/>
              <a:gd name="connsiteX0" fmla="*/ 232739 w 6526554"/>
              <a:gd name="connsiteY0" fmla="*/ 3114000 h 5929534"/>
              <a:gd name="connsiteX1" fmla="*/ 3346739 w 6526554"/>
              <a:gd name="connsiteY1" fmla="*/ 0 h 5929534"/>
              <a:gd name="connsiteX2" fmla="*/ 6460739 w 6526554"/>
              <a:gd name="connsiteY2" fmla="*/ 3114000 h 5929534"/>
              <a:gd name="connsiteX3" fmla="*/ 4731155 w 6526554"/>
              <a:gd name="connsiteY3" fmla="*/ 5921390 h 5929534"/>
              <a:gd name="connsiteX4" fmla="*/ 4624210 w 6526554"/>
              <a:gd name="connsiteY4" fmla="*/ 3968895 h 5929534"/>
              <a:gd name="connsiteX5" fmla="*/ 333965 w 6526554"/>
              <a:gd name="connsiteY5" fmla="*/ 3971566 h 5929534"/>
              <a:gd name="connsiteX6" fmla="*/ 232739 w 6526554"/>
              <a:gd name="connsiteY6" fmla="*/ 3114000 h 5929534"/>
              <a:gd name="connsiteX0" fmla="*/ 232739 w 6526554"/>
              <a:gd name="connsiteY0" fmla="*/ 3114000 h 5929534"/>
              <a:gd name="connsiteX1" fmla="*/ 3346739 w 6526554"/>
              <a:gd name="connsiteY1" fmla="*/ 0 h 5929534"/>
              <a:gd name="connsiteX2" fmla="*/ 6460739 w 6526554"/>
              <a:gd name="connsiteY2" fmla="*/ 3114000 h 5929534"/>
              <a:gd name="connsiteX3" fmla="*/ 4731155 w 6526554"/>
              <a:gd name="connsiteY3" fmla="*/ 5921390 h 5929534"/>
              <a:gd name="connsiteX4" fmla="*/ 4624210 w 6526554"/>
              <a:gd name="connsiteY4" fmla="*/ 3968895 h 5929534"/>
              <a:gd name="connsiteX5" fmla="*/ 333965 w 6526554"/>
              <a:gd name="connsiteY5" fmla="*/ 3971566 h 5929534"/>
              <a:gd name="connsiteX6" fmla="*/ 232739 w 6526554"/>
              <a:gd name="connsiteY6" fmla="*/ 3114000 h 5929534"/>
              <a:gd name="connsiteX0" fmla="*/ 232739 w 6462699"/>
              <a:gd name="connsiteY0" fmla="*/ 3114000 h 5929534"/>
              <a:gd name="connsiteX1" fmla="*/ 3346739 w 6462699"/>
              <a:gd name="connsiteY1" fmla="*/ 0 h 5929534"/>
              <a:gd name="connsiteX2" fmla="*/ 6460739 w 6462699"/>
              <a:gd name="connsiteY2" fmla="*/ 3114000 h 5929534"/>
              <a:gd name="connsiteX3" fmla="*/ 4731155 w 6462699"/>
              <a:gd name="connsiteY3" fmla="*/ 5921390 h 5929534"/>
              <a:gd name="connsiteX4" fmla="*/ 4624210 w 6462699"/>
              <a:gd name="connsiteY4" fmla="*/ 3968895 h 5929534"/>
              <a:gd name="connsiteX5" fmla="*/ 333965 w 6462699"/>
              <a:gd name="connsiteY5" fmla="*/ 3971566 h 5929534"/>
              <a:gd name="connsiteX6" fmla="*/ 232739 w 6462699"/>
              <a:gd name="connsiteY6" fmla="*/ 3114000 h 5929534"/>
              <a:gd name="connsiteX0" fmla="*/ 232739 w 6462699"/>
              <a:gd name="connsiteY0" fmla="*/ 3114000 h 5929534"/>
              <a:gd name="connsiteX1" fmla="*/ 3346739 w 6462699"/>
              <a:gd name="connsiteY1" fmla="*/ 0 h 5929534"/>
              <a:gd name="connsiteX2" fmla="*/ 6460739 w 6462699"/>
              <a:gd name="connsiteY2" fmla="*/ 3114000 h 5929534"/>
              <a:gd name="connsiteX3" fmla="*/ 4731155 w 6462699"/>
              <a:gd name="connsiteY3" fmla="*/ 5921390 h 5929534"/>
              <a:gd name="connsiteX4" fmla="*/ 4624210 w 6462699"/>
              <a:gd name="connsiteY4" fmla="*/ 3968895 h 5929534"/>
              <a:gd name="connsiteX5" fmla="*/ 333965 w 6462699"/>
              <a:gd name="connsiteY5" fmla="*/ 3971566 h 5929534"/>
              <a:gd name="connsiteX6" fmla="*/ 232739 w 6462699"/>
              <a:gd name="connsiteY6" fmla="*/ 3114000 h 5929534"/>
              <a:gd name="connsiteX0" fmla="*/ 232739 w 6462699"/>
              <a:gd name="connsiteY0" fmla="*/ 3114000 h 5929534"/>
              <a:gd name="connsiteX1" fmla="*/ 3346739 w 6462699"/>
              <a:gd name="connsiteY1" fmla="*/ 0 h 5929534"/>
              <a:gd name="connsiteX2" fmla="*/ 6460739 w 6462699"/>
              <a:gd name="connsiteY2" fmla="*/ 3114000 h 5929534"/>
              <a:gd name="connsiteX3" fmla="*/ 4731155 w 6462699"/>
              <a:gd name="connsiteY3" fmla="*/ 5921390 h 5929534"/>
              <a:gd name="connsiteX4" fmla="*/ 4624210 w 6462699"/>
              <a:gd name="connsiteY4" fmla="*/ 3968895 h 5929534"/>
              <a:gd name="connsiteX5" fmla="*/ 333965 w 6462699"/>
              <a:gd name="connsiteY5" fmla="*/ 3971566 h 5929534"/>
              <a:gd name="connsiteX6" fmla="*/ 232739 w 6462699"/>
              <a:gd name="connsiteY6" fmla="*/ 3114000 h 5929534"/>
              <a:gd name="connsiteX0" fmla="*/ 232739 w 6462699"/>
              <a:gd name="connsiteY0" fmla="*/ 3114000 h 5929534"/>
              <a:gd name="connsiteX1" fmla="*/ 3346739 w 6462699"/>
              <a:gd name="connsiteY1" fmla="*/ 0 h 5929534"/>
              <a:gd name="connsiteX2" fmla="*/ 6460739 w 6462699"/>
              <a:gd name="connsiteY2" fmla="*/ 3114000 h 5929534"/>
              <a:gd name="connsiteX3" fmla="*/ 4731155 w 6462699"/>
              <a:gd name="connsiteY3" fmla="*/ 5921390 h 5929534"/>
              <a:gd name="connsiteX4" fmla="*/ 4624210 w 6462699"/>
              <a:gd name="connsiteY4" fmla="*/ 3968895 h 5929534"/>
              <a:gd name="connsiteX5" fmla="*/ 333965 w 6462699"/>
              <a:gd name="connsiteY5" fmla="*/ 3971566 h 5929534"/>
              <a:gd name="connsiteX6" fmla="*/ 232739 w 6462699"/>
              <a:gd name="connsiteY6" fmla="*/ 3114000 h 5929534"/>
              <a:gd name="connsiteX0" fmla="*/ 3162 w 6233122"/>
              <a:gd name="connsiteY0" fmla="*/ 3114000 h 5929534"/>
              <a:gd name="connsiteX1" fmla="*/ 3117162 w 6233122"/>
              <a:gd name="connsiteY1" fmla="*/ 0 h 5929534"/>
              <a:gd name="connsiteX2" fmla="*/ 6231162 w 6233122"/>
              <a:gd name="connsiteY2" fmla="*/ 3114000 h 5929534"/>
              <a:gd name="connsiteX3" fmla="*/ 4501578 w 6233122"/>
              <a:gd name="connsiteY3" fmla="*/ 5921390 h 5929534"/>
              <a:gd name="connsiteX4" fmla="*/ 4394633 w 6233122"/>
              <a:gd name="connsiteY4" fmla="*/ 3968895 h 5929534"/>
              <a:gd name="connsiteX5" fmla="*/ 104388 w 6233122"/>
              <a:gd name="connsiteY5" fmla="*/ 3971566 h 5929534"/>
              <a:gd name="connsiteX6" fmla="*/ 3162 w 6233122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650"/>
              <a:gd name="connsiteX1" fmla="*/ 3119446 w 6235406"/>
              <a:gd name="connsiteY1" fmla="*/ 0 h 5929650"/>
              <a:gd name="connsiteX2" fmla="*/ 6233446 w 6235406"/>
              <a:gd name="connsiteY2" fmla="*/ 3114000 h 5929650"/>
              <a:gd name="connsiteX3" fmla="*/ 4503862 w 6235406"/>
              <a:gd name="connsiteY3" fmla="*/ 5921390 h 5929650"/>
              <a:gd name="connsiteX4" fmla="*/ 4396917 w 6235406"/>
              <a:gd name="connsiteY4" fmla="*/ 3968895 h 5929650"/>
              <a:gd name="connsiteX5" fmla="*/ 106672 w 6235406"/>
              <a:gd name="connsiteY5" fmla="*/ 3971566 h 5929650"/>
              <a:gd name="connsiteX6" fmla="*/ 5446 w 6235406"/>
              <a:gd name="connsiteY6" fmla="*/ 3114000 h 5929650"/>
              <a:gd name="connsiteX0" fmla="*/ 5446 w 6235406"/>
              <a:gd name="connsiteY0" fmla="*/ 3114000 h 5929650"/>
              <a:gd name="connsiteX1" fmla="*/ 3119446 w 6235406"/>
              <a:gd name="connsiteY1" fmla="*/ 0 h 5929650"/>
              <a:gd name="connsiteX2" fmla="*/ 6233446 w 6235406"/>
              <a:gd name="connsiteY2" fmla="*/ 3114000 h 5929650"/>
              <a:gd name="connsiteX3" fmla="*/ 4503862 w 6235406"/>
              <a:gd name="connsiteY3" fmla="*/ 5921390 h 5929650"/>
              <a:gd name="connsiteX4" fmla="*/ 4396917 w 6235406"/>
              <a:gd name="connsiteY4" fmla="*/ 3968895 h 5929650"/>
              <a:gd name="connsiteX5" fmla="*/ 106672 w 6235406"/>
              <a:gd name="connsiteY5" fmla="*/ 3971566 h 5929650"/>
              <a:gd name="connsiteX6" fmla="*/ 5446 w 6235406"/>
              <a:gd name="connsiteY6" fmla="*/ 3114000 h 5929650"/>
              <a:gd name="connsiteX0" fmla="*/ 5446 w 6235406"/>
              <a:gd name="connsiteY0" fmla="*/ 3114000 h 5929650"/>
              <a:gd name="connsiteX1" fmla="*/ 3119446 w 6235406"/>
              <a:gd name="connsiteY1" fmla="*/ 0 h 5929650"/>
              <a:gd name="connsiteX2" fmla="*/ 6233446 w 6235406"/>
              <a:gd name="connsiteY2" fmla="*/ 3114000 h 5929650"/>
              <a:gd name="connsiteX3" fmla="*/ 4503862 w 6235406"/>
              <a:gd name="connsiteY3" fmla="*/ 5921390 h 5929650"/>
              <a:gd name="connsiteX4" fmla="*/ 4396917 w 6235406"/>
              <a:gd name="connsiteY4" fmla="*/ 3968895 h 5929650"/>
              <a:gd name="connsiteX5" fmla="*/ 106672 w 6235406"/>
              <a:gd name="connsiteY5" fmla="*/ 3971566 h 5929650"/>
              <a:gd name="connsiteX6" fmla="*/ 5446 w 6235406"/>
              <a:gd name="connsiteY6" fmla="*/ 3114000 h 5929650"/>
              <a:gd name="connsiteX0" fmla="*/ 5446 w 6235406"/>
              <a:gd name="connsiteY0" fmla="*/ 3114000 h 5921390"/>
              <a:gd name="connsiteX1" fmla="*/ 3119446 w 6235406"/>
              <a:gd name="connsiteY1" fmla="*/ 0 h 5921390"/>
              <a:gd name="connsiteX2" fmla="*/ 6233446 w 6235406"/>
              <a:gd name="connsiteY2" fmla="*/ 3114000 h 5921390"/>
              <a:gd name="connsiteX3" fmla="*/ 4503862 w 6235406"/>
              <a:gd name="connsiteY3" fmla="*/ 5921390 h 5921390"/>
              <a:gd name="connsiteX4" fmla="*/ 4396917 w 6235406"/>
              <a:gd name="connsiteY4" fmla="*/ 3968895 h 5921390"/>
              <a:gd name="connsiteX5" fmla="*/ 106672 w 6235406"/>
              <a:gd name="connsiteY5" fmla="*/ 3971566 h 5921390"/>
              <a:gd name="connsiteX6" fmla="*/ 5446 w 6235406"/>
              <a:gd name="connsiteY6" fmla="*/ 3114000 h 5921390"/>
              <a:gd name="connsiteX0" fmla="*/ 5446 w 6235406"/>
              <a:gd name="connsiteY0" fmla="*/ 3114000 h 5921390"/>
              <a:gd name="connsiteX1" fmla="*/ 3119446 w 6235406"/>
              <a:gd name="connsiteY1" fmla="*/ 0 h 5921390"/>
              <a:gd name="connsiteX2" fmla="*/ 6233446 w 6235406"/>
              <a:gd name="connsiteY2" fmla="*/ 3114000 h 5921390"/>
              <a:gd name="connsiteX3" fmla="*/ 4503862 w 6235406"/>
              <a:gd name="connsiteY3" fmla="*/ 5921390 h 5921390"/>
              <a:gd name="connsiteX4" fmla="*/ 4396917 w 6235406"/>
              <a:gd name="connsiteY4" fmla="*/ 3968895 h 5921390"/>
              <a:gd name="connsiteX5" fmla="*/ 106672 w 6235406"/>
              <a:gd name="connsiteY5" fmla="*/ 3971566 h 5921390"/>
              <a:gd name="connsiteX6" fmla="*/ 5446 w 6235406"/>
              <a:gd name="connsiteY6" fmla="*/ 3114000 h 5921390"/>
              <a:gd name="connsiteX0" fmla="*/ 5446 w 6235406"/>
              <a:gd name="connsiteY0" fmla="*/ 3114000 h 5921390"/>
              <a:gd name="connsiteX1" fmla="*/ 3119446 w 6235406"/>
              <a:gd name="connsiteY1" fmla="*/ 0 h 5921390"/>
              <a:gd name="connsiteX2" fmla="*/ 6233446 w 6235406"/>
              <a:gd name="connsiteY2" fmla="*/ 3114000 h 5921390"/>
              <a:gd name="connsiteX3" fmla="*/ 4503862 w 6235406"/>
              <a:gd name="connsiteY3" fmla="*/ 5921390 h 5921390"/>
              <a:gd name="connsiteX4" fmla="*/ 4396917 w 6235406"/>
              <a:gd name="connsiteY4" fmla="*/ 3968895 h 5921390"/>
              <a:gd name="connsiteX5" fmla="*/ 106672 w 6235406"/>
              <a:gd name="connsiteY5" fmla="*/ 3971566 h 5921390"/>
              <a:gd name="connsiteX6" fmla="*/ 5446 w 6235406"/>
              <a:gd name="connsiteY6" fmla="*/ 3114000 h 5921390"/>
              <a:gd name="connsiteX0" fmla="*/ 5446 w 6235406"/>
              <a:gd name="connsiteY0" fmla="*/ 3114000 h 5938745"/>
              <a:gd name="connsiteX1" fmla="*/ 3119446 w 6235406"/>
              <a:gd name="connsiteY1" fmla="*/ 0 h 5938745"/>
              <a:gd name="connsiteX2" fmla="*/ 6233446 w 6235406"/>
              <a:gd name="connsiteY2" fmla="*/ 3114000 h 5938745"/>
              <a:gd name="connsiteX3" fmla="*/ 4503862 w 6235406"/>
              <a:gd name="connsiteY3" fmla="*/ 5921390 h 5938745"/>
              <a:gd name="connsiteX4" fmla="*/ 4455038 w 6235406"/>
              <a:gd name="connsiteY4" fmla="*/ 4284366 h 5938745"/>
              <a:gd name="connsiteX5" fmla="*/ 4396917 w 6235406"/>
              <a:gd name="connsiteY5" fmla="*/ 3968895 h 5938745"/>
              <a:gd name="connsiteX6" fmla="*/ 106672 w 6235406"/>
              <a:gd name="connsiteY6" fmla="*/ 3971566 h 5938745"/>
              <a:gd name="connsiteX7" fmla="*/ 5446 w 6235406"/>
              <a:gd name="connsiteY7" fmla="*/ 3114000 h 5938745"/>
              <a:gd name="connsiteX0" fmla="*/ 5446 w 6235406"/>
              <a:gd name="connsiteY0" fmla="*/ 3114000 h 5938745"/>
              <a:gd name="connsiteX1" fmla="*/ 3119446 w 6235406"/>
              <a:gd name="connsiteY1" fmla="*/ 0 h 5938745"/>
              <a:gd name="connsiteX2" fmla="*/ 6233446 w 6235406"/>
              <a:gd name="connsiteY2" fmla="*/ 3114000 h 5938745"/>
              <a:gd name="connsiteX3" fmla="*/ 4503862 w 6235406"/>
              <a:gd name="connsiteY3" fmla="*/ 5921390 h 5938745"/>
              <a:gd name="connsiteX4" fmla="*/ 4455038 w 6235406"/>
              <a:gd name="connsiteY4" fmla="*/ 4284366 h 5938745"/>
              <a:gd name="connsiteX5" fmla="*/ 4396917 w 6235406"/>
              <a:gd name="connsiteY5" fmla="*/ 3968895 h 5938745"/>
              <a:gd name="connsiteX6" fmla="*/ 106672 w 6235406"/>
              <a:gd name="connsiteY6" fmla="*/ 3971566 h 5938745"/>
              <a:gd name="connsiteX7" fmla="*/ 5446 w 6235406"/>
              <a:gd name="connsiteY7" fmla="*/ 3114000 h 5938745"/>
              <a:gd name="connsiteX0" fmla="*/ 5446 w 6235406"/>
              <a:gd name="connsiteY0" fmla="*/ 3114000 h 5938745"/>
              <a:gd name="connsiteX1" fmla="*/ 3119446 w 6235406"/>
              <a:gd name="connsiteY1" fmla="*/ 0 h 5938745"/>
              <a:gd name="connsiteX2" fmla="*/ 6233446 w 6235406"/>
              <a:gd name="connsiteY2" fmla="*/ 3114000 h 5938745"/>
              <a:gd name="connsiteX3" fmla="*/ 4503862 w 6235406"/>
              <a:gd name="connsiteY3" fmla="*/ 5921390 h 5938745"/>
              <a:gd name="connsiteX4" fmla="*/ 4483173 w 6235406"/>
              <a:gd name="connsiteY4" fmla="*/ 4284366 h 5938745"/>
              <a:gd name="connsiteX5" fmla="*/ 4396917 w 6235406"/>
              <a:gd name="connsiteY5" fmla="*/ 3968895 h 5938745"/>
              <a:gd name="connsiteX6" fmla="*/ 106672 w 6235406"/>
              <a:gd name="connsiteY6" fmla="*/ 3971566 h 5938745"/>
              <a:gd name="connsiteX7" fmla="*/ 5446 w 6235406"/>
              <a:gd name="connsiteY7" fmla="*/ 3114000 h 5938745"/>
              <a:gd name="connsiteX0" fmla="*/ 5446 w 6235406"/>
              <a:gd name="connsiteY0" fmla="*/ 3114000 h 5938818"/>
              <a:gd name="connsiteX1" fmla="*/ 3119446 w 6235406"/>
              <a:gd name="connsiteY1" fmla="*/ 0 h 5938818"/>
              <a:gd name="connsiteX2" fmla="*/ 6233446 w 6235406"/>
              <a:gd name="connsiteY2" fmla="*/ 3114000 h 5938818"/>
              <a:gd name="connsiteX3" fmla="*/ 4503862 w 6235406"/>
              <a:gd name="connsiteY3" fmla="*/ 5921390 h 5938818"/>
              <a:gd name="connsiteX4" fmla="*/ 4483173 w 6235406"/>
              <a:gd name="connsiteY4" fmla="*/ 4284366 h 5938818"/>
              <a:gd name="connsiteX5" fmla="*/ 4396917 w 6235406"/>
              <a:gd name="connsiteY5" fmla="*/ 3968895 h 5938818"/>
              <a:gd name="connsiteX6" fmla="*/ 106672 w 6235406"/>
              <a:gd name="connsiteY6" fmla="*/ 3971566 h 5938818"/>
              <a:gd name="connsiteX7" fmla="*/ 5446 w 6235406"/>
              <a:gd name="connsiteY7" fmla="*/ 3114000 h 5938818"/>
              <a:gd name="connsiteX0" fmla="*/ 5446 w 6235406"/>
              <a:gd name="connsiteY0" fmla="*/ 3114000 h 5938818"/>
              <a:gd name="connsiteX1" fmla="*/ 3119446 w 6235406"/>
              <a:gd name="connsiteY1" fmla="*/ 0 h 5938818"/>
              <a:gd name="connsiteX2" fmla="*/ 6233446 w 6235406"/>
              <a:gd name="connsiteY2" fmla="*/ 3114000 h 5938818"/>
              <a:gd name="connsiteX3" fmla="*/ 4503862 w 6235406"/>
              <a:gd name="connsiteY3" fmla="*/ 5921390 h 5938818"/>
              <a:gd name="connsiteX4" fmla="*/ 4483173 w 6235406"/>
              <a:gd name="connsiteY4" fmla="*/ 4284366 h 5938818"/>
              <a:gd name="connsiteX5" fmla="*/ 4396917 w 6235406"/>
              <a:gd name="connsiteY5" fmla="*/ 3968895 h 5938818"/>
              <a:gd name="connsiteX6" fmla="*/ 106672 w 6235406"/>
              <a:gd name="connsiteY6" fmla="*/ 3971566 h 5938818"/>
              <a:gd name="connsiteX7" fmla="*/ 5446 w 6235406"/>
              <a:gd name="connsiteY7" fmla="*/ 3114000 h 5938818"/>
              <a:gd name="connsiteX0" fmla="*/ 5446 w 6235406"/>
              <a:gd name="connsiteY0" fmla="*/ 3114000 h 5938818"/>
              <a:gd name="connsiteX1" fmla="*/ 3119446 w 6235406"/>
              <a:gd name="connsiteY1" fmla="*/ 0 h 5938818"/>
              <a:gd name="connsiteX2" fmla="*/ 6233446 w 6235406"/>
              <a:gd name="connsiteY2" fmla="*/ 3114000 h 5938818"/>
              <a:gd name="connsiteX3" fmla="*/ 4503862 w 6235406"/>
              <a:gd name="connsiteY3" fmla="*/ 5921390 h 5938818"/>
              <a:gd name="connsiteX4" fmla="*/ 4483173 w 6235406"/>
              <a:gd name="connsiteY4" fmla="*/ 4284366 h 5938818"/>
              <a:gd name="connsiteX5" fmla="*/ 4396917 w 6235406"/>
              <a:gd name="connsiteY5" fmla="*/ 3968895 h 5938818"/>
              <a:gd name="connsiteX6" fmla="*/ 106672 w 6235406"/>
              <a:gd name="connsiteY6" fmla="*/ 3971566 h 5938818"/>
              <a:gd name="connsiteX7" fmla="*/ 5446 w 6235406"/>
              <a:gd name="connsiteY7" fmla="*/ 3114000 h 5938818"/>
              <a:gd name="connsiteX0" fmla="*/ 5446 w 6235406"/>
              <a:gd name="connsiteY0" fmla="*/ 3114000 h 5938818"/>
              <a:gd name="connsiteX1" fmla="*/ 3119446 w 6235406"/>
              <a:gd name="connsiteY1" fmla="*/ 0 h 5938818"/>
              <a:gd name="connsiteX2" fmla="*/ 6233446 w 6235406"/>
              <a:gd name="connsiteY2" fmla="*/ 3114000 h 5938818"/>
              <a:gd name="connsiteX3" fmla="*/ 4503862 w 6235406"/>
              <a:gd name="connsiteY3" fmla="*/ 5921390 h 5938818"/>
              <a:gd name="connsiteX4" fmla="*/ 4483173 w 6235406"/>
              <a:gd name="connsiteY4" fmla="*/ 4284366 h 5938818"/>
              <a:gd name="connsiteX5" fmla="*/ 4396917 w 6235406"/>
              <a:gd name="connsiteY5" fmla="*/ 3968895 h 5938818"/>
              <a:gd name="connsiteX6" fmla="*/ 106672 w 6235406"/>
              <a:gd name="connsiteY6" fmla="*/ 3971566 h 5938818"/>
              <a:gd name="connsiteX7" fmla="*/ 5446 w 6235406"/>
              <a:gd name="connsiteY7" fmla="*/ 3114000 h 5938818"/>
              <a:gd name="connsiteX0" fmla="*/ 5446 w 6235406"/>
              <a:gd name="connsiteY0" fmla="*/ 3114000 h 5921941"/>
              <a:gd name="connsiteX1" fmla="*/ 3119446 w 6235406"/>
              <a:gd name="connsiteY1" fmla="*/ 0 h 5921941"/>
              <a:gd name="connsiteX2" fmla="*/ 6233446 w 6235406"/>
              <a:gd name="connsiteY2" fmla="*/ 3114000 h 5921941"/>
              <a:gd name="connsiteX3" fmla="*/ 4490214 w 6235406"/>
              <a:gd name="connsiteY3" fmla="*/ 5904331 h 5921941"/>
              <a:gd name="connsiteX4" fmla="*/ 4483173 w 6235406"/>
              <a:gd name="connsiteY4" fmla="*/ 4284366 h 5921941"/>
              <a:gd name="connsiteX5" fmla="*/ 4396917 w 6235406"/>
              <a:gd name="connsiteY5" fmla="*/ 3968895 h 5921941"/>
              <a:gd name="connsiteX6" fmla="*/ 106672 w 6235406"/>
              <a:gd name="connsiteY6" fmla="*/ 3971566 h 5921941"/>
              <a:gd name="connsiteX7" fmla="*/ 5446 w 6235406"/>
              <a:gd name="connsiteY7" fmla="*/ 3114000 h 5921941"/>
              <a:gd name="connsiteX0" fmla="*/ 5446 w 6235406"/>
              <a:gd name="connsiteY0" fmla="*/ 3114000 h 5921941"/>
              <a:gd name="connsiteX1" fmla="*/ 3119446 w 6235406"/>
              <a:gd name="connsiteY1" fmla="*/ 0 h 5921941"/>
              <a:gd name="connsiteX2" fmla="*/ 6233446 w 6235406"/>
              <a:gd name="connsiteY2" fmla="*/ 3114000 h 5921941"/>
              <a:gd name="connsiteX3" fmla="*/ 4490214 w 6235406"/>
              <a:gd name="connsiteY3" fmla="*/ 5904331 h 5921941"/>
              <a:gd name="connsiteX4" fmla="*/ 4483173 w 6235406"/>
              <a:gd name="connsiteY4" fmla="*/ 4284366 h 5921941"/>
              <a:gd name="connsiteX5" fmla="*/ 4396917 w 6235406"/>
              <a:gd name="connsiteY5" fmla="*/ 3968895 h 5921941"/>
              <a:gd name="connsiteX6" fmla="*/ 106672 w 6235406"/>
              <a:gd name="connsiteY6" fmla="*/ 3971566 h 5921941"/>
              <a:gd name="connsiteX7" fmla="*/ 5446 w 6235406"/>
              <a:gd name="connsiteY7" fmla="*/ 3114000 h 592194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3173 w 6235406"/>
              <a:gd name="connsiteY4" fmla="*/ 4284366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3173 w 6235406"/>
              <a:gd name="connsiteY4" fmla="*/ 4284366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3173 w 6235406"/>
              <a:gd name="connsiteY4" fmla="*/ 4284366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3173 w 6235406"/>
              <a:gd name="connsiteY4" fmla="*/ 4284366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6585 w 6235406"/>
              <a:gd name="connsiteY4" fmla="*/ 4137653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6585 w 6235406"/>
              <a:gd name="connsiteY4" fmla="*/ 4147888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6585 w 6235406"/>
              <a:gd name="connsiteY4" fmla="*/ 4147888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120811 w 6350771"/>
              <a:gd name="connsiteY0" fmla="*/ 3114000 h 5904331"/>
              <a:gd name="connsiteX1" fmla="*/ 3234811 w 6350771"/>
              <a:gd name="connsiteY1" fmla="*/ 0 h 5904331"/>
              <a:gd name="connsiteX2" fmla="*/ 6348811 w 6350771"/>
              <a:gd name="connsiteY2" fmla="*/ 3114000 h 5904331"/>
              <a:gd name="connsiteX3" fmla="*/ 4605579 w 6350771"/>
              <a:gd name="connsiteY3" fmla="*/ 5904331 h 5904331"/>
              <a:gd name="connsiteX4" fmla="*/ 4601950 w 6350771"/>
              <a:gd name="connsiteY4" fmla="*/ 4147888 h 5904331"/>
              <a:gd name="connsiteX5" fmla="*/ 4512282 w 6350771"/>
              <a:gd name="connsiteY5" fmla="*/ 3968895 h 5904331"/>
              <a:gd name="connsiteX6" fmla="*/ 293688 w 6350771"/>
              <a:gd name="connsiteY6" fmla="*/ 3968154 h 5904331"/>
              <a:gd name="connsiteX7" fmla="*/ 120811 w 6350771"/>
              <a:gd name="connsiteY7" fmla="*/ 3114000 h 5904331"/>
              <a:gd name="connsiteX0" fmla="*/ 120811 w 6350771"/>
              <a:gd name="connsiteY0" fmla="*/ 3114000 h 5904331"/>
              <a:gd name="connsiteX1" fmla="*/ 3234811 w 6350771"/>
              <a:gd name="connsiteY1" fmla="*/ 0 h 5904331"/>
              <a:gd name="connsiteX2" fmla="*/ 6348811 w 6350771"/>
              <a:gd name="connsiteY2" fmla="*/ 3114000 h 5904331"/>
              <a:gd name="connsiteX3" fmla="*/ 4605579 w 6350771"/>
              <a:gd name="connsiteY3" fmla="*/ 5904331 h 5904331"/>
              <a:gd name="connsiteX4" fmla="*/ 4601950 w 6350771"/>
              <a:gd name="connsiteY4" fmla="*/ 4147888 h 5904331"/>
              <a:gd name="connsiteX5" fmla="*/ 4512282 w 6350771"/>
              <a:gd name="connsiteY5" fmla="*/ 3968895 h 5904331"/>
              <a:gd name="connsiteX6" fmla="*/ 293688 w 6350771"/>
              <a:gd name="connsiteY6" fmla="*/ 3968154 h 5904331"/>
              <a:gd name="connsiteX7" fmla="*/ 120811 w 6350771"/>
              <a:gd name="connsiteY7" fmla="*/ 3114000 h 5904331"/>
              <a:gd name="connsiteX0" fmla="*/ 12 w 6229972"/>
              <a:gd name="connsiteY0" fmla="*/ 3114000 h 5904331"/>
              <a:gd name="connsiteX1" fmla="*/ 3114012 w 6229972"/>
              <a:gd name="connsiteY1" fmla="*/ 0 h 5904331"/>
              <a:gd name="connsiteX2" fmla="*/ 6228012 w 6229972"/>
              <a:gd name="connsiteY2" fmla="*/ 3114000 h 5904331"/>
              <a:gd name="connsiteX3" fmla="*/ 4484780 w 6229972"/>
              <a:gd name="connsiteY3" fmla="*/ 5904331 h 5904331"/>
              <a:gd name="connsiteX4" fmla="*/ 4481151 w 6229972"/>
              <a:gd name="connsiteY4" fmla="*/ 4147888 h 5904331"/>
              <a:gd name="connsiteX5" fmla="*/ 4391483 w 6229972"/>
              <a:gd name="connsiteY5" fmla="*/ 3968895 h 5904331"/>
              <a:gd name="connsiteX6" fmla="*/ 172889 w 6229972"/>
              <a:gd name="connsiteY6" fmla="*/ 3968154 h 5904331"/>
              <a:gd name="connsiteX7" fmla="*/ 12 w 6229972"/>
              <a:gd name="connsiteY7" fmla="*/ 3114000 h 5904331"/>
              <a:gd name="connsiteX0" fmla="*/ 12 w 6229972"/>
              <a:gd name="connsiteY0" fmla="*/ 3114000 h 5904331"/>
              <a:gd name="connsiteX1" fmla="*/ 3114012 w 6229972"/>
              <a:gd name="connsiteY1" fmla="*/ 0 h 5904331"/>
              <a:gd name="connsiteX2" fmla="*/ 6228012 w 6229972"/>
              <a:gd name="connsiteY2" fmla="*/ 3114000 h 5904331"/>
              <a:gd name="connsiteX3" fmla="*/ 4484780 w 6229972"/>
              <a:gd name="connsiteY3" fmla="*/ 5904331 h 5904331"/>
              <a:gd name="connsiteX4" fmla="*/ 4481151 w 6229972"/>
              <a:gd name="connsiteY4" fmla="*/ 4147888 h 5904331"/>
              <a:gd name="connsiteX5" fmla="*/ 4391483 w 6229972"/>
              <a:gd name="connsiteY5" fmla="*/ 3968895 h 5904331"/>
              <a:gd name="connsiteX6" fmla="*/ 172889 w 6229972"/>
              <a:gd name="connsiteY6" fmla="*/ 3968154 h 5904331"/>
              <a:gd name="connsiteX7" fmla="*/ 12 w 6229972"/>
              <a:gd name="connsiteY7" fmla="*/ 3114000 h 5904331"/>
              <a:gd name="connsiteX0" fmla="*/ 12 w 6229972"/>
              <a:gd name="connsiteY0" fmla="*/ 3114000 h 5904331"/>
              <a:gd name="connsiteX1" fmla="*/ 3114012 w 6229972"/>
              <a:gd name="connsiteY1" fmla="*/ 0 h 5904331"/>
              <a:gd name="connsiteX2" fmla="*/ 6228012 w 6229972"/>
              <a:gd name="connsiteY2" fmla="*/ 3114000 h 5904331"/>
              <a:gd name="connsiteX3" fmla="*/ 4484780 w 6229972"/>
              <a:gd name="connsiteY3" fmla="*/ 5904331 h 5904331"/>
              <a:gd name="connsiteX4" fmla="*/ 4481151 w 6229972"/>
              <a:gd name="connsiteY4" fmla="*/ 4147888 h 5904331"/>
              <a:gd name="connsiteX5" fmla="*/ 4391483 w 6229972"/>
              <a:gd name="connsiteY5" fmla="*/ 3968895 h 5904331"/>
              <a:gd name="connsiteX6" fmla="*/ 172889 w 6229972"/>
              <a:gd name="connsiteY6" fmla="*/ 3968154 h 5904331"/>
              <a:gd name="connsiteX7" fmla="*/ 12 w 6229972"/>
              <a:gd name="connsiteY7" fmla="*/ 3114000 h 5904331"/>
              <a:gd name="connsiteX0" fmla="*/ 165707 w 6395667"/>
              <a:gd name="connsiteY0" fmla="*/ 3114000 h 5904331"/>
              <a:gd name="connsiteX1" fmla="*/ 3279707 w 6395667"/>
              <a:gd name="connsiteY1" fmla="*/ 0 h 5904331"/>
              <a:gd name="connsiteX2" fmla="*/ 6393707 w 6395667"/>
              <a:gd name="connsiteY2" fmla="*/ 3114000 h 5904331"/>
              <a:gd name="connsiteX3" fmla="*/ 4650475 w 6395667"/>
              <a:gd name="connsiteY3" fmla="*/ 5904331 h 5904331"/>
              <a:gd name="connsiteX4" fmla="*/ 4646846 w 6395667"/>
              <a:gd name="connsiteY4" fmla="*/ 4147888 h 5904331"/>
              <a:gd name="connsiteX5" fmla="*/ 4557178 w 6395667"/>
              <a:gd name="connsiteY5" fmla="*/ 3968895 h 5904331"/>
              <a:gd name="connsiteX6" fmla="*/ 338584 w 6395667"/>
              <a:gd name="connsiteY6" fmla="*/ 3968154 h 5904331"/>
              <a:gd name="connsiteX7" fmla="*/ 418664 w 6395667"/>
              <a:gd name="connsiteY7" fmla="*/ 3789530 h 5904331"/>
              <a:gd name="connsiteX8" fmla="*/ 165707 w 6395667"/>
              <a:gd name="connsiteY8" fmla="*/ 3114000 h 5904331"/>
              <a:gd name="connsiteX0" fmla="*/ 165707 w 6395667"/>
              <a:gd name="connsiteY0" fmla="*/ 3114000 h 5904331"/>
              <a:gd name="connsiteX1" fmla="*/ 3279707 w 6395667"/>
              <a:gd name="connsiteY1" fmla="*/ 0 h 5904331"/>
              <a:gd name="connsiteX2" fmla="*/ 6393707 w 6395667"/>
              <a:gd name="connsiteY2" fmla="*/ 3114000 h 5904331"/>
              <a:gd name="connsiteX3" fmla="*/ 4650475 w 6395667"/>
              <a:gd name="connsiteY3" fmla="*/ 5904331 h 5904331"/>
              <a:gd name="connsiteX4" fmla="*/ 4646846 w 6395667"/>
              <a:gd name="connsiteY4" fmla="*/ 4147888 h 5904331"/>
              <a:gd name="connsiteX5" fmla="*/ 4557178 w 6395667"/>
              <a:gd name="connsiteY5" fmla="*/ 3968895 h 5904331"/>
              <a:gd name="connsiteX6" fmla="*/ 338584 w 6395667"/>
              <a:gd name="connsiteY6" fmla="*/ 3968154 h 5904331"/>
              <a:gd name="connsiteX7" fmla="*/ 418664 w 6395667"/>
              <a:gd name="connsiteY7" fmla="*/ 3789530 h 5904331"/>
              <a:gd name="connsiteX8" fmla="*/ 165707 w 6395667"/>
              <a:gd name="connsiteY8" fmla="*/ 3114000 h 5904331"/>
              <a:gd name="connsiteX0" fmla="*/ 187804 w 6417764"/>
              <a:gd name="connsiteY0" fmla="*/ 3114000 h 5904331"/>
              <a:gd name="connsiteX1" fmla="*/ 3301804 w 6417764"/>
              <a:gd name="connsiteY1" fmla="*/ 0 h 5904331"/>
              <a:gd name="connsiteX2" fmla="*/ 6415804 w 6417764"/>
              <a:gd name="connsiteY2" fmla="*/ 3114000 h 5904331"/>
              <a:gd name="connsiteX3" fmla="*/ 4672572 w 6417764"/>
              <a:gd name="connsiteY3" fmla="*/ 5904331 h 5904331"/>
              <a:gd name="connsiteX4" fmla="*/ 4668943 w 6417764"/>
              <a:gd name="connsiteY4" fmla="*/ 4147888 h 5904331"/>
              <a:gd name="connsiteX5" fmla="*/ 4579275 w 6417764"/>
              <a:gd name="connsiteY5" fmla="*/ 3968895 h 5904331"/>
              <a:gd name="connsiteX6" fmla="*/ 360681 w 6417764"/>
              <a:gd name="connsiteY6" fmla="*/ 3968154 h 5904331"/>
              <a:gd name="connsiteX7" fmla="*/ 317931 w 6417764"/>
              <a:gd name="connsiteY7" fmla="*/ 3984011 h 5904331"/>
              <a:gd name="connsiteX8" fmla="*/ 187804 w 6417764"/>
              <a:gd name="connsiteY8" fmla="*/ 3114000 h 5904331"/>
              <a:gd name="connsiteX0" fmla="*/ 187804 w 6417764"/>
              <a:gd name="connsiteY0" fmla="*/ 3114000 h 5904331"/>
              <a:gd name="connsiteX1" fmla="*/ 3301804 w 6417764"/>
              <a:gd name="connsiteY1" fmla="*/ 0 h 5904331"/>
              <a:gd name="connsiteX2" fmla="*/ 6415804 w 6417764"/>
              <a:gd name="connsiteY2" fmla="*/ 3114000 h 5904331"/>
              <a:gd name="connsiteX3" fmla="*/ 4672572 w 6417764"/>
              <a:gd name="connsiteY3" fmla="*/ 5904331 h 5904331"/>
              <a:gd name="connsiteX4" fmla="*/ 4668943 w 6417764"/>
              <a:gd name="connsiteY4" fmla="*/ 4147888 h 5904331"/>
              <a:gd name="connsiteX5" fmla="*/ 4579275 w 6417764"/>
              <a:gd name="connsiteY5" fmla="*/ 3968895 h 5904331"/>
              <a:gd name="connsiteX6" fmla="*/ 360681 w 6417764"/>
              <a:gd name="connsiteY6" fmla="*/ 3968154 h 5904331"/>
              <a:gd name="connsiteX7" fmla="*/ 317931 w 6417764"/>
              <a:gd name="connsiteY7" fmla="*/ 3984011 h 5904331"/>
              <a:gd name="connsiteX8" fmla="*/ 187804 w 6417764"/>
              <a:gd name="connsiteY8" fmla="*/ 3114000 h 5904331"/>
              <a:gd name="connsiteX0" fmla="*/ 183019 w 6412979"/>
              <a:gd name="connsiteY0" fmla="*/ 3114000 h 5904331"/>
              <a:gd name="connsiteX1" fmla="*/ 3297019 w 6412979"/>
              <a:gd name="connsiteY1" fmla="*/ 0 h 5904331"/>
              <a:gd name="connsiteX2" fmla="*/ 6411019 w 6412979"/>
              <a:gd name="connsiteY2" fmla="*/ 3114000 h 5904331"/>
              <a:gd name="connsiteX3" fmla="*/ 4667787 w 6412979"/>
              <a:gd name="connsiteY3" fmla="*/ 5904331 h 5904331"/>
              <a:gd name="connsiteX4" fmla="*/ 4664158 w 6412979"/>
              <a:gd name="connsiteY4" fmla="*/ 4147888 h 5904331"/>
              <a:gd name="connsiteX5" fmla="*/ 4574490 w 6412979"/>
              <a:gd name="connsiteY5" fmla="*/ 3968895 h 5904331"/>
              <a:gd name="connsiteX6" fmla="*/ 355896 w 6412979"/>
              <a:gd name="connsiteY6" fmla="*/ 3968154 h 5904331"/>
              <a:gd name="connsiteX7" fmla="*/ 313146 w 6412979"/>
              <a:gd name="connsiteY7" fmla="*/ 3984011 h 5904331"/>
              <a:gd name="connsiteX8" fmla="*/ 183019 w 6412979"/>
              <a:gd name="connsiteY8" fmla="*/ 3114000 h 5904331"/>
              <a:gd name="connsiteX0" fmla="*/ 144151 w 6374111"/>
              <a:gd name="connsiteY0" fmla="*/ 3114000 h 5904331"/>
              <a:gd name="connsiteX1" fmla="*/ 3258151 w 6374111"/>
              <a:gd name="connsiteY1" fmla="*/ 0 h 5904331"/>
              <a:gd name="connsiteX2" fmla="*/ 6372151 w 6374111"/>
              <a:gd name="connsiteY2" fmla="*/ 3114000 h 5904331"/>
              <a:gd name="connsiteX3" fmla="*/ 4628919 w 6374111"/>
              <a:gd name="connsiteY3" fmla="*/ 5904331 h 5904331"/>
              <a:gd name="connsiteX4" fmla="*/ 4625290 w 6374111"/>
              <a:gd name="connsiteY4" fmla="*/ 4147888 h 5904331"/>
              <a:gd name="connsiteX5" fmla="*/ 4535622 w 6374111"/>
              <a:gd name="connsiteY5" fmla="*/ 3968895 h 5904331"/>
              <a:gd name="connsiteX6" fmla="*/ 317028 w 6374111"/>
              <a:gd name="connsiteY6" fmla="*/ 3968154 h 5904331"/>
              <a:gd name="connsiteX7" fmla="*/ 274278 w 6374111"/>
              <a:gd name="connsiteY7" fmla="*/ 3984011 h 5904331"/>
              <a:gd name="connsiteX8" fmla="*/ 144151 w 6374111"/>
              <a:gd name="connsiteY8" fmla="*/ 3114000 h 5904331"/>
              <a:gd name="connsiteX0" fmla="*/ 141340 w 6371300"/>
              <a:gd name="connsiteY0" fmla="*/ 3114000 h 5904331"/>
              <a:gd name="connsiteX1" fmla="*/ 3255340 w 6371300"/>
              <a:gd name="connsiteY1" fmla="*/ 0 h 5904331"/>
              <a:gd name="connsiteX2" fmla="*/ 6369340 w 6371300"/>
              <a:gd name="connsiteY2" fmla="*/ 3114000 h 5904331"/>
              <a:gd name="connsiteX3" fmla="*/ 4626108 w 6371300"/>
              <a:gd name="connsiteY3" fmla="*/ 5904331 h 5904331"/>
              <a:gd name="connsiteX4" fmla="*/ 4622479 w 6371300"/>
              <a:gd name="connsiteY4" fmla="*/ 4147888 h 5904331"/>
              <a:gd name="connsiteX5" fmla="*/ 4532811 w 6371300"/>
              <a:gd name="connsiteY5" fmla="*/ 3968895 h 5904331"/>
              <a:gd name="connsiteX6" fmla="*/ 314217 w 6371300"/>
              <a:gd name="connsiteY6" fmla="*/ 3968154 h 5904331"/>
              <a:gd name="connsiteX7" fmla="*/ 281702 w 6371300"/>
              <a:gd name="connsiteY7" fmla="*/ 3987423 h 5904331"/>
              <a:gd name="connsiteX8" fmla="*/ 141340 w 6371300"/>
              <a:gd name="connsiteY8" fmla="*/ 3114000 h 5904331"/>
              <a:gd name="connsiteX0" fmla="*/ 181 w 6230141"/>
              <a:gd name="connsiteY0" fmla="*/ 3114000 h 5904331"/>
              <a:gd name="connsiteX1" fmla="*/ 3114181 w 6230141"/>
              <a:gd name="connsiteY1" fmla="*/ 0 h 5904331"/>
              <a:gd name="connsiteX2" fmla="*/ 6228181 w 6230141"/>
              <a:gd name="connsiteY2" fmla="*/ 3114000 h 5904331"/>
              <a:gd name="connsiteX3" fmla="*/ 4484949 w 6230141"/>
              <a:gd name="connsiteY3" fmla="*/ 5904331 h 5904331"/>
              <a:gd name="connsiteX4" fmla="*/ 4481320 w 6230141"/>
              <a:gd name="connsiteY4" fmla="*/ 4147888 h 5904331"/>
              <a:gd name="connsiteX5" fmla="*/ 4391652 w 6230141"/>
              <a:gd name="connsiteY5" fmla="*/ 3968895 h 5904331"/>
              <a:gd name="connsiteX6" fmla="*/ 173058 w 6230141"/>
              <a:gd name="connsiteY6" fmla="*/ 3968154 h 5904331"/>
              <a:gd name="connsiteX7" fmla="*/ 140543 w 6230141"/>
              <a:gd name="connsiteY7" fmla="*/ 3987423 h 5904331"/>
              <a:gd name="connsiteX8" fmla="*/ 181 w 6230141"/>
              <a:gd name="connsiteY8" fmla="*/ 3114000 h 5904331"/>
              <a:gd name="connsiteX0" fmla="*/ 199 w 6230159"/>
              <a:gd name="connsiteY0" fmla="*/ 3114000 h 5904331"/>
              <a:gd name="connsiteX1" fmla="*/ 3114199 w 6230159"/>
              <a:gd name="connsiteY1" fmla="*/ 0 h 5904331"/>
              <a:gd name="connsiteX2" fmla="*/ 6228199 w 6230159"/>
              <a:gd name="connsiteY2" fmla="*/ 3114000 h 5904331"/>
              <a:gd name="connsiteX3" fmla="*/ 4484967 w 6230159"/>
              <a:gd name="connsiteY3" fmla="*/ 5904331 h 5904331"/>
              <a:gd name="connsiteX4" fmla="*/ 4481338 w 6230159"/>
              <a:gd name="connsiteY4" fmla="*/ 4147888 h 5904331"/>
              <a:gd name="connsiteX5" fmla="*/ 4391670 w 6230159"/>
              <a:gd name="connsiteY5" fmla="*/ 3968895 h 5904331"/>
              <a:gd name="connsiteX6" fmla="*/ 173076 w 6230159"/>
              <a:gd name="connsiteY6" fmla="*/ 3968154 h 5904331"/>
              <a:gd name="connsiteX7" fmla="*/ 126914 w 6230159"/>
              <a:gd name="connsiteY7" fmla="*/ 3990835 h 5904331"/>
              <a:gd name="connsiteX8" fmla="*/ 199 w 6230159"/>
              <a:gd name="connsiteY8" fmla="*/ 3114000 h 5904331"/>
              <a:gd name="connsiteX0" fmla="*/ 199 w 6230159"/>
              <a:gd name="connsiteY0" fmla="*/ 3114000 h 5904331"/>
              <a:gd name="connsiteX1" fmla="*/ 3114199 w 6230159"/>
              <a:gd name="connsiteY1" fmla="*/ 0 h 5904331"/>
              <a:gd name="connsiteX2" fmla="*/ 6228199 w 6230159"/>
              <a:gd name="connsiteY2" fmla="*/ 3114000 h 5904331"/>
              <a:gd name="connsiteX3" fmla="*/ 4484967 w 6230159"/>
              <a:gd name="connsiteY3" fmla="*/ 5904331 h 5904331"/>
              <a:gd name="connsiteX4" fmla="*/ 4481338 w 6230159"/>
              <a:gd name="connsiteY4" fmla="*/ 4147888 h 5904331"/>
              <a:gd name="connsiteX5" fmla="*/ 4391670 w 6230159"/>
              <a:gd name="connsiteY5" fmla="*/ 3968895 h 5904331"/>
              <a:gd name="connsiteX6" fmla="*/ 173076 w 6230159"/>
              <a:gd name="connsiteY6" fmla="*/ 3968154 h 5904331"/>
              <a:gd name="connsiteX7" fmla="*/ 126914 w 6230159"/>
              <a:gd name="connsiteY7" fmla="*/ 3990835 h 5904331"/>
              <a:gd name="connsiteX8" fmla="*/ 199 w 6230159"/>
              <a:gd name="connsiteY8" fmla="*/ 3114000 h 5904331"/>
              <a:gd name="connsiteX0" fmla="*/ 199 w 6230159"/>
              <a:gd name="connsiteY0" fmla="*/ 3114000 h 5904331"/>
              <a:gd name="connsiteX1" fmla="*/ 3114199 w 6230159"/>
              <a:gd name="connsiteY1" fmla="*/ 0 h 5904331"/>
              <a:gd name="connsiteX2" fmla="*/ 6228199 w 6230159"/>
              <a:gd name="connsiteY2" fmla="*/ 3114000 h 5904331"/>
              <a:gd name="connsiteX3" fmla="*/ 4484967 w 6230159"/>
              <a:gd name="connsiteY3" fmla="*/ 5904331 h 5904331"/>
              <a:gd name="connsiteX4" fmla="*/ 4481338 w 6230159"/>
              <a:gd name="connsiteY4" fmla="*/ 4147888 h 5904331"/>
              <a:gd name="connsiteX5" fmla="*/ 4391670 w 6230159"/>
              <a:gd name="connsiteY5" fmla="*/ 3968895 h 5904331"/>
              <a:gd name="connsiteX6" fmla="*/ 194243 w 6230159"/>
              <a:gd name="connsiteY6" fmla="*/ 3968154 h 5904331"/>
              <a:gd name="connsiteX7" fmla="*/ 126914 w 6230159"/>
              <a:gd name="connsiteY7" fmla="*/ 3990835 h 5904331"/>
              <a:gd name="connsiteX8" fmla="*/ 199 w 6230159"/>
              <a:gd name="connsiteY8" fmla="*/ 3114000 h 5904331"/>
              <a:gd name="connsiteX0" fmla="*/ 199 w 6228217"/>
              <a:gd name="connsiteY0" fmla="*/ 3114000 h 5904331"/>
              <a:gd name="connsiteX1" fmla="*/ 3114199 w 6228217"/>
              <a:gd name="connsiteY1" fmla="*/ 0 h 5904331"/>
              <a:gd name="connsiteX2" fmla="*/ 6228199 w 6228217"/>
              <a:gd name="connsiteY2" fmla="*/ 3114000 h 5904331"/>
              <a:gd name="connsiteX3" fmla="*/ 4484967 w 6228217"/>
              <a:gd name="connsiteY3" fmla="*/ 5904331 h 5904331"/>
              <a:gd name="connsiteX4" fmla="*/ 4481338 w 6228217"/>
              <a:gd name="connsiteY4" fmla="*/ 4147888 h 5904331"/>
              <a:gd name="connsiteX5" fmla="*/ 4391670 w 6228217"/>
              <a:gd name="connsiteY5" fmla="*/ 3968895 h 5904331"/>
              <a:gd name="connsiteX6" fmla="*/ 194243 w 6228217"/>
              <a:gd name="connsiteY6" fmla="*/ 3968154 h 5904331"/>
              <a:gd name="connsiteX7" fmla="*/ 126914 w 6228217"/>
              <a:gd name="connsiteY7" fmla="*/ 3990835 h 5904331"/>
              <a:gd name="connsiteX8" fmla="*/ 199 w 6228217"/>
              <a:gd name="connsiteY8" fmla="*/ 3114000 h 5904331"/>
              <a:gd name="connsiteX0" fmla="*/ 199 w 6228217"/>
              <a:gd name="connsiteY0" fmla="*/ 3114000 h 5904331"/>
              <a:gd name="connsiteX1" fmla="*/ 3114199 w 6228217"/>
              <a:gd name="connsiteY1" fmla="*/ 0 h 5904331"/>
              <a:gd name="connsiteX2" fmla="*/ 6228199 w 6228217"/>
              <a:gd name="connsiteY2" fmla="*/ 3114000 h 5904331"/>
              <a:gd name="connsiteX3" fmla="*/ 4484967 w 6228217"/>
              <a:gd name="connsiteY3" fmla="*/ 5904331 h 5904331"/>
              <a:gd name="connsiteX4" fmla="*/ 4481338 w 6228217"/>
              <a:gd name="connsiteY4" fmla="*/ 4147888 h 5904331"/>
              <a:gd name="connsiteX5" fmla="*/ 4391670 w 6228217"/>
              <a:gd name="connsiteY5" fmla="*/ 3968895 h 5904331"/>
              <a:gd name="connsiteX6" fmla="*/ 194243 w 6228217"/>
              <a:gd name="connsiteY6" fmla="*/ 3968154 h 5904331"/>
              <a:gd name="connsiteX7" fmla="*/ 126914 w 6228217"/>
              <a:gd name="connsiteY7" fmla="*/ 3990835 h 5904331"/>
              <a:gd name="connsiteX8" fmla="*/ 199 w 6228217"/>
              <a:gd name="connsiteY8" fmla="*/ 3114000 h 5904331"/>
              <a:gd name="connsiteX0" fmla="*/ 199 w 6228217"/>
              <a:gd name="connsiteY0" fmla="*/ 3114000 h 5904331"/>
              <a:gd name="connsiteX1" fmla="*/ 3114199 w 6228217"/>
              <a:gd name="connsiteY1" fmla="*/ 0 h 5904331"/>
              <a:gd name="connsiteX2" fmla="*/ 6228199 w 6228217"/>
              <a:gd name="connsiteY2" fmla="*/ 3114000 h 5904331"/>
              <a:gd name="connsiteX3" fmla="*/ 4484967 w 6228217"/>
              <a:gd name="connsiteY3" fmla="*/ 5904331 h 5904331"/>
              <a:gd name="connsiteX4" fmla="*/ 4481338 w 6228217"/>
              <a:gd name="connsiteY4" fmla="*/ 4147888 h 5904331"/>
              <a:gd name="connsiteX5" fmla="*/ 4391670 w 6228217"/>
              <a:gd name="connsiteY5" fmla="*/ 3968895 h 5904331"/>
              <a:gd name="connsiteX6" fmla="*/ 194243 w 6228217"/>
              <a:gd name="connsiteY6" fmla="*/ 3968154 h 5904331"/>
              <a:gd name="connsiteX7" fmla="*/ 126914 w 6228217"/>
              <a:gd name="connsiteY7" fmla="*/ 3990835 h 5904331"/>
              <a:gd name="connsiteX8" fmla="*/ 199 w 6228217"/>
              <a:gd name="connsiteY8" fmla="*/ 3114000 h 5904331"/>
              <a:gd name="connsiteX0" fmla="*/ 199 w 6228216"/>
              <a:gd name="connsiteY0" fmla="*/ 3114000 h 5904331"/>
              <a:gd name="connsiteX1" fmla="*/ 3114199 w 6228216"/>
              <a:gd name="connsiteY1" fmla="*/ 0 h 5904331"/>
              <a:gd name="connsiteX2" fmla="*/ 6228199 w 6228216"/>
              <a:gd name="connsiteY2" fmla="*/ 3114000 h 5904331"/>
              <a:gd name="connsiteX3" fmla="*/ 4474456 w 6228216"/>
              <a:gd name="connsiteY3" fmla="*/ 5904331 h 5904331"/>
              <a:gd name="connsiteX4" fmla="*/ 4481338 w 6228216"/>
              <a:gd name="connsiteY4" fmla="*/ 4147888 h 5904331"/>
              <a:gd name="connsiteX5" fmla="*/ 4391670 w 6228216"/>
              <a:gd name="connsiteY5" fmla="*/ 3968895 h 5904331"/>
              <a:gd name="connsiteX6" fmla="*/ 194243 w 6228216"/>
              <a:gd name="connsiteY6" fmla="*/ 3968154 h 5904331"/>
              <a:gd name="connsiteX7" fmla="*/ 126914 w 6228216"/>
              <a:gd name="connsiteY7" fmla="*/ 3990835 h 5904331"/>
              <a:gd name="connsiteX8" fmla="*/ 199 w 6228216"/>
              <a:gd name="connsiteY8" fmla="*/ 3114000 h 5904331"/>
              <a:gd name="connsiteX0" fmla="*/ 199 w 6228216"/>
              <a:gd name="connsiteY0" fmla="*/ 3114000 h 5915833"/>
              <a:gd name="connsiteX1" fmla="*/ 3114199 w 6228216"/>
              <a:gd name="connsiteY1" fmla="*/ 0 h 5915833"/>
              <a:gd name="connsiteX2" fmla="*/ 6228199 w 6228216"/>
              <a:gd name="connsiteY2" fmla="*/ 3114000 h 5915833"/>
              <a:gd name="connsiteX3" fmla="*/ 4480207 w 6228216"/>
              <a:gd name="connsiteY3" fmla="*/ 5915833 h 5915833"/>
              <a:gd name="connsiteX4" fmla="*/ 4481338 w 6228216"/>
              <a:gd name="connsiteY4" fmla="*/ 4147888 h 5915833"/>
              <a:gd name="connsiteX5" fmla="*/ 4391670 w 6228216"/>
              <a:gd name="connsiteY5" fmla="*/ 3968895 h 5915833"/>
              <a:gd name="connsiteX6" fmla="*/ 194243 w 6228216"/>
              <a:gd name="connsiteY6" fmla="*/ 3968154 h 5915833"/>
              <a:gd name="connsiteX7" fmla="*/ 126914 w 6228216"/>
              <a:gd name="connsiteY7" fmla="*/ 3990835 h 5915833"/>
              <a:gd name="connsiteX8" fmla="*/ 199 w 6228216"/>
              <a:gd name="connsiteY8" fmla="*/ 3114000 h 5915833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80207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80207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76649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7"/>
              <a:gd name="connsiteY0" fmla="*/ 3114000 h 5927335"/>
              <a:gd name="connsiteX1" fmla="*/ 3114199 w 6228217"/>
              <a:gd name="connsiteY1" fmla="*/ 0 h 5927335"/>
              <a:gd name="connsiteX2" fmla="*/ 6228199 w 6228217"/>
              <a:gd name="connsiteY2" fmla="*/ 3114000 h 5927335"/>
              <a:gd name="connsiteX3" fmla="*/ 4476649 w 6228217"/>
              <a:gd name="connsiteY3" fmla="*/ 5927335 h 5927335"/>
              <a:gd name="connsiteX4" fmla="*/ 4481338 w 6228217"/>
              <a:gd name="connsiteY4" fmla="*/ 4147888 h 5927335"/>
              <a:gd name="connsiteX5" fmla="*/ 4391670 w 6228217"/>
              <a:gd name="connsiteY5" fmla="*/ 3968895 h 5927335"/>
              <a:gd name="connsiteX6" fmla="*/ 194243 w 6228217"/>
              <a:gd name="connsiteY6" fmla="*/ 3968154 h 5927335"/>
              <a:gd name="connsiteX7" fmla="*/ 126914 w 6228217"/>
              <a:gd name="connsiteY7" fmla="*/ 3990835 h 5927335"/>
              <a:gd name="connsiteX8" fmla="*/ 199 w 6228217"/>
              <a:gd name="connsiteY8" fmla="*/ 3114000 h 5927335"/>
              <a:gd name="connsiteX0" fmla="*/ 199 w 6228217"/>
              <a:gd name="connsiteY0" fmla="*/ 3114000 h 5927335"/>
              <a:gd name="connsiteX1" fmla="*/ 3114199 w 6228217"/>
              <a:gd name="connsiteY1" fmla="*/ 0 h 5927335"/>
              <a:gd name="connsiteX2" fmla="*/ 6228199 w 6228217"/>
              <a:gd name="connsiteY2" fmla="*/ 3114000 h 5927335"/>
              <a:gd name="connsiteX3" fmla="*/ 4494439 w 6228217"/>
              <a:gd name="connsiteY3" fmla="*/ 5927335 h 5927335"/>
              <a:gd name="connsiteX4" fmla="*/ 4481338 w 6228217"/>
              <a:gd name="connsiteY4" fmla="*/ 4147888 h 5927335"/>
              <a:gd name="connsiteX5" fmla="*/ 4391670 w 6228217"/>
              <a:gd name="connsiteY5" fmla="*/ 3968895 h 5927335"/>
              <a:gd name="connsiteX6" fmla="*/ 194243 w 6228217"/>
              <a:gd name="connsiteY6" fmla="*/ 3968154 h 5927335"/>
              <a:gd name="connsiteX7" fmla="*/ 126914 w 6228217"/>
              <a:gd name="connsiteY7" fmla="*/ 3990835 h 5927335"/>
              <a:gd name="connsiteX8" fmla="*/ 199 w 6228217"/>
              <a:gd name="connsiteY8" fmla="*/ 3114000 h 5927335"/>
              <a:gd name="connsiteX0" fmla="*/ 199 w 6228217"/>
              <a:gd name="connsiteY0" fmla="*/ 3114000 h 5927335"/>
              <a:gd name="connsiteX1" fmla="*/ 3114199 w 6228217"/>
              <a:gd name="connsiteY1" fmla="*/ 0 h 5927335"/>
              <a:gd name="connsiteX2" fmla="*/ 6228199 w 6228217"/>
              <a:gd name="connsiteY2" fmla="*/ 3114000 h 5927335"/>
              <a:gd name="connsiteX3" fmla="*/ 4480207 w 6228217"/>
              <a:gd name="connsiteY3" fmla="*/ 5927335 h 5927335"/>
              <a:gd name="connsiteX4" fmla="*/ 4481338 w 6228217"/>
              <a:gd name="connsiteY4" fmla="*/ 4147888 h 5927335"/>
              <a:gd name="connsiteX5" fmla="*/ 4391670 w 6228217"/>
              <a:gd name="connsiteY5" fmla="*/ 3968895 h 5927335"/>
              <a:gd name="connsiteX6" fmla="*/ 194243 w 6228217"/>
              <a:gd name="connsiteY6" fmla="*/ 3968154 h 5927335"/>
              <a:gd name="connsiteX7" fmla="*/ 126914 w 6228217"/>
              <a:gd name="connsiteY7" fmla="*/ 3990835 h 5927335"/>
              <a:gd name="connsiteX8" fmla="*/ 199 w 6228217"/>
              <a:gd name="connsiteY8" fmla="*/ 3114000 h 5927335"/>
              <a:gd name="connsiteX0" fmla="*/ 199 w 6228217"/>
              <a:gd name="connsiteY0" fmla="*/ 3114000 h 5952241"/>
              <a:gd name="connsiteX1" fmla="*/ 3114199 w 6228217"/>
              <a:gd name="connsiteY1" fmla="*/ 0 h 5952241"/>
              <a:gd name="connsiteX2" fmla="*/ 6228199 w 6228217"/>
              <a:gd name="connsiteY2" fmla="*/ 3114000 h 5952241"/>
              <a:gd name="connsiteX3" fmla="*/ 4476649 w 6228217"/>
              <a:gd name="connsiteY3" fmla="*/ 5952241 h 5952241"/>
              <a:gd name="connsiteX4" fmla="*/ 4481338 w 6228217"/>
              <a:gd name="connsiteY4" fmla="*/ 4147888 h 5952241"/>
              <a:gd name="connsiteX5" fmla="*/ 4391670 w 6228217"/>
              <a:gd name="connsiteY5" fmla="*/ 3968895 h 5952241"/>
              <a:gd name="connsiteX6" fmla="*/ 194243 w 6228217"/>
              <a:gd name="connsiteY6" fmla="*/ 3968154 h 5952241"/>
              <a:gd name="connsiteX7" fmla="*/ 126914 w 6228217"/>
              <a:gd name="connsiteY7" fmla="*/ 3990835 h 5952241"/>
              <a:gd name="connsiteX8" fmla="*/ 199 w 6228217"/>
              <a:gd name="connsiteY8" fmla="*/ 3114000 h 5952241"/>
              <a:gd name="connsiteX0" fmla="*/ 199 w 6228216"/>
              <a:gd name="connsiteY0" fmla="*/ 3114000 h 5977146"/>
              <a:gd name="connsiteX1" fmla="*/ 3114199 w 6228216"/>
              <a:gd name="connsiteY1" fmla="*/ 0 h 5977146"/>
              <a:gd name="connsiteX2" fmla="*/ 6228199 w 6228216"/>
              <a:gd name="connsiteY2" fmla="*/ 3114000 h 5977146"/>
              <a:gd name="connsiteX3" fmla="*/ 4469533 w 6228216"/>
              <a:gd name="connsiteY3" fmla="*/ 5977146 h 5977146"/>
              <a:gd name="connsiteX4" fmla="*/ 4481338 w 6228216"/>
              <a:gd name="connsiteY4" fmla="*/ 4147888 h 5977146"/>
              <a:gd name="connsiteX5" fmla="*/ 4391670 w 6228216"/>
              <a:gd name="connsiteY5" fmla="*/ 3968895 h 5977146"/>
              <a:gd name="connsiteX6" fmla="*/ 194243 w 6228216"/>
              <a:gd name="connsiteY6" fmla="*/ 3968154 h 5977146"/>
              <a:gd name="connsiteX7" fmla="*/ 126914 w 6228216"/>
              <a:gd name="connsiteY7" fmla="*/ 3990835 h 5977146"/>
              <a:gd name="connsiteX8" fmla="*/ 199 w 6228216"/>
              <a:gd name="connsiteY8" fmla="*/ 3114000 h 5977146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73091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73091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5"/>
              <a:gd name="connsiteY0" fmla="*/ 3114000 h 5927335"/>
              <a:gd name="connsiteX1" fmla="*/ 3114199 w 6228215"/>
              <a:gd name="connsiteY1" fmla="*/ 0 h 5927335"/>
              <a:gd name="connsiteX2" fmla="*/ 6228199 w 6228215"/>
              <a:gd name="connsiteY2" fmla="*/ 3114000 h 5927335"/>
              <a:gd name="connsiteX3" fmla="*/ 4473091 w 6228215"/>
              <a:gd name="connsiteY3" fmla="*/ 5927335 h 5927335"/>
              <a:gd name="connsiteX4" fmla="*/ 4481338 w 6228215"/>
              <a:gd name="connsiteY4" fmla="*/ 4147888 h 5927335"/>
              <a:gd name="connsiteX5" fmla="*/ 4391670 w 6228215"/>
              <a:gd name="connsiteY5" fmla="*/ 3968895 h 5927335"/>
              <a:gd name="connsiteX6" fmla="*/ 194243 w 6228215"/>
              <a:gd name="connsiteY6" fmla="*/ 3968154 h 5927335"/>
              <a:gd name="connsiteX7" fmla="*/ 126914 w 6228215"/>
              <a:gd name="connsiteY7" fmla="*/ 3990835 h 5927335"/>
              <a:gd name="connsiteX8" fmla="*/ 199 w 6228215"/>
              <a:gd name="connsiteY8" fmla="*/ 3114000 h 5927335"/>
              <a:gd name="connsiteX0" fmla="*/ 199 w 6228216"/>
              <a:gd name="connsiteY0" fmla="*/ 3114000 h 5911748"/>
              <a:gd name="connsiteX1" fmla="*/ 3114199 w 6228216"/>
              <a:gd name="connsiteY1" fmla="*/ 0 h 5911748"/>
              <a:gd name="connsiteX2" fmla="*/ 6228199 w 6228216"/>
              <a:gd name="connsiteY2" fmla="*/ 3114000 h 5911748"/>
              <a:gd name="connsiteX3" fmla="*/ 4483482 w 6228216"/>
              <a:gd name="connsiteY3" fmla="*/ 5911748 h 5911748"/>
              <a:gd name="connsiteX4" fmla="*/ 4481338 w 6228216"/>
              <a:gd name="connsiteY4" fmla="*/ 4147888 h 5911748"/>
              <a:gd name="connsiteX5" fmla="*/ 4391670 w 6228216"/>
              <a:gd name="connsiteY5" fmla="*/ 3968895 h 5911748"/>
              <a:gd name="connsiteX6" fmla="*/ 194243 w 6228216"/>
              <a:gd name="connsiteY6" fmla="*/ 3968154 h 5911748"/>
              <a:gd name="connsiteX7" fmla="*/ 126914 w 6228216"/>
              <a:gd name="connsiteY7" fmla="*/ 3990835 h 5911748"/>
              <a:gd name="connsiteX8" fmla="*/ 199 w 6228216"/>
              <a:gd name="connsiteY8" fmla="*/ 3114000 h 5911748"/>
              <a:gd name="connsiteX0" fmla="*/ 199 w 6228216"/>
              <a:gd name="connsiteY0" fmla="*/ 3114000 h 5896162"/>
              <a:gd name="connsiteX1" fmla="*/ 3114199 w 6228216"/>
              <a:gd name="connsiteY1" fmla="*/ 0 h 5896162"/>
              <a:gd name="connsiteX2" fmla="*/ 6228199 w 6228216"/>
              <a:gd name="connsiteY2" fmla="*/ 3114000 h 5896162"/>
              <a:gd name="connsiteX3" fmla="*/ 4483482 w 6228216"/>
              <a:gd name="connsiteY3" fmla="*/ 5896162 h 5896162"/>
              <a:gd name="connsiteX4" fmla="*/ 4481338 w 6228216"/>
              <a:gd name="connsiteY4" fmla="*/ 4147888 h 5896162"/>
              <a:gd name="connsiteX5" fmla="*/ 4391670 w 6228216"/>
              <a:gd name="connsiteY5" fmla="*/ 3968895 h 5896162"/>
              <a:gd name="connsiteX6" fmla="*/ 194243 w 6228216"/>
              <a:gd name="connsiteY6" fmla="*/ 3968154 h 5896162"/>
              <a:gd name="connsiteX7" fmla="*/ 126914 w 6228216"/>
              <a:gd name="connsiteY7" fmla="*/ 3990835 h 5896162"/>
              <a:gd name="connsiteX8" fmla="*/ 199 w 6228216"/>
              <a:gd name="connsiteY8" fmla="*/ 3114000 h 5896162"/>
              <a:gd name="connsiteX0" fmla="*/ 199 w 6228216"/>
              <a:gd name="connsiteY0" fmla="*/ 3114000 h 5880575"/>
              <a:gd name="connsiteX1" fmla="*/ 3114199 w 6228216"/>
              <a:gd name="connsiteY1" fmla="*/ 0 h 5880575"/>
              <a:gd name="connsiteX2" fmla="*/ 6228199 w 6228216"/>
              <a:gd name="connsiteY2" fmla="*/ 3114000 h 5880575"/>
              <a:gd name="connsiteX3" fmla="*/ 4488677 w 6228216"/>
              <a:gd name="connsiteY3" fmla="*/ 5880575 h 5880575"/>
              <a:gd name="connsiteX4" fmla="*/ 4481338 w 6228216"/>
              <a:gd name="connsiteY4" fmla="*/ 4147888 h 5880575"/>
              <a:gd name="connsiteX5" fmla="*/ 4391670 w 6228216"/>
              <a:gd name="connsiteY5" fmla="*/ 3968895 h 5880575"/>
              <a:gd name="connsiteX6" fmla="*/ 194243 w 6228216"/>
              <a:gd name="connsiteY6" fmla="*/ 3968154 h 5880575"/>
              <a:gd name="connsiteX7" fmla="*/ 126914 w 6228216"/>
              <a:gd name="connsiteY7" fmla="*/ 3990835 h 5880575"/>
              <a:gd name="connsiteX8" fmla="*/ 199 w 6228216"/>
              <a:gd name="connsiteY8" fmla="*/ 3114000 h 5880575"/>
              <a:gd name="connsiteX0" fmla="*/ 199 w 6228216"/>
              <a:gd name="connsiteY0" fmla="*/ 3114000 h 5890966"/>
              <a:gd name="connsiteX1" fmla="*/ 3114199 w 6228216"/>
              <a:gd name="connsiteY1" fmla="*/ 0 h 5890966"/>
              <a:gd name="connsiteX2" fmla="*/ 6228199 w 6228216"/>
              <a:gd name="connsiteY2" fmla="*/ 3114000 h 5890966"/>
              <a:gd name="connsiteX3" fmla="*/ 4483481 w 6228216"/>
              <a:gd name="connsiteY3" fmla="*/ 5890966 h 5890966"/>
              <a:gd name="connsiteX4" fmla="*/ 4481338 w 6228216"/>
              <a:gd name="connsiteY4" fmla="*/ 4147888 h 5890966"/>
              <a:gd name="connsiteX5" fmla="*/ 4391670 w 6228216"/>
              <a:gd name="connsiteY5" fmla="*/ 3968895 h 5890966"/>
              <a:gd name="connsiteX6" fmla="*/ 194243 w 6228216"/>
              <a:gd name="connsiteY6" fmla="*/ 3968154 h 5890966"/>
              <a:gd name="connsiteX7" fmla="*/ 126914 w 6228216"/>
              <a:gd name="connsiteY7" fmla="*/ 3990835 h 5890966"/>
              <a:gd name="connsiteX8" fmla="*/ 199 w 6228216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91678 w 6228224"/>
              <a:gd name="connsiteY5" fmla="*/ 3968895 h 5890966"/>
              <a:gd name="connsiteX6" fmla="*/ 194251 w 6228224"/>
              <a:gd name="connsiteY6" fmla="*/ 3968154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91678 w 6228224"/>
              <a:gd name="connsiteY5" fmla="*/ 3968895 h 5890966"/>
              <a:gd name="connsiteX6" fmla="*/ 199447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199447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199447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199447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13232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13232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27017 w 6228224"/>
              <a:gd name="connsiteY6" fmla="*/ 393818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27017 w 6228224"/>
              <a:gd name="connsiteY6" fmla="*/ 3938182 h 5890966"/>
              <a:gd name="connsiteX7" fmla="*/ 121726 w 6228224"/>
              <a:gd name="connsiteY7" fmla="*/ 3965458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27017 w 6228224"/>
              <a:gd name="connsiteY6" fmla="*/ 3938182 h 5890966"/>
              <a:gd name="connsiteX7" fmla="*/ 121726 w 6228224"/>
              <a:gd name="connsiteY7" fmla="*/ 3965458 h 5890966"/>
              <a:gd name="connsiteX8" fmla="*/ 207 w 6228224"/>
              <a:gd name="connsiteY8" fmla="*/ 3114000 h 5890966"/>
              <a:gd name="connsiteX0" fmla="*/ 214 w 6228231"/>
              <a:gd name="connsiteY0" fmla="*/ 3114000 h 5890966"/>
              <a:gd name="connsiteX1" fmla="*/ 3114214 w 6228231"/>
              <a:gd name="connsiteY1" fmla="*/ 0 h 5890966"/>
              <a:gd name="connsiteX2" fmla="*/ 6228214 w 6228231"/>
              <a:gd name="connsiteY2" fmla="*/ 3114000 h 5890966"/>
              <a:gd name="connsiteX3" fmla="*/ 4483496 w 6228231"/>
              <a:gd name="connsiteY3" fmla="*/ 5890966 h 5890966"/>
              <a:gd name="connsiteX4" fmla="*/ 4481353 w 6228231"/>
              <a:gd name="connsiteY4" fmla="*/ 4147888 h 5890966"/>
              <a:gd name="connsiteX5" fmla="*/ 4370903 w 6228231"/>
              <a:gd name="connsiteY5" fmla="*/ 3953309 h 5890966"/>
              <a:gd name="connsiteX6" fmla="*/ 227024 w 6228231"/>
              <a:gd name="connsiteY6" fmla="*/ 3938182 h 5890966"/>
              <a:gd name="connsiteX7" fmla="*/ 117138 w 6228231"/>
              <a:gd name="connsiteY7" fmla="*/ 3956268 h 5890966"/>
              <a:gd name="connsiteX8" fmla="*/ 214 w 6228231"/>
              <a:gd name="connsiteY8" fmla="*/ 3114000 h 5890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28231" h="5890966">
                <a:moveTo>
                  <a:pt x="214" y="3114000"/>
                </a:moveTo>
                <a:cubicBezTo>
                  <a:pt x="-4330" y="1411998"/>
                  <a:pt x="1394399" y="0"/>
                  <a:pt x="3114214" y="0"/>
                </a:cubicBezTo>
                <a:cubicBezTo>
                  <a:pt x="4834029" y="0"/>
                  <a:pt x="6228009" y="1324528"/>
                  <a:pt x="6228214" y="3114000"/>
                </a:cubicBezTo>
                <a:cubicBezTo>
                  <a:pt x="6232591" y="4448745"/>
                  <a:pt x="5391347" y="5466913"/>
                  <a:pt x="4483496" y="5890966"/>
                </a:cubicBezTo>
                <a:cubicBezTo>
                  <a:pt x="4470286" y="5884723"/>
                  <a:pt x="4490830" y="4173263"/>
                  <a:pt x="4481353" y="4147888"/>
                </a:cubicBezTo>
                <a:cubicBezTo>
                  <a:pt x="4476337" y="4153536"/>
                  <a:pt x="4500847" y="3989338"/>
                  <a:pt x="4370903" y="3953309"/>
                </a:cubicBezTo>
                <a:lnTo>
                  <a:pt x="227024" y="3938182"/>
                </a:lnTo>
                <a:cubicBezTo>
                  <a:pt x="229896" y="3935584"/>
                  <a:pt x="121453" y="3950046"/>
                  <a:pt x="117138" y="3956268"/>
                </a:cubicBezTo>
                <a:cubicBezTo>
                  <a:pt x="115621" y="3943562"/>
                  <a:pt x="-5779" y="3527224"/>
                  <a:pt x="214" y="3114000"/>
                </a:cubicBezTo>
                <a:close/>
              </a:path>
            </a:pathLst>
          </a:custGeom>
        </p:spPr>
        <p:txBody>
          <a:bodyPr/>
          <a:lstStyle>
            <a:lvl1pPr algn="ctr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5" name="Espaço Reservado para Texto 44">
            <a:extLst>
              <a:ext uri="{FF2B5EF4-FFF2-40B4-BE49-F238E27FC236}">
                <a16:creationId xmlns:a16="http://schemas.microsoft.com/office/drawing/2014/main" id="{06E30179-074A-9B58-6298-46634017239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238366" y="1329766"/>
            <a:ext cx="3385184" cy="1534684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defRPr lang="pt-BR" sz="1200" b="0" i="0" u="none" strike="noStrike" kern="1200" cap="none" dirty="0" smtClean="0">
                <a:solidFill>
                  <a:schemeClr val="bg1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Freeform: Shape 24">
            <a:extLst>
              <a:ext uri="{FF2B5EF4-FFF2-40B4-BE49-F238E27FC236}">
                <a16:creationId xmlns:a16="http://schemas.microsoft.com/office/drawing/2014/main" id="{FD415740-21AF-903C-1A5A-37F7E5CC6A3C}"/>
              </a:ext>
            </a:extLst>
          </p:cNvPr>
          <p:cNvSpPr/>
          <p:nvPr userDrawn="1"/>
        </p:nvSpPr>
        <p:spPr>
          <a:xfrm>
            <a:off x="2" y="3886414"/>
            <a:ext cx="2848573" cy="2965721"/>
          </a:xfrm>
          <a:custGeom>
            <a:avLst/>
            <a:gdLst>
              <a:gd name="connsiteX0" fmla="*/ 1162912 w 2848573"/>
              <a:gd name="connsiteY0" fmla="*/ 0 h 2965721"/>
              <a:gd name="connsiteX1" fmla="*/ 2848573 w 2848573"/>
              <a:gd name="connsiteY1" fmla="*/ 1685661 h 2965721"/>
              <a:gd name="connsiteX2" fmla="*/ 2354855 w 2848573"/>
              <a:gd name="connsiteY2" fmla="*/ 2877604 h 2965721"/>
              <a:gd name="connsiteX3" fmla="*/ 2257901 w 2848573"/>
              <a:gd name="connsiteY3" fmla="*/ 2965721 h 2965721"/>
              <a:gd name="connsiteX4" fmla="*/ 67924 w 2848573"/>
              <a:gd name="connsiteY4" fmla="*/ 2965721 h 2965721"/>
              <a:gd name="connsiteX5" fmla="*/ 0 w 2848573"/>
              <a:gd name="connsiteY5" fmla="*/ 2903988 h 2965721"/>
              <a:gd name="connsiteX6" fmla="*/ 0 w 2848573"/>
              <a:gd name="connsiteY6" fmla="*/ 467334 h 2965721"/>
              <a:gd name="connsiteX7" fmla="*/ 90675 w 2848573"/>
              <a:gd name="connsiteY7" fmla="*/ 384923 h 2965721"/>
              <a:gd name="connsiteX8" fmla="*/ 1162912 w 2848573"/>
              <a:gd name="connsiteY8" fmla="*/ 0 h 2965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48573" h="2965721">
                <a:moveTo>
                  <a:pt x="1162912" y="0"/>
                </a:moveTo>
                <a:cubicBezTo>
                  <a:pt x="2093877" y="0"/>
                  <a:pt x="2848573" y="754696"/>
                  <a:pt x="2848573" y="1685661"/>
                </a:cubicBezTo>
                <a:cubicBezTo>
                  <a:pt x="2848573" y="2151144"/>
                  <a:pt x="2659899" y="2572559"/>
                  <a:pt x="2354855" y="2877604"/>
                </a:cubicBezTo>
                <a:lnTo>
                  <a:pt x="2257901" y="2965721"/>
                </a:lnTo>
                <a:lnTo>
                  <a:pt x="67924" y="2965721"/>
                </a:lnTo>
                <a:lnTo>
                  <a:pt x="0" y="2903988"/>
                </a:lnTo>
                <a:lnTo>
                  <a:pt x="0" y="467334"/>
                </a:lnTo>
                <a:lnTo>
                  <a:pt x="90675" y="384923"/>
                </a:lnTo>
                <a:cubicBezTo>
                  <a:pt x="382057" y="144454"/>
                  <a:pt x="755615" y="0"/>
                  <a:pt x="1162912" y="0"/>
                </a:cubicBez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28" name="Espaço Reservado para Imagem 27">
            <a:extLst>
              <a:ext uri="{FF2B5EF4-FFF2-40B4-BE49-F238E27FC236}">
                <a16:creationId xmlns:a16="http://schemas.microsoft.com/office/drawing/2014/main" id="{548B2331-2676-10C2-7E01-D10F6FB4AAA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481687" y="995363"/>
            <a:ext cx="793750" cy="793750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pt-BR"/>
              <a:t>Ícone</a:t>
            </a:r>
          </a:p>
        </p:txBody>
      </p:sp>
      <p:sp>
        <p:nvSpPr>
          <p:cNvPr id="38" name="Título">
            <a:extLst>
              <a:ext uri="{FF2B5EF4-FFF2-40B4-BE49-F238E27FC236}">
                <a16:creationId xmlns:a16="http://schemas.microsoft.com/office/drawing/2014/main" id="{ADB15B2B-2001-9E64-8B66-5FAC0E2E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3244" y="989034"/>
            <a:ext cx="4158456" cy="1281113"/>
          </a:xfrm>
        </p:spPr>
        <p:txBody>
          <a:bodyPr>
            <a:noAutofit/>
          </a:bodyPr>
          <a:lstStyle>
            <a:lvl1pPr marR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3600" b="1" i="0" u="none" strike="noStrike" cap="none" spc="-100" dirty="0">
                <a:solidFill>
                  <a:schemeClr val="accent1"/>
                </a:solidFill>
                <a:latin typeface="+mj-lt"/>
                <a:ea typeface="Arial"/>
                <a:cs typeface="Arial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0" name="Espaço Reservado para Texto 39">
            <a:extLst>
              <a:ext uri="{FF2B5EF4-FFF2-40B4-BE49-F238E27FC236}">
                <a16:creationId xmlns:a16="http://schemas.microsoft.com/office/drawing/2014/main" id="{A1760A25-CD4E-1960-08EE-258535BF939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823244" y="644956"/>
            <a:ext cx="4180096" cy="323211"/>
          </a:xfrm>
        </p:spPr>
        <p:txBody>
          <a:bodyPr lIns="126000">
            <a:noAutofit/>
          </a:bodyPr>
          <a:lstStyle>
            <a:lvl1pPr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Rectangle: Rounded Corners 9">
            <a:extLst>
              <a:ext uri="{FF2B5EF4-FFF2-40B4-BE49-F238E27FC236}">
                <a16:creationId xmlns:a16="http://schemas.microsoft.com/office/drawing/2014/main" id="{19FBD3DF-538E-7884-58FD-04DC57DB7E80}"/>
              </a:ext>
            </a:extLst>
          </p:cNvPr>
          <p:cNvSpPr/>
          <p:nvPr userDrawn="1"/>
        </p:nvSpPr>
        <p:spPr>
          <a:xfrm>
            <a:off x="1568450" y="3571620"/>
            <a:ext cx="4434893" cy="2405063"/>
          </a:xfrm>
          <a:prstGeom prst="roundRect">
            <a:avLst>
              <a:gd name="adj" fmla="val 6259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9" name="Rectangle: Rounded Corners 10">
            <a:extLst>
              <a:ext uri="{FF2B5EF4-FFF2-40B4-BE49-F238E27FC236}">
                <a16:creationId xmlns:a16="http://schemas.microsoft.com/office/drawing/2014/main" id="{AE95629A-85FB-D0D9-6F6F-A142203545A5}"/>
              </a:ext>
            </a:extLst>
          </p:cNvPr>
          <p:cNvSpPr/>
          <p:nvPr userDrawn="1"/>
        </p:nvSpPr>
        <p:spPr>
          <a:xfrm>
            <a:off x="6222183" y="3545643"/>
            <a:ext cx="4435200" cy="2431040"/>
          </a:xfrm>
          <a:custGeom>
            <a:avLst/>
            <a:gdLst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284667 w 4435200"/>
              <a:gd name="connsiteY2" fmla="*/ 0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279472 w 4435200"/>
              <a:gd name="connsiteY2" fmla="*/ 0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253494 w 4435200"/>
              <a:gd name="connsiteY2" fmla="*/ 10391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295058 w 4435200"/>
              <a:gd name="connsiteY2" fmla="*/ 5195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315839 w 4435200"/>
              <a:gd name="connsiteY2" fmla="*/ 5195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5729 h 2410259"/>
              <a:gd name="connsiteX1" fmla="*/ 150533 w 4435200"/>
              <a:gd name="connsiteY1" fmla="*/ 0 h 2410259"/>
              <a:gd name="connsiteX2" fmla="*/ 4315839 w 4435200"/>
              <a:gd name="connsiteY2" fmla="*/ 10391 h 2410259"/>
              <a:gd name="connsiteX3" fmla="*/ 4435200 w 4435200"/>
              <a:gd name="connsiteY3" fmla="*/ 155729 h 2410259"/>
              <a:gd name="connsiteX4" fmla="*/ 4435200 w 4435200"/>
              <a:gd name="connsiteY4" fmla="*/ 2259726 h 2410259"/>
              <a:gd name="connsiteX5" fmla="*/ 4284667 w 4435200"/>
              <a:gd name="connsiteY5" fmla="*/ 2410259 h 2410259"/>
              <a:gd name="connsiteX6" fmla="*/ 150533 w 4435200"/>
              <a:gd name="connsiteY6" fmla="*/ 2410259 h 2410259"/>
              <a:gd name="connsiteX7" fmla="*/ 0 w 4435200"/>
              <a:gd name="connsiteY7" fmla="*/ 2259726 h 2410259"/>
              <a:gd name="connsiteX8" fmla="*/ 0 w 4435200"/>
              <a:gd name="connsiteY8" fmla="*/ 155729 h 2410259"/>
              <a:gd name="connsiteX0" fmla="*/ 0 w 4435200"/>
              <a:gd name="connsiteY0" fmla="*/ 155729 h 2410259"/>
              <a:gd name="connsiteX1" fmla="*/ 150533 w 4435200"/>
              <a:gd name="connsiteY1" fmla="*/ 0 h 2410259"/>
              <a:gd name="connsiteX2" fmla="*/ 4315839 w 4435200"/>
              <a:gd name="connsiteY2" fmla="*/ 5196 h 2410259"/>
              <a:gd name="connsiteX3" fmla="*/ 4435200 w 4435200"/>
              <a:gd name="connsiteY3" fmla="*/ 155729 h 2410259"/>
              <a:gd name="connsiteX4" fmla="*/ 4435200 w 4435200"/>
              <a:gd name="connsiteY4" fmla="*/ 2259726 h 2410259"/>
              <a:gd name="connsiteX5" fmla="*/ 4284667 w 4435200"/>
              <a:gd name="connsiteY5" fmla="*/ 2410259 h 2410259"/>
              <a:gd name="connsiteX6" fmla="*/ 150533 w 4435200"/>
              <a:gd name="connsiteY6" fmla="*/ 2410259 h 2410259"/>
              <a:gd name="connsiteX7" fmla="*/ 0 w 4435200"/>
              <a:gd name="connsiteY7" fmla="*/ 2259726 h 2410259"/>
              <a:gd name="connsiteX8" fmla="*/ 0 w 4435200"/>
              <a:gd name="connsiteY8" fmla="*/ 155729 h 2410259"/>
              <a:gd name="connsiteX0" fmla="*/ 0 w 4435200"/>
              <a:gd name="connsiteY0" fmla="*/ 160924 h 2415454"/>
              <a:gd name="connsiteX1" fmla="*/ 150533 w 4435200"/>
              <a:gd name="connsiteY1" fmla="*/ 5195 h 2415454"/>
              <a:gd name="connsiteX2" fmla="*/ 4321035 w 4435200"/>
              <a:gd name="connsiteY2" fmla="*/ 0 h 2415454"/>
              <a:gd name="connsiteX3" fmla="*/ 4435200 w 4435200"/>
              <a:gd name="connsiteY3" fmla="*/ 160924 h 2415454"/>
              <a:gd name="connsiteX4" fmla="*/ 4435200 w 4435200"/>
              <a:gd name="connsiteY4" fmla="*/ 2264921 h 2415454"/>
              <a:gd name="connsiteX5" fmla="*/ 4284667 w 4435200"/>
              <a:gd name="connsiteY5" fmla="*/ 2415454 h 2415454"/>
              <a:gd name="connsiteX6" fmla="*/ 150533 w 4435200"/>
              <a:gd name="connsiteY6" fmla="*/ 2415454 h 2415454"/>
              <a:gd name="connsiteX7" fmla="*/ 0 w 4435200"/>
              <a:gd name="connsiteY7" fmla="*/ 2264921 h 2415454"/>
              <a:gd name="connsiteX8" fmla="*/ 0 w 4435200"/>
              <a:gd name="connsiteY8" fmla="*/ 160924 h 2415454"/>
              <a:gd name="connsiteX0" fmla="*/ 0 w 4435200"/>
              <a:gd name="connsiteY0" fmla="*/ 176510 h 2431040"/>
              <a:gd name="connsiteX1" fmla="*/ 155729 w 4435200"/>
              <a:gd name="connsiteY1" fmla="*/ 0 h 2431040"/>
              <a:gd name="connsiteX2" fmla="*/ 4321035 w 4435200"/>
              <a:gd name="connsiteY2" fmla="*/ 15586 h 2431040"/>
              <a:gd name="connsiteX3" fmla="*/ 4435200 w 4435200"/>
              <a:gd name="connsiteY3" fmla="*/ 176510 h 2431040"/>
              <a:gd name="connsiteX4" fmla="*/ 4435200 w 4435200"/>
              <a:gd name="connsiteY4" fmla="*/ 2280507 h 2431040"/>
              <a:gd name="connsiteX5" fmla="*/ 4284667 w 4435200"/>
              <a:gd name="connsiteY5" fmla="*/ 2431040 h 2431040"/>
              <a:gd name="connsiteX6" fmla="*/ 150533 w 4435200"/>
              <a:gd name="connsiteY6" fmla="*/ 2431040 h 2431040"/>
              <a:gd name="connsiteX7" fmla="*/ 0 w 4435200"/>
              <a:gd name="connsiteY7" fmla="*/ 2280507 h 2431040"/>
              <a:gd name="connsiteX8" fmla="*/ 0 w 4435200"/>
              <a:gd name="connsiteY8" fmla="*/ 176510 h 2431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35200" h="2431040">
                <a:moveTo>
                  <a:pt x="0" y="176510"/>
                </a:moveTo>
                <a:cubicBezTo>
                  <a:pt x="0" y="93373"/>
                  <a:pt x="72592" y="0"/>
                  <a:pt x="155729" y="0"/>
                </a:cubicBezTo>
                <a:lnTo>
                  <a:pt x="4321035" y="15586"/>
                </a:lnTo>
                <a:cubicBezTo>
                  <a:pt x="4404172" y="15586"/>
                  <a:pt x="4435200" y="93373"/>
                  <a:pt x="4435200" y="176510"/>
                </a:cubicBezTo>
                <a:lnTo>
                  <a:pt x="4435200" y="2280507"/>
                </a:lnTo>
                <a:cubicBezTo>
                  <a:pt x="4435200" y="2363644"/>
                  <a:pt x="4367804" y="2431040"/>
                  <a:pt x="4284667" y="2431040"/>
                </a:cubicBezTo>
                <a:lnTo>
                  <a:pt x="150533" y="2431040"/>
                </a:lnTo>
                <a:cubicBezTo>
                  <a:pt x="67396" y="2431040"/>
                  <a:pt x="0" y="2363644"/>
                  <a:pt x="0" y="2280507"/>
                </a:cubicBezTo>
                <a:lnTo>
                  <a:pt x="0" y="1765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25" name="Espaço Reservado para Texto 24">
            <a:extLst>
              <a:ext uri="{FF2B5EF4-FFF2-40B4-BE49-F238E27FC236}">
                <a16:creationId xmlns:a16="http://schemas.microsoft.com/office/drawing/2014/main" id="{F23AF8C6-F807-A43D-E470-FC73BC02AD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2698751"/>
            <a:ext cx="1949844" cy="1052513"/>
          </a:xfrm>
        </p:spPr>
        <p:txBody>
          <a:bodyPr lIns="0">
            <a:no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6000" b="1" i="0" u="none" strike="noStrike" cap="none" dirty="0">
                <a:solidFill>
                  <a:srgbClr val="DAD8D8"/>
                </a:solidFill>
                <a:latin typeface="+mj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30" name="Espaço Reservado para Texto 29">
            <a:extLst>
              <a:ext uri="{FF2B5EF4-FFF2-40B4-BE49-F238E27FC236}">
                <a16:creationId xmlns:a16="http://schemas.microsoft.com/office/drawing/2014/main" id="{9D491E22-92EA-618D-BAF8-776849CE7C7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11338" y="3911570"/>
            <a:ext cx="3516312" cy="312738"/>
          </a:xfrm>
        </p:spPr>
        <p:txBody>
          <a:bodyPr>
            <a:normAutofit/>
          </a:bodyPr>
          <a:lstStyle>
            <a:lvl1pPr marR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400" b="1" i="0" u="none" strike="noStrike" cap="none" dirty="0" smtClean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Espaço Reservado para Texto 29">
            <a:extLst>
              <a:ext uri="{FF2B5EF4-FFF2-40B4-BE49-F238E27FC236}">
                <a16:creationId xmlns:a16="http://schemas.microsoft.com/office/drawing/2014/main" id="{BDD87BC4-5DA3-8DE4-6EB4-09DF200DC5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32764" y="3911570"/>
            <a:ext cx="3516312" cy="312738"/>
          </a:xfrm>
        </p:spPr>
        <p:txBody>
          <a:bodyPr>
            <a:normAutofit/>
          </a:bodyPr>
          <a:lstStyle>
            <a:lvl1pPr marR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400" b="1" i="0" u="none" strike="noStrike" cap="none" dirty="0" smtClean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3" name="Espaço Reservado para Texto 32">
            <a:extLst>
              <a:ext uri="{FF2B5EF4-FFF2-40B4-BE49-F238E27FC236}">
                <a16:creationId xmlns:a16="http://schemas.microsoft.com/office/drawing/2014/main" id="{5B90BA16-3647-7EE4-E8E7-A0663719D6B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23244" y="4284878"/>
            <a:ext cx="3516312" cy="1370013"/>
          </a:xfrm>
        </p:spPr>
        <p:txBody>
          <a:bodyPr>
            <a:norm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4" name="Espaço Reservado para Texto 32">
            <a:extLst>
              <a:ext uri="{FF2B5EF4-FFF2-40B4-BE49-F238E27FC236}">
                <a16:creationId xmlns:a16="http://schemas.microsoft.com/office/drawing/2014/main" id="{20BD869A-4B19-32B8-B2D1-E173FCFC996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32315" y="4284878"/>
            <a:ext cx="3516312" cy="1370013"/>
          </a:xfrm>
        </p:spPr>
        <p:txBody>
          <a:bodyPr>
            <a:norm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6" name="Espaço Reservado para Imagem 35">
            <a:extLst>
              <a:ext uri="{FF2B5EF4-FFF2-40B4-BE49-F238E27FC236}">
                <a16:creationId xmlns:a16="http://schemas.microsoft.com/office/drawing/2014/main" id="{BDB52A58-E55C-9C98-C52A-346308CB97D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397500" y="3803683"/>
            <a:ext cx="481013" cy="479425"/>
          </a:xfrm>
        </p:spPr>
        <p:txBody>
          <a:bodyPr>
            <a:normAutofit/>
          </a:bodyPr>
          <a:lstStyle>
            <a:lvl1pPr algn="ctr">
              <a:defRPr sz="800"/>
            </a:lvl1pPr>
          </a:lstStyle>
          <a:p>
            <a:r>
              <a:rPr lang="pt-BR"/>
              <a:t>Ícone</a:t>
            </a:r>
          </a:p>
        </p:txBody>
      </p:sp>
      <p:sp>
        <p:nvSpPr>
          <p:cNvPr id="37" name="Espaço Reservado para Imagem 35">
            <a:extLst>
              <a:ext uri="{FF2B5EF4-FFF2-40B4-BE49-F238E27FC236}">
                <a16:creationId xmlns:a16="http://schemas.microsoft.com/office/drawing/2014/main" id="{C1628873-D7CE-181B-53FE-C45F4CA950A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957144" y="3803683"/>
            <a:ext cx="481013" cy="479425"/>
          </a:xfrm>
        </p:spPr>
        <p:txBody>
          <a:bodyPr>
            <a:normAutofit/>
          </a:bodyPr>
          <a:lstStyle>
            <a:lvl1pPr algn="ctr">
              <a:defRPr sz="800"/>
            </a:lvl1pPr>
          </a:lstStyle>
          <a:p>
            <a:r>
              <a:rPr lang="pt-BR"/>
              <a:t>Ícone</a:t>
            </a:r>
          </a:p>
        </p:txBody>
      </p:sp>
      <p:sp>
        <p:nvSpPr>
          <p:cNvPr id="26" name="Espaço Reservado para Texto 24">
            <a:extLst>
              <a:ext uri="{FF2B5EF4-FFF2-40B4-BE49-F238E27FC236}">
                <a16:creationId xmlns:a16="http://schemas.microsoft.com/office/drawing/2014/main" id="{78C5B9BC-23BA-9D40-0EFB-FD4839B9D6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23289" y="2698751"/>
            <a:ext cx="1971675" cy="1052513"/>
          </a:xfrm>
        </p:spPr>
        <p:txBody>
          <a:bodyPr lIns="0">
            <a:no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6000" b="1" i="0" u="none" strike="noStrike" cap="none" dirty="0">
                <a:solidFill>
                  <a:srgbClr val="DAD8D8"/>
                </a:solidFill>
                <a:latin typeface="+mj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195C0EA-8668-632B-6E8C-C7C8464EF94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824038" y="2090738"/>
            <a:ext cx="4157662" cy="727075"/>
          </a:xfrm>
        </p:spPr>
        <p:txBody>
          <a:bodyPr>
            <a:norm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527163890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s numerados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lipse 10">
            <a:extLst>
              <a:ext uri="{FF2B5EF4-FFF2-40B4-BE49-F238E27FC236}">
                <a16:creationId xmlns:a16="http://schemas.microsoft.com/office/drawing/2014/main" id="{33D9D3EE-07B8-DDE0-D24C-617A25DF28E4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>
          <a:xfrm>
            <a:off x="6178550" y="-394648"/>
            <a:ext cx="6228000" cy="622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FBBB0E18-BC75-0FC9-7E6F-94F735FD7A0A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6178335" y="-394649"/>
            <a:ext cx="6228231" cy="5890966"/>
          </a:xfrm>
          <a:custGeom>
            <a:avLst/>
            <a:gdLst>
              <a:gd name="connsiteX0" fmla="*/ 0 w 6228000"/>
              <a:gd name="connsiteY0" fmla="*/ 3114000 h 6228000"/>
              <a:gd name="connsiteX1" fmla="*/ 3114000 w 6228000"/>
              <a:gd name="connsiteY1" fmla="*/ 0 h 6228000"/>
              <a:gd name="connsiteX2" fmla="*/ 6228000 w 6228000"/>
              <a:gd name="connsiteY2" fmla="*/ 3114000 h 6228000"/>
              <a:gd name="connsiteX3" fmla="*/ 3114000 w 6228000"/>
              <a:gd name="connsiteY3" fmla="*/ 6228000 h 6228000"/>
              <a:gd name="connsiteX4" fmla="*/ 0 w 6228000"/>
              <a:gd name="connsiteY4" fmla="*/ 3114000 h 6228000"/>
              <a:gd name="connsiteX0" fmla="*/ 335458 w 6563458"/>
              <a:gd name="connsiteY0" fmla="*/ 3114000 h 6235728"/>
              <a:gd name="connsiteX1" fmla="*/ 3449458 w 6563458"/>
              <a:gd name="connsiteY1" fmla="*/ 0 h 6235728"/>
              <a:gd name="connsiteX2" fmla="*/ 6563458 w 6563458"/>
              <a:gd name="connsiteY2" fmla="*/ 3114000 h 6235728"/>
              <a:gd name="connsiteX3" fmla="*/ 3449458 w 6563458"/>
              <a:gd name="connsiteY3" fmla="*/ 6228000 h 6235728"/>
              <a:gd name="connsiteX4" fmla="*/ 436684 w 6563458"/>
              <a:gd name="connsiteY4" fmla="*/ 3971566 h 6235728"/>
              <a:gd name="connsiteX5" fmla="*/ 335458 w 6563458"/>
              <a:gd name="connsiteY5" fmla="*/ 3114000 h 6235728"/>
              <a:gd name="connsiteX0" fmla="*/ 198652 w 6426652"/>
              <a:gd name="connsiteY0" fmla="*/ 3114000 h 6235728"/>
              <a:gd name="connsiteX1" fmla="*/ 3312652 w 6426652"/>
              <a:gd name="connsiteY1" fmla="*/ 0 h 6235728"/>
              <a:gd name="connsiteX2" fmla="*/ 6426652 w 6426652"/>
              <a:gd name="connsiteY2" fmla="*/ 3114000 h 6235728"/>
              <a:gd name="connsiteX3" fmla="*/ 3312652 w 6426652"/>
              <a:gd name="connsiteY3" fmla="*/ 6228000 h 6235728"/>
              <a:gd name="connsiteX4" fmla="*/ 299878 w 6426652"/>
              <a:gd name="connsiteY4" fmla="*/ 3971566 h 6235728"/>
              <a:gd name="connsiteX5" fmla="*/ 198652 w 6426652"/>
              <a:gd name="connsiteY5" fmla="*/ 3114000 h 6235728"/>
              <a:gd name="connsiteX0" fmla="*/ 0 w 6228000"/>
              <a:gd name="connsiteY0" fmla="*/ 3114000 h 6235728"/>
              <a:gd name="connsiteX1" fmla="*/ 3114000 w 6228000"/>
              <a:gd name="connsiteY1" fmla="*/ 0 h 6235728"/>
              <a:gd name="connsiteX2" fmla="*/ 6228000 w 6228000"/>
              <a:gd name="connsiteY2" fmla="*/ 3114000 h 6235728"/>
              <a:gd name="connsiteX3" fmla="*/ 3114000 w 6228000"/>
              <a:gd name="connsiteY3" fmla="*/ 6228000 h 6235728"/>
              <a:gd name="connsiteX4" fmla="*/ 101226 w 6228000"/>
              <a:gd name="connsiteY4" fmla="*/ 3971566 h 6235728"/>
              <a:gd name="connsiteX5" fmla="*/ 0 w 6228000"/>
              <a:gd name="connsiteY5" fmla="*/ 3114000 h 6235728"/>
              <a:gd name="connsiteX0" fmla="*/ 3161 w 6231161"/>
              <a:gd name="connsiteY0" fmla="*/ 3114000 h 6235728"/>
              <a:gd name="connsiteX1" fmla="*/ 3117161 w 6231161"/>
              <a:gd name="connsiteY1" fmla="*/ 0 h 6235728"/>
              <a:gd name="connsiteX2" fmla="*/ 6231161 w 6231161"/>
              <a:gd name="connsiteY2" fmla="*/ 3114000 h 6235728"/>
              <a:gd name="connsiteX3" fmla="*/ 3117161 w 6231161"/>
              <a:gd name="connsiteY3" fmla="*/ 6228000 h 6235728"/>
              <a:gd name="connsiteX4" fmla="*/ 104387 w 6231161"/>
              <a:gd name="connsiteY4" fmla="*/ 3971566 h 6235728"/>
              <a:gd name="connsiteX5" fmla="*/ 3161 w 6231161"/>
              <a:gd name="connsiteY5" fmla="*/ 3114000 h 6235728"/>
              <a:gd name="connsiteX0" fmla="*/ 3161 w 6231161"/>
              <a:gd name="connsiteY0" fmla="*/ 3114000 h 6234127"/>
              <a:gd name="connsiteX1" fmla="*/ 3117161 w 6231161"/>
              <a:gd name="connsiteY1" fmla="*/ 0 h 6234127"/>
              <a:gd name="connsiteX2" fmla="*/ 6231161 w 6231161"/>
              <a:gd name="connsiteY2" fmla="*/ 3114000 h 6234127"/>
              <a:gd name="connsiteX3" fmla="*/ 3117161 w 6231161"/>
              <a:gd name="connsiteY3" fmla="*/ 6228000 h 6234127"/>
              <a:gd name="connsiteX4" fmla="*/ 104387 w 6231161"/>
              <a:gd name="connsiteY4" fmla="*/ 3971566 h 6234127"/>
              <a:gd name="connsiteX5" fmla="*/ 3161 w 6231161"/>
              <a:gd name="connsiteY5" fmla="*/ 3114000 h 6234127"/>
              <a:gd name="connsiteX0" fmla="*/ 232739 w 6460739"/>
              <a:gd name="connsiteY0" fmla="*/ 3114000 h 4134120"/>
              <a:gd name="connsiteX1" fmla="*/ 3346739 w 6460739"/>
              <a:gd name="connsiteY1" fmla="*/ 0 h 4134120"/>
              <a:gd name="connsiteX2" fmla="*/ 6460739 w 6460739"/>
              <a:gd name="connsiteY2" fmla="*/ 3114000 h 4134120"/>
              <a:gd name="connsiteX3" fmla="*/ 4624210 w 6460739"/>
              <a:gd name="connsiteY3" fmla="*/ 3968895 h 4134120"/>
              <a:gd name="connsiteX4" fmla="*/ 333965 w 6460739"/>
              <a:gd name="connsiteY4" fmla="*/ 3971566 h 4134120"/>
              <a:gd name="connsiteX5" fmla="*/ 232739 w 6460739"/>
              <a:gd name="connsiteY5" fmla="*/ 3114000 h 4134120"/>
              <a:gd name="connsiteX0" fmla="*/ 232739 w 6533426"/>
              <a:gd name="connsiteY0" fmla="*/ 3114000 h 4101226"/>
              <a:gd name="connsiteX1" fmla="*/ 3346739 w 6533426"/>
              <a:gd name="connsiteY1" fmla="*/ 0 h 4101226"/>
              <a:gd name="connsiteX2" fmla="*/ 6460739 w 6533426"/>
              <a:gd name="connsiteY2" fmla="*/ 3114000 h 4101226"/>
              <a:gd name="connsiteX3" fmla="*/ 5470743 w 6533426"/>
              <a:gd name="connsiteY3" fmla="*/ 4052249 h 4101226"/>
              <a:gd name="connsiteX4" fmla="*/ 4624210 w 6533426"/>
              <a:gd name="connsiteY4" fmla="*/ 3968895 h 4101226"/>
              <a:gd name="connsiteX5" fmla="*/ 333965 w 6533426"/>
              <a:gd name="connsiteY5" fmla="*/ 3971566 h 4101226"/>
              <a:gd name="connsiteX6" fmla="*/ 232739 w 6533426"/>
              <a:gd name="connsiteY6" fmla="*/ 3114000 h 4101226"/>
              <a:gd name="connsiteX0" fmla="*/ 232739 w 6507150"/>
              <a:gd name="connsiteY0" fmla="*/ 3114000 h 5929534"/>
              <a:gd name="connsiteX1" fmla="*/ 3346739 w 6507150"/>
              <a:gd name="connsiteY1" fmla="*/ 0 h 5929534"/>
              <a:gd name="connsiteX2" fmla="*/ 6460739 w 6507150"/>
              <a:gd name="connsiteY2" fmla="*/ 3114000 h 5929534"/>
              <a:gd name="connsiteX3" fmla="*/ 4731155 w 6507150"/>
              <a:gd name="connsiteY3" fmla="*/ 5921390 h 5929534"/>
              <a:gd name="connsiteX4" fmla="*/ 4624210 w 6507150"/>
              <a:gd name="connsiteY4" fmla="*/ 3968895 h 5929534"/>
              <a:gd name="connsiteX5" fmla="*/ 333965 w 6507150"/>
              <a:gd name="connsiteY5" fmla="*/ 3971566 h 5929534"/>
              <a:gd name="connsiteX6" fmla="*/ 232739 w 6507150"/>
              <a:gd name="connsiteY6" fmla="*/ 3114000 h 5929534"/>
              <a:gd name="connsiteX0" fmla="*/ 232739 w 6526554"/>
              <a:gd name="connsiteY0" fmla="*/ 3114000 h 5929534"/>
              <a:gd name="connsiteX1" fmla="*/ 3346739 w 6526554"/>
              <a:gd name="connsiteY1" fmla="*/ 0 h 5929534"/>
              <a:gd name="connsiteX2" fmla="*/ 6460739 w 6526554"/>
              <a:gd name="connsiteY2" fmla="*/ 3114000 h 5929534"/>
              <a:gd name="connsiteX3" fmla="*/ 4731155 w 6526554"/>
              <a:gd name="connsiteY3" fmla="*/ 5921390 h 5929534"/>
              <a:gd name="connsiteX4" fmla="*/ 4624210 w 6526554"/>
              <a:gd name="connsiteY4" fmla="*/ 3968895 h 5929534"/>
              <a:gd name="connsiteX5" fmla="*/ 333965 w 6526554"/>
              <a:gd name="connsiteY5" fmla="*/ 3971566 h 5929534"/>
              <a:gd name="connsiteX6" fmla="*/ 232739 w 6526554"/>
              <a:gd name="connsiteY6" fmla="*/ 3114000 h 5929534"/>
              <a:gd name="connsiteX0" fmla="*/ 232739 w 6526554"/>
              <a:gd name="connsiteY0" fmla="*/ 3114000 h 5929534"/>
              <a:gd name="connsiteX1" fmla="*/ 3346739 w 6526554"/>
              <a:gd name="connsiteY1" fmla="*/ 0 h 5929534"/>
              <a:gd name="connsiteX2" fmla="*/ 6460739 w 6526554"/>
              <a:gd name="connsiteY2" fmla="*/ 3114000 h 5929534"/>
              <a:gd name="connsiteX3" fmla="*/ 4731155 w 6526554"/>
              <a:gd name="connsiteY3" fmla="*/ 5921390 h 5929534"/>
              <a:gd name="connsiteX4" fmla="*/ 4624210 w 6526554"/>
              <a:gd name="connsiteY4" fmla="*/ 3968895 h 5929534"/>
              <a:gd name="connsiteX5" fmla="*/ 333965 w 6526554"/>
              <a:gd name="connsiteY5" fmla="*/ 3971566 h 5929534"/>
              <a:gd name="connsiteX6" fmla="*/ 232739 w 6526554"/>
              <a:gd name="connsiteY6" fmla="*/ 3114000 h 5929534"/>
              <a:gd name="connsiteX0" fmla="*/ 232739 w 6462699"/>
              <a:gd name="connsiteY0" fmla="*/ 3114000 h 5929534"/>
              <a:gd name="connsiteX1" fmla="*/ 3346739 w 6462699"/>
              <a:gd name="connsiteY1" fmla="*/ 0 h 5929534"/>
              <a:gd name="connsiteX2" fmla="*/ 6460739 w 6462699"/>
              <a:gd name="connsiteY2" fmla="*/ 3114000 h 5929534"/>
              <a:gd name="connsiteX3" fmla="*/ 4731155 w 6462699"/>
              <a:gd name="connsiteY3" fmla="*/ 5921390 h 5929534"/>
              <a:gd name="connsiteX4" fmla="*/ 4624210 w 6462699"/>
              <a:gd name="connsiteY4" fmla="*/ 3968895 h 5929534"/>
              <a:gd name="connsiteX5" fmla="*/ 333965 w 6462699"/>
              <a:gd name="connsiteY5" fmla="*/ 3971566 h 5929534"/>
              <a:gd name="connsiteX6" fmla="*/ 232739 w 6462699"/>
              <a:gd name="connsiteY6" fmla="*/ 3114000 h 5929534"/>
              <a:gd name="connsiteX0" fmla="*/ 232739 w 6462699"/>
              <a:gd name="connsiteY0" fmla="*/ 3114000 h 5929534"/>
              <a:gd name="connsiteX1" fmla="*/ 3346739 w 6462699"/>
              <a:gd name="connsiteY1" fmla="*/ 0 h 5929534"/>
              <a:gd name="connsiteX2" fmla="*/ 6460739 w 6462699"/>
              <a:gd name="connsiteY2" fmla="*/ 3114000 h 5929534"/>
              <a:gd name="connsiteX3" fmla="*/ 4731155 w 6462699"/>
              <a:gd name="connsiteY3" fmla="*/ 5921390 h 5929534"/>
              <a:gd name="connsiteX4" fmla="*/ 4624210 w 6462699"/>
              <a:gd name="connsiteY4" fmla="*/ 3968895 h 5929534"/>
              <a:gd name="connsiteX5" fmla="*/ 333965 w 6462699"/>
              <a:gd name="connsiteY5" fmla="*/ 3971566 h 5929534"/>
              <a:gd name="connsiteX6" fmla="*/ 232739 w 6462699"/>
              <a:gd name="connsiteY6" fmla="*/ 3114000 h 5929534"/>
              <a:gd name="connsiteX0" fmla="*/ 232739 w 6462699"/>
              <a:gd name="connsiteY0" fmla="*/ 3114000 h 5929534"/>
              <a:gd name="connsiteX1" fmla="*/ 3346739 w 6462699"/>
              <a:gd name="connsiteY1" fmla="*/ 0 h 5929534"/>
              <a:gd name="connsiteX2" fmla="*/ 6460739 w 6462699"/>
              <a:gd name="connsiteY2" fmla="*/ 3114000 h 5929534"/>
              <a:gd name="connsiteX3" fmla="*/ 4731155 w 6462699"/>
              <a:gd name="connsiteY3" fmla="*/ 5921390 h 5929534"/>
              <a:gd name="connsiteX4" fmla="*/ 4624210 w 6462699"/>
              <a:gd name="connsiteY4" fmla="*/ 3968895 h 5929534"/>
              <a:gd name="connsiteX5" fmla="*/ 333965 w 6462699"/>
              <a:gd name="connsiteY5" fmla="*/ 3971566 h 5929534"/>
              <a:gd name="connsiteX6" fmla="*/ 232739 w 6462699"/>
              <a:gd name="connsiteY6" fmla="*/ 3114000 h 5929534"/>
              <a:gd name="connsiteX0" fmla="*/ 232739 w 6462699"/>
              <a:gd name="connsiteY0" fmla="*/ 3114000 h 5929534"/>
              <a:gd name="connsiteX1" fmla="*/ 3346739 w 6462699"/>
              <a:gd name="connsiteY1" fmla="*/ 0 h 5929534"/>
              <a:gd name="connsiteX2" fmla="*/ 6460739 w 6462699"/>
              <a:gd name="connsiteY2" fmla="*/ 3114000 h 5929534"/>
              <a:gd name="connsiteX3" fmla="*/ 4731155 w 6462699"/>
              <a:gd name="connsiteY3" fmla="*/ 5921390 h 5929534"/>
              <a:gd name="connsiteX4" fmla="*/ 4624210 w 6462699"/>
              <a:gd name="connsiteY4" fmla="*/ 3968895 h 5929534"/>
              <a:gd name="connsiteX5" fmla="*/ 333965 w 6462699"/>
              <a:gd name="connsiteY5" fmla="*/ 3971566 h 5929534"/>
              <a:gd name="connsiteX6" fmla="*/ 232739 w 6462699"/>
              <a:gd name="connsiteY6" fmla="*/ 3114000 h 5929534"/>
              <a:gd name="connsiteX0" fmla="*/ 3162 w 6233122"/>
              <a:gd name="connsiteY0" fmla="*/ 3114000 h 5929534"/>
              <a:gd name="connsiteX1" fmla="*/ 3117162 w 6233122"/>
              <a:gd name="connsiteY1" fmla="*/ 0 h 5929534"/>
              <a:gd name="connsiteX2" fmla="*/ 6231162 w 6233122"/>
              <a:gd name="connsiteY2" fmla="*/ 3114000 h 5929534"/>
              <a:gd name="connsiteX3" fmla="*/ 4501578 w 6233122"/>
              <a:gd name="connsiteY3" fmla="*/ 5921390 h 5929534"/>
              <a:gd name="connsiteX4" fmla="*/ 4394633 w 6233122"/>
              <a:gd name="connsiteY4" fmla="*/ 3968895 h 5929534"/>
              <a:gd name="connsiteX5" fmla="*/ 104388 w 6233122"/>
              <a:gd name="connsiteY5" fmla="*/ 3971566 h 5929534"/>
              <a:gd name="connsiteX6" fmla="*/ 3162 w 6233122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650"/>
              <a:gd name="connsiteX1" fmla="*/ 3119446 w 6235406"/>
              <a:gd name="connsiteY1" fmla="*/ 0 h 5929650"/>
              <a:gd name="connsiteX2" fmla="*/ 6233446 w 6235406"/>
              <a:gd name="connsiteY2" fmla="*/ 3114000 h 5929650"/>
              <a:gd name="connsiteX3" fmla="*/ 4503862 w 6235406"/>
              <a:gd name="connsiteY3" fmla="*/ 5921390 h 5929650"/>
              <a:gd name="connsiteX4" fmla="*/ 4396917 w 6235406"/>
              <a:gd name="connsiteY4" fmla="*/ 3968895 h 5929650"/>
              <a:gd name="connsiteX5" fmla="*/ 106672 w 6235406"/>
              <a:gd name="connsiteY5" fmla="*/ 3971566 h 5929650"/>
              <a:gd name="connsiteX6" fmla="*/ 5446 w 6235406"/>
              <a:gd name="connsiteY6" fmla="*/ 3114000 h 5929650"/>
              <a:gd name="connsiteX0" fmla="*/ 5446 w 6235406"/>
              <a:gd name="connsiteY0" fmla="*/ 3114000 h 5929650"/>
              <a:gd name="connsiteX1" fmla="*/ 3119446 w 6235406"/>
              <a:gd name="connsiteY1" fmla="*/ 0 h 5929650"/>
              <a:gd name="connsiteX2" fmla="*/ 6233446 w 6235406"/>
              <a:gd name="connsiteY2" fmla="*/ 3114000 h 5929650"/>
              <a:gd name="connsiteX3" fmla="*/ 4503862 w 6235406"/>
              <a:gd name="connsiteY3" fmla="*/ 5921390 h 5929650"/>
              <a:gd name="connsiteX4" fmla="*/ 4396917 w 6235406"/>
              <a:gd name="connsiteY4" fmla="*/ 3968895 h 5929650"/>
              <a:gd name="connsiteX5" fmla="*/ 106672 w 6235406"/>
              <a:gd name="connsiteY5" fmla="*/ 3971566 h 5929650"/>
              <a:gd name="connsiteX6" fmla="*/ 5446 w 6235406"/>
              <a:gd name="connsiteY6" fmla="*/ 3114000 h 5929650"/>
              <a:gd name="connsiteX0" fmla="*/ 5446 w 6235406"/>
              <a:gd name="connsiteY0" fmla="*/ 3114000 h 5929650"/>
              <a:gd name="connsiteX1" fmla="*/ 3119446 w 6235406"/>
              <a:gd name="connsiteY1" fmla="*/ 0 h 5929650"/>
              <a:gd name="connsiteX2" fmla="*/ 6233446 w 6235406"/>
              <a:gd name="connsiteY2" fmla="*/ 3114000 h 5929650"/>
              <a:gd name="connsiteX3" fmla="*/ 4503862 w 6235406"/>
              <a:gd name="connsiteY3" fmla="*/ 5921390 h 5929650"/>
              <a:gd name="connsiteX4" fmla="*/ 4396917 w 6235406"/>
              <a:gd name="connsiteY4" fmla="*/ 3968895 h 5929650"/>
              <a:gd name="connsiteX5" fmla="*/ 106672 w 6235406"/>
              <a:gd name="connsiteY5" fmla="*/ 3971566 h 5929650"/>
              <a:gd name="connsiteX6" fmla="*/ 5446 w 6235406"/>
              <a:gd name="connsiteY6" fmla="*/ 3114000 h 5929650"/>
              <a:gd name="connsiteX0" fmla="*/ 5446 w 6235406"/>
              <a:gd name="connsiteY0" fmla="*/ 3114000 h 5921390"/>
              <a:gd name="connsiteX1" fmla="*/ 3119446 w 6235406"/>
              <a:gd name="connsiteY1" fmla="*/ 0 h 5921390"/>
              <a:gd name="connsiteX2" fmla="*/ 6233446 w 6235406"/>
              <a:gd name="connsiteY2" fmla="*/ 3114000 h 5921390"/>
              <a:gd name="connsiteX3" fmla="*/ 4503862 w 6235406"/>
              <a:gd name="connsiteY3" fmla="*/ 5921390 h 5921390"/>
              <a:gd name="connsiteX4" fmla="*/ 4396917 w 6235406"/>
              <a:gd name="connsiteY4" fmla="*/ 3968895 h 5921390"/>
              <a:gd name="connsiteX5" fmla="*/ 106672 w 6235406"/>
              <a:gd name="connsiteY5" fmla="*/ 3971566 h 5921390"/>
              <a:gd name="connsiteX6" fmla="*/ 5446 w 6235406"/>
              <a:gd name="connsiteY6" fmla="*/ 3114000 h 5921390"/>
              <a:gd name="connsiteX0" fmla="*/ 5446 w 6235406"/>
              <a:gd name="connsiteY0" fmla="*/ 3114000 h 5921390"/>
              <a:gd name="connsiteX1" fmla="*/ 3119446 w 6235406"/>
              <a:gd name="connsiteY1" fmla="*/ 0 h 5921390"/>
              <a:gd name="connsiteX2" fmla="*/ 6233446 w 6235406"/>
              <a:gd name="connsiteY2" fmla="*/ 3114000 h 5921390"/>
              <a:gd name="connsiteX3" fmla="*/ 4503862 w 6235406"/>
              <a:gd name="connsiteY3" fmla="*/ 5921390 h 5921390"/>
              <a:gd name="connsiteX4" fmla="*/ 4396917 w 6235406"/>
              <a:gd name="connsiteY4" fmla="*/ 3968895 h 5921390"/>
              <a:gd name="connsiteX5" fmla="*/ 106672 w 6235406"/>
              <a:gd name="connsiteY5" fmla="*/ 3971566 h 5921390"/>
              <a:gd name="connsiteX6" fmla="*/ 5446 w 6235406"/>
              <a:gd name="connsiteY6" fmla="*/ 3114000 h 5921390"/>
              <a:gd name="connsiteX0" fmla="*/ 5446 w 6235406"/>
              <a:gd name="connsiteY0" fmla="*/ 3114000 h 5921390"/>
              <a:gd name="connsiteX1" fmla="*/ 3119446 w 6235406"/>
              <a:gd name="connsiteY1" fmla="*/ 0 h 5921390"/>
              <a:gd name="connsiteX2" fmla="*/ 6233446 w 6235406"/>
              <a:gd name="connsiteY2" fmla="*/ 3114000 h 5921390"/>
              <a:gd name="connsiteX3" fmla="*/ 4503862 w 6235406"/>
              <a:gd name="connsiteY3" fmla="*/ 5921390 h 5921390"/>
              <a:gd name="connsiteX4" fmla="*/ 4396917 w 6235406"/>
              <a:gd name="connsiteY4" fmla="*/ 3968895 h 5921390"/>
              <a:gd name="connsiteX5" fmla="*/ 106672 w 6235406"/>
              <a:gd name="connsiteY5" fmla="*/ 3971566 h 5921390"/>
              <a:gd name="connsiteX6" fmla="*/ 5446 w 6235406"/>
              <a:gd name="connsiteY6" fmla="*/ 3114000 h 5921390"/>
              <a:gd name="connsiteX0" fmla="*/ 5446 w 6235406"/>
              <a:gd name="connsiteY0" fmla="*/ 3114000 h 5938745"/>
              <a:gd name="connsiteX1" fmla="*/ 3119446 w 6235406"/>
              <a:gd name="connsiteY1" fmla="*/ 0 h 5938745"/>
              <a:gd name="connsiteX2" fmla="*/ 6233446 w 6235406"/>
              <a:gd name="connsiteY2" fmla="*/ 3114000 h 5938745"/>
              <a:gd name="connsiteX3" fmla="*/ 4503862 w 6235406"/>
              <a:gd name="connsiteY3" fmla="*/ 5921390 h 5938745"/>
              <a:gd name="connsiteX4" fmla="*/ 4455038 w 6235406"/>
              <a:gd name="connsiteY4" fmla="*/ 4284366 h 5938745"/>
              <a:gd name="connsiteX5" fmla="*/ 4396917 w 6235406"/>
              <a:gd name="connsiteY5" fmla="*/ 3968895 h 5938745"/>
              <a:gd name="connsiteX6" fmla="*/ 106672 w 6235406"/>
              <a:gd name="connsiteY6" fmla="*/ 3971566 h 5938745"/>
              <a:gd name="connsiteX7" fmla="*/ 5446 w 6235406"/>
              <a:gd name="connsiteY7" fmla="*/ 3114000 h 5938745"/>
              <a:gd name="connsiteX0" fmla="*/ 5446 w 6235406"/>
              <a:gd name="connsiteY0" fmla="*/ 3114000 h 5938745"/>
              <a:gd name="connsiteX1" fmla="*/ 3119446 w 6235406"/>
              <a:gd name="connsiteY1" fmla="*/ 0 h 5938745"/>
              <a:gd name="connsiteX2" fmla="*/ 6233446 w 6235406"/>
              <a:gd name="connsiteY2" fmla="*/ 3114000 h 5938745"/>
              <a:gd name="connsiteX3" fmla="*/ 4503862 w 6235406"/>
              <a:gd name="connsiteY3" fmla="*/ 5921390 h 5938745"/>
              <a:gd name="connsiteX4" fmla="*/ 4455038 w 6235406"/>
              <a:gd name="connsiteY4" fmla="*/ 4284366 h 5938745"/>
              <a:gd name="connsiteX5" fmla="*/ 4396917 w 6235406"/>
              <a:gd name="connsiteY5" fmla="*/ 3968895 h 5938745"/>
              <a:gd name="connsiteX6" fmla="*/ 106672 w 6235406"/>
              <a:gd name="connsiteY6" fmla="*/ 3971566 h 5938745"/>
              <a:gd name="connsiteX7" fmla="*/ 5446 w 6235406"/>
              <a:gd name="connsiteY7" fmla="*/ 3114000 h 5938745"/>
              <a:gd name="connsiteX0" fmla="*/ 5446 w 6235406"/>
              <a:gd name="connsiteY0" fmla="*/ 3114000 h 5938745"/>
              <a:gd name="connsiteX1" fmla="*/ 3119446 w 6235406"/>
              <a:gd name="connsiteY1" fmla="*/ 0 h 5938745"/>
              <a:gd name="connsiteX2" fmla="*/ 6233446 w 6235406"/>
              <a:gd name="connsiteY2" fmla="*/ 3114000 h 5938745"/>
              <a:gd name="connsiteX3" fmla="*/ 4503862 w 6235406"/>
              <a:gd name="connsiteY3" fmla="*/ 5921390 h 5938745"/>
              <a:gd name="connsiteX4" fmla="*/ 4483173 w 6235406"/>
              <a:gd name="connsiteY4" fmla="*/ 4284366 h 5938745"/>
              <a:gd name="connsiteX5" fmla="*/ 4396917 w 6235406"/>
              <a:gd name="connsiteY5" fmla="*/ 3968895 h 5938745"/>
              <a:gd name="connsiteX6" fmla="*/ 106672 w 6235406"/>
              <a:gd name="connsiteY6" fmla="*/ 3971566 h 5938745"/>
              <a:gd name="connsiteX7" fmla="*/ 5446 w 6235406"/>
              <a:gd name="connsiteY7" fmla="*/ 3114000 h 5938745"/>
              <a:gd name="connsiteX0" fmla="*/ 5446 w 6235406"/>
              <a:gd name="connsiteY0" fmla="*/ 3114000 h 5938818"/>
              <a:gd name="connsiteX1" fmla="*/ 3119446 w 6235406"/>
              <a:gd name="connsiteY1" fmla="*/ 0 h 5938818"/>
              <a:gd name="connsiteX2" fmla="*/ 6233446 w 6235406"/>
              <a:gd name="connsiteY2" fmla="*/ 3114000 h 5938818"/>
              <a:gd name="connsiteX3" fmla="*/ 4503862 w 6235406"/>
              <a:gd name="connsiteY3" fmla="*/ 5921390 h 5938818"/>
              <a:gd name="connsiteX4" fmla="*/ 4483173 w 6235406"/>
              <a:gd name="connsiteY4" fmla="*/ 4284366 h 5938818"/>
              <a:gd name="connsiteX5" fmla="*/ 4396917 w 6235406"/>
              <a:gd name="connsiteY5" fmla="*/ 3968895 h 5938818"/>
              <a:gd name="connsiteX6" fmla="*/ 106672 w 6235406"/>
              <a:gd name="connsiteY6" fmla="*/ 3971566 h 5938818"/>
              <a:gd name="connsiteX7" fmla="*/ 5446 w 6235406"/>
              <a:gd name="connsiteY7" fmla="*/ 3114000 h 5938818"/>
              <a:gd name="connsiteX0" fmla="*/ 5446 w 6235406"/>
              <a:gd name="connsiteY0" fmla="*/ 3114000 h 5938818"/>
              <a:gd name="connsiteX1" fmla="*/ 3119446 w 6235406"/>
              <a:gd name="connsiteY1" fmla="*/ 0 h 5938818"/>
              <a:gd name="connsiteX2" fmla="*/ 6233446 w 6235406"/>
              <a:gd name="connsiteY2" fmla="*/ 3114000 h 5938818"/>
              <a:gd name="connsiteX3" fmla="*/ 4503862 w 6235406"/>
              <a:gd name="connsiteY3" fmla="*/ 5921390 h 5938818"/>
              <a:gd name="connsiteX4" fmla="*/ 4483173 w 6235406"/>
              <a:gd name="connsiteY4" fmla="*/ 4284366 h 5938818"/>
              <a:gd name="connsiteX5" fmla="*/ 4396917 w 6235406"/>
              <a:gd name="connsiteY5" fmla="*/ 3968895 h 5938818"/>
              <a:gd name="connsiteX6" fmla="*/ 106672 w 6235406"/>
              <a:gd name="connsiteY6" fmla="*/ 3971566 h 5938818"/>
              <a:gd name="connsiteX7" fmla="*/ 5446 w 6235406"/>
              <a:gd name="connsiteY7" fmla="*/ 3114000 h 5938818"/>
              <a:gd name="connsiteX0" fmla="*/ 5446 w 6235406"/>
              <a:gd name="connsiteY0" fmla="*/ 3114000 h 5938818"/>
              <a:gd name="connsiteX1" fmla="*/ 3119446 w 6235406"/>
              <a:gd name="connsiteY1" fmla="*/ 0 h 5938818"/>
              <a:gd name="connsiteX2" fmla="*/ 6233446 w 6235406"/>
              <a:gd name="connsiteY2" fmla="*/ 3114000 h 5938818"/>
              <a:gd name="connsiteX3" fmla="*/ 4503862 w 6235406"/>
              <a:gd name="connsiteY3" fmla="*/ 5921390 h 5938818"/>
              <a:gd name="connsiteX4" fmla="*/ 4483173 w 6235406"/>
              <a:gd name="connsiteY4" fmla="*/ 4284366 h 5938818"/>
              <a:gd name="connsiteX5" fmla="*/ 4396917 w 6235406"/>
              <a:gd name="connsiteY5" fmla="*/ 3968895 h 5938818"/>
              <a:gd name="connsiteX6" fmla="*/ 106672 w 6235406"/>
              <a:gd name="connsiteY6" fmla="*/ 3971566 h 5938818"/>
              <a:gd name="connsiteX7" fmla="*/ 5446 w 6235406"/>
              <a:gd name="connsiteY7" fmla="*/ 3114000 h 5938818"/>
              <a:gd name="connsiteX0" fmla="*/ 5446 w 6235406"/>
              <a:gd name="connsiteY0" fmla="*/ 3114000 h 5938818"/>
              <a:gd name="connsiteX1" fmla="*/ 3119446 w 6235406"/>
              <a:gd name="connsiteY1" fmla="*/ 0 h 5938818"/>
              <a:gd name="connsiteX2" fmla="*/ 6233446 w 6235406"/>
              <a:gd name="connsiteY2" fmla="*/ 3114000 h 5938818"/>
              <a:gd name="connsiteX3" fmla="*/ 4503862 w 6235406"/>
              <a:gd name="connsiteY3" fmla="*/ 5921390 h 5938818"/>
              <a:gd name="connsiteX4" fmla="*/ 4483173 w 6235406"/>
              <a:gd name="connsiteY4" fmla="*/ 4284366 h 5938818"/>
              <a:gd name="connsiteX5" fmla="*/ 4396917 w 6235406"/>
              <a:gd name="connsiteY5" fmla="*/ 3968895 h 5938818"/>
              <a:gd name="connsiteX6" fmla="*/ 106672 w 6235406"/>
              <a:gd name="connsiteY6" fmla="*/ 3971566 h 5938818"/>
              <a:gd name="connsiteX7" fmla="*/ 5446 w 6235406"/>
              <a:gd name="connsiteY7" fmla="*/ 3114000 h 5938818"/>
              <a:gd name="connsiteX0" fmla="*/ 5446 w 6235406"/>
              <a:gd name="connsiteY0" fmla="*/ 3114000 h 5921941"/>
              <a:gd name="connsiteX1" fmla="*/ 3119446 w 6235406"/>
              <a:gd name="connsiteY1" fmla="*/ 0 h 5921941"/>
              <a:gd name="connsiteX2" fmla="*/ 6233446 w 6235406"/>
              <a:gd name="connsiteY2" fmla="*/ 3114000 h 5921941"/>
              <a:gd name="connsiteX3" fmla="*/ 4490214 w 6235406"/>
              <a:gd name="connsiteY3" fmla="*/ 5904331 h 5921941"/>
              <a:gd name="connsiteX4" fmla="*/ 4483173 w 6235406"/>
              <a:gd name="connsiteY4" fmla="*/ 4284366 h 5921941"/>
              <a:gd name="connsiteX5" fmla="*/ 4396917 w 6235406"/>
              <a:gd name="connsiteY5" fmla="*/ 3968895 h 5921941"/>
              <a:gd name="connsiteX6" fmla="*/ 106672 w 6235406"/>
              <a:gd name="connsiteY6" fmla="*/ 3971566 h 5921941"/>
              <a:gd name="connsiteX7" fmla="*/ 5446 w 6235406"/>
              <a:gd name="connsiteY7" fmla="*/ 3114000 h 5921941"/>
              <a:gd name="connsiteX0" fmla="*/ 5446 w 6235406"/>
              <a:gd name="connsiteY0" fmla="*/ 3114000 h 5921941"/>
              <a:gd name="connsiteX1" fmla="*/ 3119446 w 6235406"/>
              <a:gd name="connsiteY1" fmla="*/ 0 h 5921941"/>
              <a:gd name="connsiteX2" fmla="*/ 6233446 w 6235406"/>
              <a:gd name="connsiteY2" fmla="*/ 3114000 h 5921941"/>
              <a:gd name="connsiteX3" fmla="*/ 4490214 w 6235406"/>
              <a:gd name="connsiteY3" fmla="*/ 5904331 h 5921941"/>
              <a:gd name="connsiteX4" fmla="*/ 4483173 w 6235406"/>
              <a:gd name="connsiteY4" fmla="*/ 4284366 h 5921941"/>
              <a:gd name="connsiteX5" fmla="*/ 4396917 w 6235406"/>
              <a:gd name="connsiteY5" fmla="*/ 3968895 h 5921941"/>
              <a:gd name="connsiteX6" fmla="*/ 106672 w 6235406"/>
              <a:gd name="connsiteY6" fmla="*/ 3971566 h 5921941"/>
              <a:gd name="connsiteX7" fmla="*/ 5446 w 6235406"/>
              <a:gd name="connsiteY7" fmla="*/ 3114000 h 592194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3173 w 6235406"/>
              <a:gd name="connsiteY4" fmla="*/ 4284366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3173 w 6235406"/>
              <a:gd name="connsiteY4" fmla="*/ 4284366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3173 w 6235406"/>
              <a:gd name="connsiteY4" fmla="*/ 4284366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3173 w 6235406"/>
              <a:gd name="connsiteY4" fmla="*/ 4284366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6585 w 6235406"/>
              <a:gd name="connsiteY4" fmla="*/ 4137653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6585 w 6235406"/>
              <a:gd name="connsiteY4" fmla="*/ 4147888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6585 w 6235406"/>
              <a:gd name="connsiteY4" fmla="*/ 4147888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120811 w 6350771"/>
              <a:gd name="connsiteY0" fmla="*/ 3114000 h 5904331"/>
              <a:gd name="connsiteX1" fmla="*/ 3234811 w 6350771"/>
              <a:gd name="connsiteY1" fmla="*/ 0 h 5904331"/>
              <a:gd name="connsiteX2" fmla="*/ 6348811 w 6350771"/>
              <a:gd name="connsiteY2" fmla="*/ 3114000 h 5904331"/>
              <a:gd name="connsiteX3" fmla="*/ 4605579 w 6350771"/>
              <a:gd name="connsiteY3" fmla="*/ 5904331 h 5904331"/>
              <a:gd name="connsiteX4" fmla="*/ 4601950 w 6350771"/>
              <a:gd name="connsiteY4" fmla="*/ 4147888 h 5904331"/>
              <a:gd name="connsiteX5" fmla="*/ 4512282 w 6350771"/>
              <a:gd name="connsiteY5" fmla="*/ 3968895 h 5904331"/>
              <a:gd name="connsiteX6" fmla="*/ 293688 w 6350771"/>
              <a:gd name="connsiteY6" fmla="*/ 3968154 h 5904331"/>
              <a:gd name="connsiteX7" fmla="*/ 120811 w 6350771"/>
              <a:gd name="connsiteY7" fmla="*/ 3114000 h 5904331"/>
              <a:gd name="connsiteX0" fmla="*/ 120811 w 6350771"/>
              <a:gd name="connsiteY0" fmla="*/ 3114000 h 5904331"/>
              <a:gd name="connsiteX1" fmla="*/ 3234811 w 6350771"/>
              <a:gd name="connsiteY1" fmla="*/ 0 h 5904331"/>
              <a:gd name="connsiteX2" fmla="*/ 6348811 w 6350771"/>
              <a:gd name="connsiteY2" fmla="*/ 3114000 h 5904331"/>
              <a:gd name="connsiteX3" fmla="*/ 4605579 w 6350771"/>
              <a:gd name="connsiteY3" fmla="*/ 5904331 h 5904331"/>
              <a:gd name="connsiteX4" fmla="*/ 4601950 w 6350771"/>
              <a:gd name="connsiteY4" fmla="*/ 4147888 h 5904331"/>
              <a:gd name="connsiteX5" fmla="*/ 4512282 w 6350771"/>
              <a:gd name="connsiteY5" fmla="*/ 3968895 h 5904331"/>
              <a:gd name="connsiteX6" fmla="*/ 293688 w 6350771"/>
              <a:gd name="connsiteY6" fmla="*/ 3968154 h 5904331"/>
              <a:gd name="connsiteX7" fmla="*/ 120811 w 6350771"/>
              <a:gd name="connsiteY7" fmla="*/ 3114000 h 5904331"/>
              <a:gd name="connsiteX0" fmla="*/ 12 w 6229972"/>
              <a:gd name="connsiteY0" fmla="*/ 3114000 h 5904331"/>
              <a:gd name="connsiteX1" fmla="*/ 3114012 w 6229972"/>
              <a:gd name="connsiteY1" fmla="*/ 0 h 5904331"/>
              <a:gd name="connsiteX2" fmla="*/ 6228012 w 6229972"/>
              <a:gd name="connsiteY2" fmla="*/ 3114000 h 5904331"/>
              <a:gd name="connsiteX3" fmla="*/ 4484780 w 6229972"/>
              <a:gd name="connsiteY3" fmla="*/ 5904331 h 5904331"/>
              <a:gd name="connsiteX4" fmla="*/ 4481151 w 6229972"/>
              <a:gd name="connsiteY4" fmla="*/ 4147888 h 5904331"/>
              <a:gd name="connsiteX5" fmla="*/ 4391483 w 6229972"/>
              <a:gd name="connsiteY5" fmla="*/ 3968895 h 5904331"/>
              <a:gd name="connsiteX6" fmla="*/ 172889 w 6229972"/>
              <a:gd name="connsiteY6" fmla="*/ 3968154 h 5904331"/>
              <a:gd name="connsiteX7" fmla="*/ 12 w 6229972"/>
              <a:gd name="connsiteY7" fmla="*/ 3114000 h 5904331"/>
              <a:gd name="connsiteX0" fmla="*/ 12 w 6229972"/>
              <a:gd name="connsiteY0" fmla="*/ 3114000 h 5904331"/>
              <a:gd name="connsiteX1" fmla="*/ 3114012 w 6229972"/>
              <a:gd name="connsiteY1" fmla="*/ 0 h 5904331"/>
              <a:gd name="connsiteX2" fmla="*/ 6228012 w 6229972"/>
              <a:gd name="connsiteY2" fmla="*/ 3114000 h 5904331"/>
              <a:gd name="connsiteX3" fmla="*/ 4484780 w 6229972"/>
              <a:gd name="connsiteY3" fmla="*/ 5904331 h 5904331"/>
              <a:gd name="connsiteX4" fmla="*/ 4481151 w 6229972"/>
              <a:gd name="connsiteY4" fmla="*/ 4147888 h 5904331"/>
              <a:gd name="connsiteX5" fmla="*/ 4391483 w 6229972"/>
              <a:gd name="connsiteY5" fmla="*/ 3968895 h 5904331"/>
              <a:gd name="connsiteX6" fmla="*/ 172889 w 6229972"/>
              <a:gd name="connsiteY6" fmla="*/ 3968154 h 5904331"/>
              <a:gd name="connsiteX7" fmla="*/ 12 w 6229972"/>
              <a:gd name="connsiteY7" fmla="*/ 3114000 h 5904331"/>
              <a:gd name="connsiteX0" fmla="*/ 12 w 6229972"/>
              <a:gd name="connsiteY0" fmla="*/ 3114000 h 5904331"/>
              <a:gd name="connsiteX1" fmla="*/ 3114012 w 6229972"/>
              <a:gd name="connsiteY1" fmla="*/ 0 h 5904331"/>
              <a:gd name="connsiteX2" fmla="*/ 6228012 w 6229972"/>
              <a:gd name="connsiteY2" fmla="*/ 3114000 h 5904331"/>
              <a:gd name="connsiteX3" fmla="*/ 4484780 w 6229972"/>
              <a:gd name="connsiteY3" fmla="*/ 5904331 h 5904331"/>
              <a:gd name="connsiteX4" fmla="*/ 4481151 w 6229972"/>
              <a:gd name="connsiteY4" fmla="*/ 4147888 h 5904331"/>
              <a:gd name="connsiteX5" fmla="*/ 4391483 w 6229972"/>
              <a:gd name="connsiteY5" fmla="*/ 3968895 h 5904331"/>
              <a:gd name="connsiteX6" fmla="*/ 172889 w 6229972"/>
              <a:gd name="connsiteY6" fmla="*/ 3968154 h 5904331"/>
              <a:gd name="connsiteX7" fmla="*/ 12 w 6229972"/>
              <a:gd name="connsiteY7" fmla="*/ 3114000 h 5904331"/>
              <a:gd name="connsiteX0" fmla="*/ 165707 w 6395667"/>
              <a:gd name="connsiteY0" fmla="*/ 3114000 h 5904331"/>
              <a:gd name="connsiteX1" fmla="*/ 3279707 w 6395667"/>
              <a:gd name="connsiteY1" fmla="*/ 0 h 5904331"/>
              <a:gd name="connsiteX2" fmla="*/ 6393707 w 6395667"/>
              <a:gd name="connsiteY2" fmla="*/ 3114000 h 5904331"/>
              <a:gd name="connsiteX3" fmla="*/ 4650475 w 6395667"/>
              <a:gd name="connsiteY3" fmla="*/ 5904331 h 5904331"/>
              <a:gd name="connsiteX4" fmla="*/ 4646846 w 6395667"/>
              <a:gd name="connsiteY4" fmla="*/ 4147888 h 5904331"/>
              <a:gd name="connsiteX5" fmla="*/ 4557178 w 6395667"/>
              <a:gd name="connsiteY5" fmla="*/ 3968895 h 5904331"/>
              <a:gd name="connsiteX6" fmla="*/ 338584 w 6395667"/>
              <a:gd name="connsiteY6" fmla="*/ 3968154 h 5904331"/>
              <a:gd name="connsiteX7" fmla="*/ 418664 w 6395667"/>
              <a:gd name="connsiteY7" fmla="*/ 3789530 h 5904331"/>
              <a:gd name="connsiteX8" fmla="*/ 165707 w 6395667"/>
              <a:gd name="connsiteY8" fmla="*/ 3114000 h 5904331"/>
              <a:gd name="connsiteX0" fmla="*/ 165707 w 6395667"/>
              <a:gd name="connsiteY0" fmla="*/ 3114000 h 5904331"/>
              <a:gd name="connsiteX1" fmla="*/ 3279707 w 6395667"/>
              <a:gd name="connsiteY1" fmla="*/ 0 h 5904331"/>
              <a:gd name="connsiteX2" fmla="*/ 6393707 w 6395667"/>
              <a:gd name="connsiteY2" fmla="*/ 3114000 h 5904331"/>
              <a:gd name="connsiteX3" fmla="*/ 4650475 w 6395667"/>
              <a:gd name="connsiteY3" fmla="*/ 5904331 h 5904331"/>
              <a:gd name="connsiteX4" fmla="*/ 4646846 w 6395667"/>
              <a:gd name="connsiteY4" fmla="*/ 4147888 h 5904331"/>
              <a:gd name="connsiteX5" fmla="*/ 4557178 w 6395667"/>
              <a:gd name="connsiteY5" fmla="*/ 3968895 h 5904331"/>
              <a:gd name="connsiteX6" fmla="*/ 338584 w 6395667"/>
              <a:gd name="connsiteY6" fmla="*/ 3968154 h 5904331"/>
              <a:gd name="connsiteX7" fmla="*/ 418664 w 6395667"/>
              <a:gd name="connsiteY7" fmla="*/ 3789530 h 5904331"/>
              <a:gd name="connsiteX8" fmla="*/ 165707 w 6395667"/>
              <a:gd name="connsiteY8" fmla="*/ 3114000 h 5904331"/>
              <a:gd name="connsiteX0" fmla="*/ 187804 w 6417764"/>
              <a:gd name="connsiteY0" fmla="*/ 3114000 h 5904331"/>
              <a:gd name="connsiteX1" fmla="*/ 3301804 w 6417764"/>
              <a:gd name="connsiteY1" fmla="*/ 0 h 5904331"/>
              <a:gd name="connsiteX2" fmla="*/ 6415804 w 6417764"/>
              <a:gd name="connsiteY2" fmla="*/ 3114000 h 5904331"/>
              <a:gd name="connsiteX3" fmla="*/ 4672572 w 6417764"/>
              <a:gd name="connsiteY3" fmla="*/ 5904331 h 5904331"/>
              <a:gd name="connsiteX4" fmla="*/ 4668943 w 6417764"/>
              <a:gd name="connsiteY4" fmla="*/ 4147888 h 5904331"/>
              <a:gd name="connsiteX5" fmla="*/ 4579275 w 6417764"/>
              <a:gd name="connsiteY5" fmla="*/ 3968895 h 5904331"/>
              <a:gd name="connsiteX6" fmla="*/ 360681 w 6417764"/>
              <a:gd name="connsiteY6" fmla="*/ 3968154 h 5904331"/>
              <a:gd name="connsiteX7" fmla="*/ 317931 w 6417764"/>
              <a:gd name="connsiteY7" fmla="*/ 3984011 h 5904331"/>
              <a:gd name="connsiteX8" fmla="*/ 187804 w 6417764"/>
              <a:gd name="connsiteY8" fmla="*/ 3114000 h 5904331"/>
              <a:gd name="connsiteX0" fmla="*/ 187804 w 6417764"/>
              <a:gd name="connsiteY0" fmla="*/ 3114000 h 5904331"/>
              <a:gd name="connsiteX1" fmla="*/ 3301804 w 6417764"/>
              <a:gd name="connsiteY1" fmla="*/ 0 h 5904331"/>
              <a:gd name="connsiteX2" fmla="*/ 6415804 w 6417764"/>
              <a:gd name="connsiteY2" fmla="*/ 3114000 h 5904331"/>
              <a:gd name="connsiteX3" fmla="*/ 4672572 w 6417764"/>
              <a:gd name="connsiteY3" fmla="*/ 5904331 h 5904331"/>
              <a:gd name="connsiteX4" fmla="*/ 4668943 w 6417764"/>
              <a:gd name="connsiteY4" fmla="*/ 4147888 h 5904331"/>
              <a:gd name="connsiteX5" fmla="*/ 4579275 w 6417764"/>
              <a:gd name="connsiteY5" fmla="*/ 3968895 h 5904331"/>
              <a:gd name="connsiteX6" fmla="*/ 360681 w 6417764"/>
              <a:gd name="connsiteY6" fmla="*/ 3968154 h 5904331"/>
              <a:gd name="connsiteX7" fmla="*/ 317931 w 6417764"/>
              <a:gd name="connsiteY7" fmla="*/ 3984011 h 5904331"/>
              <a:gd name="connsiteX8" fmla="*/ 187804 w 6417764"/>
              <a:gd name="connsiteY8" fmla="*/ 3114000 h 5904331"/>
              <a:gd name="connsiteX0" fmla="*/ 183019 w 6412979"/>
              <a:gd name="connsiteY0" fmla="*/ 3114000 h 5904331"/>
              <a:gd name="connsiteX1" fmla="*/ 3297019 w 6412979"/>
              <a:gd name="connsiteY1" fmla="*/ 0 h 5904331"/>
              <a:gd name="connsiteX2" fmla="*/ 6411019 w 6412979"/>
              <a:gd name="connsiteY2" fmla="*/ 3114000 h 5904331"/>
              <a:gd name="connsiteX3" fmla="*/ 4667787 w 6412979"/>
              <a:gd name="connsiteY3" fmla="*/ 5904331 h 5904331"/>
              <a:gd name="connsiteX4" fmla="*/ 4664158 w 6412979"/>
              <a:gd name="connsiteY4" fmla="*/ 4147888 h 5904331"/>
              <a:gd name="connsiteX5" fmla="*/ 4574490 w 6412979"/>
              <a:gd name="connsiteY5" fmla="*/ 3968895 h 5904331"/>
              <a:gd name="connsiteX6" fmla="*/ 355896 w 6412979"/>
              <a:gd name="connsiteY6" fmla="*/ 3968154 h 5904331"/>
              <a:gd name="connsiteX7" fmla="*/ 313146 w 6412979"/>
              <a:gd name="connsiteY7" fmla="*/ 3984011 h 5904331"/>
              <a:gd name="connsiteX8" fmla="*/ 183019 w 6412979"/>
              <a:gd name="connsiteY8" fmla="*/ 3114000 h 5904331"/>
              <a:gd name="connsiteX0" fmla="*/ 144151 w 6374111"/>
              <a:gd name="connsiteY0" fmla="*/ 3114000 h 5904331"/>
              <a:gd name="connsiteX1" fmla="*/ 3258151 w 6374111"/>
              <a:gd name="connsiteY1" fmla="*/ 0 h 5904331"/>
              <a:gd name="connsiteX2" fmla="*/ 6372151 w 6374111"/>
              <a:gd name="connsiteY2" fmla="*/ 3114000 h 5904331"/>
              <a:gd name="connsiteX3" fmla="*/ 4628919 w 6374111"/>
              <a:gd name="connsiteY3" fmla="*/ 5904331 h 5904331"/>
              <a:gd name="connsiteX4" fmla="*/ 4625290 w 6374111"/>
              <a:gd name="connsiteY4" fmla="*/ 4147888 h 5904331"/>
              <a:gd name="connsiteX5" fmla="*/ 4535622 w 6374111"/>
              <a:gd name="connsiteY5" fmla="*/ 3968895 h 5904331"/>
              <a:gd name="connsiteX6" fmla="*/ 317028 w 6374111"/>
              <a:gd name="connsiteY6" fmla="*/ 3968154 h 5904331"/>
              <a:gd name="connsiteX7" fmla="*/ 274278 w 6374111"/>
              <a:gd name="connsiteY7" fmla="*/ 3984011 h 5904331"/>
              <a:gd name="connsiteX8" fmla="*/ 144151 w 6374111"/>
              <a:gd name="connsiteY8" fmla="*/ 3114000 h 5904331"/>
              <a:gd name="connsiteX0" fmla="*/ 141340 w 6371300"/>
              <a:gd name="connsiteY0" fmla="*/ 3114000 h 5904331"/>
              <a:gd name="connsiteX1" fmla="*/ 3255340 w 6371300"/>
              <a:gd name="connsiteY1" fmla="*/ 0 h 5904331"/>
              <a:gd name="connsiteX2" fmla="*/ 6369340 w 6371300"/>
              <a:gd name="connsiteY2" fmla="*/ 3114000 h 5904331"/>
              <a:gd name="connsiteX3" fmla="*/ 4626108 w 6371300"/>
              <a:gd name="connsiteY3" fmla="*/ 5904331 h 5904331"/>
              <a:gd name="connsiteX4" fmla="*/ 4622479 w 6371300"/>
              <a:gd name="connsiteY4" fmla="*/ 4147888 h 5904331"/>
              <a:gd name="connsiteX5" fmla="*/ 4532811 w 6371300"/>
              <a:gd name="connsiteY5" fmla="*/ 3968895 h 5904331"/>
              <a:gd name="connsiteX6" fmla="*/ 314217 w 6371300"/>
              <a:gd name="connsiteY6" fmla="*/ 3968154 h 5904331"/>
              <a:gd name="connsiteX7" fmla="*/ 281702 w 6371300"/>
              <a:gd name="connsiteY7" fmla="*/ 3987423 h 5904331"/>
              <a:gd name="connsiteX8" fmla="*/ 141340 w 6371300"/>
              <a:gd name="connsiteY8" fmla="*/ 3114000 h 5904331"/>
              <a:gd name="connsiteX0" fmla="*/ 181 w 6230141"/>
              <a:gd name="connsiteY0" fmla="*/ 3114000 h 5904331"/>
              <a:gd name="connsiteX1" fmla="*/ 3114181 w 6230141"/>
              <a:gd name="connsiteY1" fmla="*/ 0 h 5904331"/>
              <a:gd name="connsiteX2" fmla="*/ 6228181 w 6230141"/>
              <a:gd name="connsiteY2" fmla="*/ 3114000 h 5904331"/>
              <a:gd name="connsiteX3" fmla="*/ 4484949 w 6230141"/>
              <a:gd name="connsiteY3" fmla="*/ 5904331 h 5904331"/>
              <a:gd name="connsiteX4" fmla="*/ 4481320 w 6230141"/>
              <a:gd name="connsiteY4" fmla="*/ 4147888 h 5904331"/>
              <a:gd name="connsiteX5" fmla="*/ 4391652 w 6230141"/>
              <a:gd name="connsiteY5" fmla="*/ 3968895 h 5904331"/>
              <a:gd name="connsiteX6" fmla="*/ 173058 w 6230141"/>
              <a:gd name="connsiteY6" fmla="*/ 3968154 h 5904331"/>
              <a:gd name="connsiteX7" fmla="*/ 140543 w 6230141"/>
              <a:gd name="connsiteY7" fmla="*/ 3987423 h 5904331"/>
              <a:gd name="connsiteX8" fmla="*/ 181 w 6230141"/>
              <a:gd name="connsiteY8" fmla="*/ 3114000 h 5904331"/>
              <a:gd name="connsiteX0" fmla="*/ 199 w 6230159"/>
              <a:gd name="connsiteY0" fmla="*/ 3114000 h 5904331"/>
              <a:gd name="connsiteX1" fmla="*/ 3114199 w 6230159"/>
              <a:gd name="connsiteY1" fmla="*/ 0 h 5904331"/>
              <a:gd name="connsiteX2" fmla="*/ 6228199 w 6230159"/>
              <a:gd name="connsiteY2" fmla="*/ 3114000 h 5904331"/>
              <a:gd name="connsiteX3" fmla="*/ 4484967 w 6230159"/>
              <a:gd name="connsiteY3" fmla="*/ 5904331 h 5904331"/>
              <a:gd name="connsiteX4" fmla="*/ 4481338 w 6230159"/>
              <a:gd name="connsiteY4" fmla="*/ 4147888 h 5904331"/>
              <a:gd name="connsiteX5" fmla="*/ 4391670 w 6230159"/>
              <a:gd name="connsiteY5" fmla="*/ 3968895 h 5904331"/>
              <a:gd name="connsiteX6" fmla="*/ 173076 w 6230159"/>
              <a:gd name="connsiteY6" fmla="*/ 3968154 h 5904331"/>
              <a:gd name="connsiteX7" fmla="*/ 126914 w 6230159"/>
              <a:gd name="connsiteY7" fmla="*/ 3990835 h 5904331"/>
              <a:gd name="connsiteX8" fmla="*/ 199 w 6230159"/>
              <a:gd name="connsiteY8" fmla="*/ 3114000 h 5904331"/>
              <a:gd name="connsiteX0" fmla="*/ 199 w 6230159"/>
              <a:gd name="connsiteY0" fmla="*/ 3114000 h 5904331"/>
              <a:gd name="connsiteX1" fmla="*/ 3114199 w 6230159"/>
              <a:gd name="connsiteY1" fmla="*/ 0 h 5904331"/>
              <a:gd name="connsiteX2" fmla="*/ 6228199 w 6230159"/>
              <a:gd name="connsiteY2" fmla="*/ 3114000 h 5904331"/>
              <a:gd name="connsiteX3" fmla="*/ 4484967 w 6230159"/>
              <a:gd name="connsiteY3" fmla="*/ 5904331 h 5904331"/>
              <a:gd name="connsiteX4" fmla="*/ 4481338 w 6230159"/>
              <a:gd name="connsiteY4" fmla="*/ 4147888 h 5904331"/>
              <a:gd name="connsiteX5" fmla="*/ 4391670 w 6230159"/>
              <a:gd name="connsiteY5" fmla="*/ 3968895 h 5904331"/>
              <a:gd name="connsiteX6" fmla="*/ 173076 w 6230159"/>
              <a:gd name="connsiteY6" fmla="*/ 3968154 h 5904331"/>
              <a:gd name="connsiteX7" fmla="*/ 126914 w 6230159"/>
              <a:gd name="connsiteY7" fmla="*/ 3990835 h 5904331"/>
              <a:gd name="connsiteX8" fmla="*/ 199 w 6230159"/>
              <a:gd name="connsiteY8" fmla="*/ 3114000 h 5904331"/>
              <a:gd name="connsiteX0" fmla="*/ 199 w 6230159"/>
              <a:gd name="connsiteY0" fmla="*/ 3114000 h 5904331"/>
              <a:gd name="connsiteX1" fmla="*/ 3114199 w 6230159"/>
              <a:gd name="connsiteY1" fmla="*/ 0 h 5904331"/>
              <a:gd name="connsiteX2" fmla="*/ 6228199 w 6230159"/>
              <a:gd name="connsiteY2" fmla="*/ 3114000 h 5904331"/>
              <a:gd name="connsiteX3" fmla="*/ 4484967 w 6230159"/>
              <a:gd name="connsiteY3" fmla="*/ 5904331 h 5904331"/>
              <a:gd name="connsiteX4" fmla="*/ 4481338 w 6230159"/>
              <a:gd name="connsiteY4" fmla="*/ 4147888 h 5904331"/>
              <a:gd name="connsiteX5" fmla="*/ 4391670 w 6230159"/>
              <a:gd name="connsiteY5" fmla="*/ 3968895 h 5904331"/>
              <a:gd name="connsiteX6" fmla="*/ 194243 w 6230159"/>
              <a:gd name="connsiteY6" fmla="*/ 3968154 h 5904331"/>
              <a:gd name="connsiteX7" fmla="*/ 126914 w 6230159"/>
              <a:gd name="connsiteY7" fmla="*/ 3990835 h 5904331"/>
              <a:gd name="connsiteX8" fmla="*/ 199 w 6230159"/>
              <a:gd name="connsiteY8" fmla="*/ 3114000 h 5904331"/>
              <a:gd name="connsiteX0" fmla="*/ 199 w 6228217"/>
              <a:gd name="connsiteY0" fmla="*/ 3114000 h 5904331"/>
              <a:gd name="connsiteX1" fmla="*/ 3114199 w 6228217"/>
              <a:gd name="connsiteY1" fmla="*/ 0 h 5904331"/>
              <a:gd name="connsiteX2" fmla="*/ 6228199 w 6228217"/>
              <a:gd name="connsiteY2" fmla="*/ 3114000 h 5904331"/>
              <a:gd name="connsiteX3" fmla="*/ 4484967 w 6228217"/>
              <a:gd name="connsiteY3" fmla="*/ 5904331 h 5904331"/>
              <a:gd name="connsiteX4" fmla="*/ 4481338 w 6228217"/>
              <a:gd name="connsiteY4" fmla="*/ 4147888 h 5904331"/>
              <a:gd name="connsiteX5" fmla="*/ 4391670 w 6228217"/>
              <a:gd name="connsiteY5" fmla="*/ 3968895 h 5904331"/>
              <a:gd name="connsiteX6" fmla="*/ 194243 w 6228217"/>
              <a:gd name="connsiteY6" fmla="*/ 3968154 h 5904331"/>
              <a:gd name="connsiteX7" fmla="*/ 126914 w 6228217"/>
              <a:gd name="connsiteY7" fmla="*/ 3990835 h 5904331"/>
              <a:gd name="connsiteX8" fmla="*/ 199 w 6228217"/>
              <a:gd name="connsiteY8" fmla="*/ 3114000 h 5904331"/>
              <a:gd name="connsiteX0" fmla="*/ 199 w 6228217"/>
              <a:gd name="connsiteY0" fmla="*/ 3114000 h 5904331"/>
              <a:gd name="connsiteX1" fmla="*/ 3114199 w 6228217"/>
              <a:gd name="connsiteY1" fmla="*/ 0 h 5904331"/>
              <a:gd name="connsiteX2" fmla="*/ 6228199 w 6228217"/>
              <a:gd name="connsiteY2" fmla="*/ 3114000 h 5904331"/>
              <a:gd name="connsiteX3" fmla="*/ 4484967 w 6228217"/>
              <a:gd name="connsiteY3" fmla="*/ 5904331 h 5904331"/>
              <a:gd name="connsiteX4" fmla="*/ 4481338 w 6228217"/>
              <a:gd name="connsiteY4" fmla="*/ 4147888 h 5904331"/>
              <a:gd name="connsiteX5" fmla="*/ 4391670 w 6228217"/>
              <a:gd name="connsiteY5" fmla="*/ 3968895 h 5904331"/>
              <a:gd name="connsiteX6" fmla="*/ 194243 w 6228217"/>
              <a:gd name="connsiteY6" fmla="*/ 3968154 h 5904331"/>
              <a:gd name="connsiteX7" fmla="*/ 126914 w 6228217"/>
              <a:gd name="connsiteY7" fmla="*/ 3990835 h 5904331"/>
              <a:gd name="connsiteX8" fmla="*/ 199 w 6228217"/>
              <a:gd name="connsiteY8" fmla="*/ 3114000 h 5904331"/>
              <a:gd name="connsiteX0" fmla="*/ 199 w 6228217"/>
              <a:gd name="connsiteY0" fmla="*/ 3114000 h 5904331"/>
              <a:gd name="connsiteX1" fmla="*/ 3114199 w 6228217"/>
              <a:gd name="connsiteY1" fmla="*/ 0 h 5904331"/>
              <a:gd name="connsiteX2" fmla="*/ 6228199 w 6228217"/>
              <a:gd name="connsiteY2" fmla="*/ 3114000 h 5904331"/>
              <a:gd name="connsiteX3" fmla="*/ 4484967 w 6228217"/>
              <a:gd name="connsiteY3" fmla="*/ 5904331 h 5904331"/>
              <a:gd name="connsiteX4" fmla="*/ 4481338 w 6228217"/>
              <a:gd name="connsiteY4" fmla="*/ 4147888 h 5904331"/>
              <a:gd name="connsiteX5" fmla="*/ 4391670 w 6228217"/>
              <a:gd name="connsiteY5" fmla="*/ 3968895 h 5904331"/>
              <a:gd name="connsiteX6" fmla="*/ 194243 w 6228217"/>
              <a:gd name="connsiteY6" fmla="*/ 3968154 h 5904331"/>
              <a:gd name="connsiteX7" fmla="*/ 126914 w 6228217"/>
              <a:gd name="connsiteY7" fmla="*/ 3990835 h 5904331"/>
              <a:gd name="connsiteX8" fmla="*/ 199 w 6228217"/>
              <a:gd name="connsiteY8" fmla="*/ 3114000 h 5904331"/>
              <a:gd name="connsiteX0" fmla="*/ 199 w 6228216"/>
              <a:gd name="connsiteY0" fmla="*/ 3114000 h 5904331"/>
              <a:gd name="connsiteX1" fmla="*/ 3114199 w 6228216"/>
              <a:gd name="connsiteY1" fmla="*/ 0 h 5904331"/>
              <a:gd name="connsiteX2" fmla="*/ 6228199 w 6228216"/>
              <a:gd name="connsiteY2" fmla="*/ 3114000 h 5904331"/>
              <a:gd name="connsiteX3" fmla="*/ 4474456 w 6228216"/>
              <a:gd name="connsiteY3" fmla="*/ 5904331 h 5904331"/>
              <a:gd name="connsiteX4" fmla="*/ 4481338 w 6228216"/>
              <a:gd name="connsiteY4" fmla="*/ 4147888 h 5904331"/>
              <a:gd name="connsiteX5" fmla="*/ 4391670 w 6228216"/>
              <a:gd name="connsiteY5" fmla="*/ 3968895 h 5904331"/>
              <a:gd name="connsiteX6" fmla="*/ 194243 w 6228216"/>
              <a:gd name="connsiteY6" fmla="*/ 3968154 h 5904331"/>
              <a:gd name="connsiteX7" fmla="*/ 126914 w 6228216"/>
              <a:gd name="connsiteY7" fmla="*/ 3990835 h 5904331"/>
              <a:gd name="connsiteX8" fmla="*/ 199 w 6228216"/>
              <a:gd name="connsiteY8" fmla="*/ 3114000 h 5904331"/>
              <a:gd name="connsiteX0" fmla="*/ 199 w 6228216"/>
              <a:gd name="connsiteY0" fmla="*/ 3114000 h 5915833"/>
              <a:gd name="connsiteX1" fmla="*/ 3114199 w 6228216"/>
              <a:gd name="connsiteY1" fmla="*/ 0 h 5915833"/>
              <a:gd name="connsiteX2" fmla="*/ 6228199 w 6228216"/>
              <a:gd name="connsiteY2" fmla="*/ 3114000 h 5915833"/>
              <a:gd name="connsiteX3" fmla="*/ 4480207 w 6228216"/>
              <a:gd name="connsiteY3" fmla="*/ 5915833 h 5915833"/>
              <a:gd name="connsiteX4" fmla="*/ 4481338 w 6228216"/>
              <a:gd name="connsiteY4" fmla="*/ 4147888 h 5915833"/>
              <a:gd name="connsiteX5" fmla="*/ 4391670 w 6228216"/>
              <a:gd name="connsiteY5" fmla="*/ 3968895 h 5915833"/>
              <a:gd name="connsiteX6" fmla="*/ 194243 w 6228216"/>
              <a:gd name="connsiteY6" fmla="*/ 3968154 h 5915833"/>
              <a:gd name="connsiteX7" fmla="*/ 126914 w 6228216"/>
              <a:gd name="connsiteY7" fmla="*/ 3990835 h 5915833"/>
              <a:gd name="connsiteX8" fmla="*/ 199 w 6228216"/>
              <a:gd name="connsiteY8" fmla="*/ 3114000 h 5915833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80207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80207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76649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7"/>
              <a:gd name="connsiteY0" fmla="*/ 3114000 h 5927335"/>
              <a:gd name="connsiteX1" fmla="*/ 3114199 w 6228217"/>
              <a:gd name="connsiteY1" fmla="*/ 0 h 5927335"/>
              <a:gd name="connsiteX2" fmla="*/ 6228199 w 6228217"/>
              <a:gd name="connsiteY2" fmla="*/ 3114000 h 5927335"/>
              <a:gd name="connsiteX3" fmla="*/ 4476649 w 6228217"/>
              <a:gd name="connsiteY3" fmla="*/ 5927335 h 5927335"/>
              <a:gd name="connsiteX4" fmla="*/ 4481338 w 6228217"/>
              <a:gd name="connsiteY4" fmla="*/ 4147888 h 5927335"/>
              <a:gd name="connsiteX5" fmla="*/ 4391670 w 6228217"/>
              <a:gd name="connsiteY5" fmla="*/ 3968895 h 5927335"/>
              <a:gd name="connsiteX6" fmla="*/ 194243 w 6228217"/>
              <a:gd name="connsiteY6" fmla="*/ 3968154 h 5927335"/>
              <a:gd name="connsiteX7" fmla="*/ 126914 w 6228217"/>
              <a:gd name="connsiteY7" fmla="*/ 3990835 h 5927335"/>
              <a:gd name="connsiteX8" fmla="*/ 199 w 6228217"/>
              <a:gd name="connsiteY8" fmla="*/ 3114000 h 5927335"/>
              <a:gd name="connsiteX0" fmla="*/ 199 w 6228217"/>
              <a:gd name="connsiteY0" fmla="*/ 3114000 h 5927335"/>
              <a:gd name="connsiteX1" fmla="*/ 3114199 w 6228217"/>
              <a:gd name="connsiteY1" fmla="*/ 0 h 5927335"/>
              <a:gd name="connsiteX2" fmla="*/ 6228199 w 6228217"/>
              <a:gd name="connsiteY2" fmla="*/ 3114000 h 5927335"/>
              <a:gd name="connsiteX3" fmla="*/ 4494439 w 6228217"/>
              <a:gd name="connsiteY3" fmla="*/ 5927335 h 5927335"/>
              <a:gd name="connsiteX4" fmla="*/ 4481338 w 6228217"/>
              <a:gd name="connsiteY4" fmla="*/ 4147888 h 5927335"/>
              <a:gd name="connsiteX5" fmla="*/ 4391670 w 6228217"/>
              <a:gd name="connsiteY5" fmla="*/ 3968895 h 5927335"/>
              <a:gd name="connsiteX6" fmla="*/ 194243 w 6228217"/>
              <a:gd name="connsiteY6" fmla="*/ 3968154 h 5927335"/>
              <a:gd name="connsiteX7" fmla="*/ 126914 w 6228217"/>
              <a:gd name="connsiteY7" fmla="*/ 3990835 h 5927335"/>
              <a:gd name="connsiteX8" fmla="*/ 199 w 6228217"/>
              <a:gd name="connsiteY8" fmla="*/ 3114000 h 5927335"/>
              <a:gd name="connsiteX0" fmla="*/ 199 w 6228217"/>
              <a:gd name="connsiteY0" fmla="*/ 3114000 h 5927335"/>
              <a:gd name="connsiteX1" fmla="*/ 3114199 w 6228217"/>
              <a:gd name="connsiteY1" fmla="*/ 0 h 5927335"/>
              <a:gd name="connsiteX2" fmla="*/ 6228199 w 6228217"/>
              <a:gd name="connsiteY2" fmla="*/ 3114000 h 5927335"/>
              <a:gd name="connsiteX3" fmla="*/ 4480207 w 6228217"/>
              <a:gd name="connsiteY3" fmla="*/ 5927335 h 5927335"/>
              <a:gd name="connsiteX4" fmla="*/ 4481338 w 6228217"/>
              <a:gd name="connsiteY4" fmla="*/ 4147888 h 5927335"/>
              <a:gd name="connsiteX5" fmla="*/ 4391670 w 6228217"/>
              <a:gd name="connsiteY5" fmla="*/ 3968895 h 5927335"/>
              <a:gd name="connsiteX6" fmla="*/ 194243 w 6228217"/>
              <a:gd name="connsiteY6" fmla="*/ 3968154 h 5927335"/>
              <a:gd name="connsiteX7" fmla="*/ 126914 w 6228217"/>
              <a:gd name="connsiteY7" fmla="*/ 3990835 h 5927335"/>
              <a:gd name="connsiteX8" fmla="*/ 199 w 6228217"/>
              <a:gd name="connsiteY8" fmla="*/ 3114000 h 5927335"/>
              <a:gd name="connsiteX0" fmla="*/ 199 w 6228217"/>
              <a:gd name="connsiteY0" fmla="*/ 3114000 h 5952241"/>
              <a:gd name="connsiteX1" fmla="*/ 3114199 w 6228217"/>
              <a:gd name="connsiteY1" fmla="*/ 0 h 5952241"/>
              <a:gd name="connsiteX2" fmla="*/ 6228199 w 6228217"/>
              <a:gd name="connsiteY2" fmla="*/ 3114000 h 5952241"/>
              <a:gd name="connsiteX3" fmla="*/ 4476649 w 6228217"/>
              <a:gd name="connsiteY3" fmla="*/ 5952241 h 5952241"/>
              <a:gd name="connsiteX4" fmla="*/ 4481338 w 6228217"/>
              <a:gd name="connsiteY4" fmla="*/ 4147888 h 5952241"/>
              <a:gd name="connsiteX5" fmla="*/ 4391670 w 6228217"/>
              <a:gd name="connsiteY5" fmla="*/ 3968895 h 5952241"/>
              <a:gd name="connsiteX6" fmla="*/ 194243 w 6228217"/>
              <a:gd name="connsiteY6" fmla="*/ 3968154 h 5952241"/>
              <a:gd name="connsiteX7" fmla="*/ 126914 w 6228217"/>
              <a:gd name="connsiteY7" fmla="*/ 3990835 h 5952241"/>
              <a:gd name="connsiteX8" fmla="*/ 199 w 6228217"/>
              <a:gd name="connsiteY8" fmla="*/ 3114000 h 5952241"/>
              <a:gd name="connsiteX0" fmla="*/ 199 w 6228216"/>
              <a:gd name="connsiteY0" fmla="*/ 3114000 h 5977146"/>
              <a:gd name="connsiteX1" fmla="*/ 3114199 w 6228216"/>
              <a:gd name="connsiteY1" fmla="*/ 0 h 5977146"/>
              <a:gd name="connsiteX2" fmla="*/ 6228199 w 6228216"/>
              <a:gd name="connsiteY2" fmla="*/ 3114000 h 5977146"/>
              <a:gd name="connsiteX3" fmla="*/ 4469533 w 6228216"/>
              <a:gd name="connsiteY3" fmla="*/ 5977146 h 5977146"/>
              <a:gd name="connsiteX4" fmla="*/ 4481338 w 6228216"/>
              <a:gd name="connsiteY4" fmla="*/ 4147888 h 5977146"/>
              <a:gd name="connsiteX5" fmla="*/ 4391670 w 6228216"/>
              <a:gd name="connsiteY5" fmla="*/ 3968895 h 5977146"/>
              <a:gd name="connsiteX6" fmla="*/ 194243 w 6228216"/>
              <a:gd name="connsiteY6" fmla="*/ 3968154 h 5977146"/>
              <a:gd name="connsiteX7" fmla="*/ 126914 w 6228216"/>
              <a:gd name="connsiteY7" fmla="*/ 3990835 h 5977146"/>
              <a:gd name="connsiteX8" fmla="*/ 199 w 6228216"/>
              <a:gd name="connsiteY8" fmla="*/ 3114000 h 5977146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73091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73091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5"/>
              <a:gd name="connsiteY0" fmla="*/ 3114000 h 5927335"/>
              <a:gd name="connsiteX1" fmla="*/ 3114199 w 6228215"/>
              <a:gd name="connsiteY1" fmla="*/ 0 h 5927335"/>
              <a:gd name="connsiteX2" fmla="*/ 6228199 w 6228215"/>
              <a:gd name="connsiteY2" fmla="*/ 3114000 h 5927335"/>
              <a:gd name="connsiteX3" fmla="*/ 4473091 w 6228215"/>
              <a:gd name="connsiteY3" fmla="*/ 5927335 h 5927335"/>
              <a:gd name="connsiteX4" fmla="*/ 4481338 w 6228215"/>
              <a:gd name="connsiteY4" fmla="*/ 4147888 h 5927335"/>
              <a:gd name="connsiteX5" fmla="*/ 4391670 w 6228215"/>
              <a:gd name="connsiteY5" fmla="*/ 3968895 h 5927335"/>
              <a:gd name="connsiteX6" fmla="*/ 194243 w 6228215"/>
              <a:gd name="connsiteY6" fmla="*/ 3968154 h 5927335"/>
              <a:gd name="connsiteX7" fmla="*/ 126914 w 6228215"/>
              <a:gd name="connsiteY7" fmla="*/ 3990835 h 5927335"/>
              <a:gd name="connsiteX8" fmla="*/ 199 w 6228215"/>
              <a:gd name="connsiteY8" fmla="*/ 3114000 h 5927335"/>
              <a:gd name="connsiteX0" fmla="*/ 199 w 6228216"/>
              <a:gd name="connsiteY0" fmla="*/ 3114000 h 5911748"/>
              <a:gd name="connsiteX1" fmla="*/ 3114199 w 6228216"/>
              <a:gd name="connsiteY1" fmla="*/ 0 h 5911748"/>
              <a:gd name="connsiteX2" fmla="*/ 6228199 w 6228216"/>
              <a:gd name="connsiteY2" fmla="*/ 3114000 h 5911748"/>
              <a:gd name="connsiteX3" fmla="*/ 4483482 w 6228216"/>
              <a:gd name="connsiteY3" fmla="*/ 5911748 h 5911748"/>
              <a:gd name="connsiteX4" fmla="*/ 4481338 w 6228216"/>
              <a:gd name="connsiteY4" fmla="*/ 4147888 h 5911748"/>
              <a:gd name="connsiteX5" fmla="*/ 4391670 w 6228216"/>
              <a:gd name="connsiteY5" fmla="*/ 3968895 h 5911748"/>
              <a:gd name="connsiteX6" fmla="*/ 194243 w 6228216"/>
              <a:gd name="connsiteY6" fmla="*/ 3968154 h 5911748"/>
              <a:gd name="connsiteX7" fmla="*/ 126914 w 6228216"/>
              <a:gd name="connsiteY7" fmla="*/ 3990835 h 5911748"/>
              <a:gd name="connsiteX8" fmla="*/ 199 w 6228216"/>
              <a:gd name="connsiteY8" fmla="*/ 3114000 h 5911748"/>
              <a:gd name="connsiteX0" fmla="*/ 199 w 6228216"/>
              <a:gd name="connsiteY0" fmla="*/ 3114000 h 5896162"/>
              <a:gd name="connsiteX1" fmla="*/ 3114199 w 6228216"/>
              <a:gd name="connsiteY1" fmla="*/ 0 h 5896162"/>
              <a:gd name="connsiteX2" fmla="*/ 6228199 w 6228216"/>
              <a:gd name="connsiteY2" fmla="*/ 3114000 h 5896162"/>
              <a:gd name="connsiteX3" fmla="*/ 4483482 w 6228216"/>
              <a:gd name="connsiteY3" fmla="*/ 5896162 h 5896162"/>
              <a:gd name="connsiteX4" fmla="*/ 4481338 w 6228216"/>
              <a:gd name="connsiteY4" fmla="*/ 4147888 h 5896162"/>
              <a:gd name="connsiteX5" fmla="*/ 4391670 w 6228216"/>
              <a:gd name="connsiteY5" fmla="*/ 3968895 h 5896162"/>
              <a:gd name="connsiteX6" fmla="*/ 194243 w 6228216"/>
              <a:gd name="connsiteY6" fmla="*/ 3968154 h 5896162"/>
              <a:gd name="connsiteX7" fmla="*/ 126914 w 6228216"/>
              <a:gd name="connsiteY7" fmla="*/ 3990835 h 5896162"/>
              <a:gd name="connsiteX8" fmla="*/ 199 w 6228216"/>
              <a:gd name="connsiteY8" fmla="*/ 3114000 h 5896162"/>
              <a:gd name="connsiteX0" fmla="*/ 199 w 6228216"/>
              <a:gd name="connsiteY0" fmla="*/ 3114000 h 5880575"/>
              <a:gd name="connsiteX1" fmla="*/ 3114199 w 6228216"/>
              <a:gd name="connsiteY1" fmla="*/ 0 h 5880575"/>
              <a:gd name="connsiteX2" fmla="*/ 6228199 w 6228216"/>
              <a:gd name="connsiteY2" fmla="*/ 3114000 h 5880575"/>
              <a:gd name="connsiteX3" fmla="*/ 4488677 w 6228216"/>
              <a:gd name="connsiteY3" fmla="*/ 5880575 h 5880575"/>
              <a:gd name="connsiteX4" fmla="*/ 4481338 w 6228216"/>
              <a:gd name="connsiteY4" fmla="*/ 4147888 h 5880575"/>
              <a:gd name="connsiteX5" fmla="*/ 4391670 w 6228216"/>
              <a:gd name="connsiteY5" fmla="*/ 3968895 h 5880575"/>
              <a:gd name="connsiteX6" fmla="*/ 194243 w 6228216"/>
              <a:gd name="connsiteY6" fmla="*/ 3968154 h 5880575"/>
              <a:gd name="connsiteX7" fmla="*/ 126914 w 6228216"/>
              <a:gd name="connsiteY7" fmla="*/ 3990835 h 5880575"/>
              <a:gd name="connsiteX8" fmla="*/ 199 w 6228216"/>
              <a:gd name="connsiteY8" fmla="*/ 3114000 h 5880575"/>
              <a:gd name="connsiteX0" fmla="*/ 199 w 6228216"/>
              <a:gd name="connsiteY0" fmla="*/ 3114000 h 5890966"/>
              <a:gd name="connsiteX1" fmla="*/ 3114199 w 6228216"/>
              <a:gd name="connsiteY1" fmla="*/ 0 h 5890966"/>
              <a:gd name="connsiteX2" fmla="*/ 6228199 w 6228216"/>
              <a:gd name="connsiteY2" fmla="*/ 3114000 h 5890966"/>
              <a:gd name="connsiteX3" fmla="*/ 4483481 w 6228216"/>
              <a:gd name="connsiteY3" fmla="*/ 5890966 h 5890966"/>
              <a:gd name="connsiteX4" fmla="*/ 4481338 w 6228216"/>
              <a:gd name="connsiteY4" fmla="*/ 4147888 h 5890966"/>
              <a:gd name="connsiteX5" fmla="*/ 4391670 w 6228216"/>
              <a:gd name="connsiteY5" fmla="*/ 3968895 h 5890966"/>
              <a:gd name="connsiteX6" fmla="*/ 194243 w 6228216"/>
              <a:gd name="connsiteY6" fmla="*/ 3968154 h 5890966"/>
              <a:gd name="connsiteX7" fmla="*/ 126914 w 6228216"/>
              <a:gd name="connsiteY7" fmla="*/ 3990835 h 5890966"/>
              <a:gd name="connsiteX8" fmla="*/ 199 w 6228216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91678 w 6228224"/>
              <a:gd name="connsiteY5" fmla="*/ 3968895 h 5890966"/>
              <a:gd name="connsiteX6" fmla="*/ 194251 w 6228224"/>
              <a:gd name="connsiteY6" fmla="*/ 3968154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91678 w 6228224"/>
              <a:gd name="connsiteY5" fmla="*/ 3968895 h 5890966"/>
              <a:gd name="connsiteX6" fmla="*/ 199447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199447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199447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199447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13232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13232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27017 w 6228224"/>
              <a:gd name="connsiteY6" fmla="*/ 393818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27017 w 6228224"/>
              <a:gd name="connsiteY6" fmla="*/ 3938182 h 5890966"/>
              <a:gd name="connsiteX7" fmla="*/ 121726 w 6228224"/>
              <a:gd name="connsiteY7" fmla="*/ 3965458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27017 w 6228224"/>
              <a:gd name="connsiteY6" fmla="*/ 3938182 h 5890966"/>
              <a:gd name="connsiteX7" fmla="*/ 121726 w 6228224"/>
              <a:gd name="connsiteY7" fmla="*/ 3965458 h 5890966"/>
              <a:gd name="connsiteX8" fmla="*/ 207 w 6228224"/>
              <a:gd name="connsiteY8" fmla="*/ 3114000 h 5890966"/>
              <a:gd name="connsiteX0" fmla="*/ 214 w 6228231"/>
              <a:gd name="connsiteY0" fmla="*/ 3114000 h 5890966"/>
              <a:gd name="connsiteX1" fmla="*/ 3114214 w 6228231"/>
              <a:gd name="connsiteY1" fmla="*/ 0 h 5890966"/>
              <a:gd name="connsiteX2" fmla="*/ 6228214 w 6228231"/>
              <a:gd name="connsiteY2" fmla="*/ 3114000 h 5890966"/>
              <a:gd name="connsiteX3" fmla="*/ 4483496 w 6228231"/>
              <a:gd name="connsiteY3" fmla="*/ 5890966 h 5890966"/>
              <a:gd name="connsiteX4" fmla="*/ 4481353 w 6228231"/>
              <a:gd name="connsiteY4" fmla="*/ 4147888 h 5890966"/>
              <a:gd name="connsiteX5" fmla="*/ 4370903 w 6228231"/>
              <a:gd name="connsiteY5" fmla="*/ 3953309 h 5890966"/>
              <a:gd name="connsiteX6" fmla="*/ 227024 w 6228231"/>
              <a:gd name="connsiteY6" fmla="*/ 3938182 h 5890966"/>
              <a:gd name="connsiteX7" fmla="*/ 117138 w 6228231"/>
              <a:gd name="connsiteY7" fmla="*/ 3956268 h 5890966"/>
              <a:gd name="connsiteX8" fmla="*/ 214 w 6228231"/>
              <a:gd name="connsiteY8" fmla="*/ 3114000 h 5890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28231" h="5890966">
                <a:moveTo>
                  <a:pt x="214" y="3114000"/>
                </a:moveTo>
                <a:cubicBezTo>
                  <a:pt x="-4330" y="1411998"/>
                  <a:pt x="1394399" y="0"/>
                  <a:pt x="3114214" y="0"/>
                </a:cubicBezTo>
                <a:cubicBezTo>
                  <a:pt x="4834029" y="0"/>
                  <a:pt x="6228009" y="1324528"/>
                  <a:pt x="6228214" y="3114000"/>
                </a:cubicBezTo>
                <a:cubicBezTo>
                  <a:pt x="6232591" y="4448745"/>
                  <a:pt x="5391347" y="5466913"/>
                  <a:pt x="4483496" y="5890966"/>
                </a:cubicBezTo>
                <a:cubicBezTo>
                  <a:pt x="4470286" y="5884723"/>
                  <a:pt x="4490830" y="4173263"/>
                  <a:pt x="4481353" y="4147888"/>
                </a:cubicBezTo>
                <a:cubicBezTo>
                  <a:pt x="4476337" y="4153536"/>
                  <a:pt x="4500847" y="3989338"/>
                  <a:pt x="4370903" y="3953309"/>
                </a:cubicBezTo>
                <a:lnTo>
                  <a:pt x="227024" y="3938182"/>
                </a:lnTo>
                <a:cubicBezTo>
                  <a:pt x="229896" y="3935584"/>
                  <a:pt x="121453" y="3950046"/>
                  <a:pt x="117138" y="3956268"/>
                </a:cubicBezTo>
                <a:cubicBezTo>
                  <a:pt x="115621" y="3943562"/>
                  <a:pt x="-5779" y="3527224"/>
                  <a:pt x="214" y="3114000"/>
                </a:cubicBezTo>
                <a:close/>
              </a:path>
            </a:pathLst>
          </a:custGeom>
        </p:spPr>
        <p:txBody>
          <a:bodyPr/>
          <a:lstStyle>
            <a:lvl1pPr algn="ctr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5" name="Espaço Reservado para Texto 44">
            <a:extLst>
              <a:ext uri="{FF2B5EF4-FFF2-40B4-BE49-F238E27FC236}">
                <a16:creationId xmlns:a16="http://schemas.microsoft.com/office/drawing/2014/main" id="{06E30179-074A-9B58-6298-46634017239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238366" y="1329766"/>
            <a:ext cx="3385184" cy="1534684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defRPr lang="pt-BR" sz="1200" b="0" i="0" u="none" strike="noStrike" kern="1200" cap="none" dirty="0" smtClean="0">
                <a:solidFill>
                  <a:schemeClr val="bg1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Freeform: Shape 24">
            <a:extLst>
              <a:ext uri="{FF2B5EF4-FFF2-40B4-BE49-F238E27FC236}">
                <a16:creationId xmlns:a16="http://schemas.microsoft.com/office/drawing/2014/main" id="{FD415740-21AF-903C-1A5A-37F7E5CC6A3C}"/>
              </a:ext>
            </a:extLst>
          </p:cNvPr>
          <p:cNvSpPr/>
          <p:nvPr userDrawn="1"/>
        </p:nvSpPr>
        <p:spPr>
          <a:xfrm>
            <a:off x="2" y="3886414"/>
            <a:ext cx="2848573" cy="2965721"/>
          </a:xfrm>
          <a:custGeom>
            <a:avLst/>
            <a:gdLst>
              <a:gd name="connsiteX0" fmla="*/ 1162912 w 2848573"/>
              <a:gd name="connsiteY0" fmla="*/ 0 h 2965721"/>
              <a:gd name="connsiteX1" fmla="*/ 2848573 w 2848573"/>
              <a:gd name="connsiteY1" fmla="*/ 1685661 h 2965721"/>
              <a:gd name="connsiteX2" fmla="*/ 2354855 w 2848573"/>
              <a:gd name="connsiteY2" fmla="*/ 2877604 h 2965721"/>
              <a:gd name="connsiteX3" fmla="*/ 2257901 w 2848573"/>
              <a:gd name="connsiteY3" fmla="*/ 2965721 h 2965721"/>
              <a:gd name="connsiteX4" fmla="*/ 67924 w 2848573"/>
              <a:gd name="connsiteY4" fmla="*/ 2965721 h 2965721"/>
              <a:gd name="connsiteX5" fmla="*/ 0 w 2848573"/>
              <a:gd name="connsiteY5" fmla="*/ 2903988 h 2965721"/>
              <a:gd name="connsiteX6" fmla="*/ 0 w 2848573"/>
              <a:gd name="connsiteY6" fmla="*/ 467334 h 2965721"/>
              <a:gd name="connsiteX7" fmla="*/ 90675 w 2848573"/>
              <a:gd name="connsiteY7" fmla="*/ 384923 h 2965721"/>
              <a:gd name="connsiteX8" fmla="*/ 1162912 w 2848573"/>
              <a:gd name="connsiteY8" fmla="*/ 0 h 2965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48573" h="2965721">
                <a:moveTo>
                  <a:pt x="1162912" y="0"/>
                </a:moveTo>
                <a:cubicBezTo>
                  <a:pt x="2093877" y="0"/>
                  <a:pt x="2848573" y="754696"/>
                  <a:pt x="2848573" y="1685661"/>
                </a:cubicBezTo>
                <a:cubicBezTo>
                  <a:pt x="2848573" y="2151144"/>
                  <a:pt x="2659899" y="2572559"/>
                  <a:pt x="2354855" y="2877604"/>
                </a:cubicBezTo>
                <a:lnTo>
                  <a:pt x="2257901" y="2965721"/>
                </a:lnTo>
                <a:lnTo>
                  <a:pt x="67924" y="2965721"/>
                </a:lnTo>
                <a:lnTo>
                  <a:pt x="0" y="2903988"/>
                </a:lnTo>
                <a:lnTo>
                  <a:pt x="0" y="467334"/>
                </a:lnTo>
                <a:lnTo>
                  <a:pt x="90675" y="384923"/>
                </a:lnTo>
                <a:cubicBezTo>
                  <a:pt x="382057" y="144454"/>
                  <a:pt x="755615" y="0"/>
                  <a:pt x="1162912" y="0"/>
                </a:cubicBez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28" name="Espaço Reservado para Imagem 27">
            <a:extLst>
              <a:ext uri="{FF2B5EF4-FFF2-40B4-BE49-F238E27FC236}">
                <a16:creationId xmlns:a16="http://schemas.microsoft.com/office/drawing/2014/main" id="{548B2331-2676-10C2-7E01-D10F6FB4AAA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481687" y="995363"/>
            <a:ext cx="793750" cy="793750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pt-BR"/>
              <a:t>Ícone</a:t>
            </a:r>
          </a:p>
        </p:txBody>
      </p:sp>
      <p:sp>
        <p:nvSpPr>
          <p:cNvPr id="38" name="Título">
            <a:extLst>
              <a:ext uri="{FF2B5EF4-FFF2-40B4-BE49-F238E27FC236}">
                <a16:creationId xmlns:a16="http://schemas.microsoft.com/office/drawing/2014/main" id="{ADB15B2B-2001-9E64-8B66-5FAC0E2E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3244" y="989034"/>
            <a:ext cx="4158456" cy="1281113"/>
          </a:xfrm>
        </p:spPr>
        <p:txBody>
          <a:bodyPr>
            <a:noAutofit/>
          </a:bodyPr>
          <a:lstStyle>
            <a:lvl1pPr marR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3600" b="1" i="0" u="none" strike="noStrike" cap="none" spc="-100" dirty="0">
                <a:solidFill>
                  <a:schemeClr val="accent1"/>
                </a:solidFill>
                <a:latin typeface="+mj-lt"/>
                <a:ea typeface="Arial"/>
                <a:cs typeface="Arial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0" name="Espaço Reservado para Texto 39">
            <a:extLst>
              <a:ext uri="{FF2B5EF4-FFF2-40B4-BE49-F238E27FC236}">
                <a16:creationId xmlns:a16="http://schemas.microsoft.com/office/drawing/2014/main" id="{A1760A25-CD4E-1960-08EE-258535BF939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823244" y="644956"/>
            <a:ext cx="4180096" cy="323211"/>
          </a:xfrm>
        </p:spPr>
        <p:txBody>
          <a:bodyPr lIns="126000">
            <a:noAutofit/>
          </a:bodyPr>
          <a:lstStyle>
            <a:lvl1pPr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Rectangle: Rounded Corners 9">
            <a:extLst>
              <a:ext uri="{FF2B5EF4-FFF2-40B4-BE49-F238E27FC236}">
                <a16:creationId xmlns:a16="http://schemas.microsoft.com/office/drawing/2014/main" id="{19FBD3DF-538E-7884-58FD-04DC57DB7E80}"/>
              </a:ext>
            </a:extLst>
          </p:cNvPr>
          <p:cNvSpPr/>
          <p:nvPr userDrawn="1"/>
        </p:nvSpPr>
        <p:spPr>
          <a:xfrm>
            <a:off x="1568450" y="3571620"/>
            <a:ext cx="4434893" cy="2405063"/>
          </a:xfrm>
          <a:prstGeom prst="roundRect">
            <a:avLst>
              <a:gd name="adj" fmla="val 6259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9" name="Rectangle: Rounded Corners 10">
            <a:extLst>
              <a:ext uri="{FF2B5EF4-FFF2-40B4-BE49-F238E27FC236}">
                <a16:creationId xmlns:a16="http://schemas.microsoft.com/office/drawing/2014/main" id="{AE95629A-85FB-D0D9-6F6F-A142203545A5}"/>
              </a:ext>
            </a:extLst>
          </p:cNvPr>
          <p:cNvSpPr/>
          <p:nvPr userDrawn="1"/>
        </p:nvSpPr>
        <p:spPr>
          <a:xfrm>
            <a:off x="6222183" y="3545643"/>
            <a:ext cx="4435200" cy="2431040"/>
          </a:xfrm>
          <a:custGeom>
            <a:avLst/>
            <a:gdLst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284667 w 4435200"/>
              <a:gd name="connsiteY2" fmla="*/ 0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279472 w 4435200"/>
              <a:gd name="connsiteY2" fmla="*/ 0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253494 w 4435200"/>
              <a:gd name="connsiteY2" fmla="*/ 10391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295058 w 4435200"/>
              <a:gd name="connsiteY2" fmla="*/ 5195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315839 w 4435200"/>
              <a:gd name="connsiteY2" fmla="*/ 5195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5729 h 2410259"/>
              <a:gd name="connsiteX1" fmla="*/ 150533 w 4435200"/>
              <a:gd name="connsiteY1" fmla="*/ 0 h 2410259"/>
              <a:gd name="connsiteX2" fmla="*/ 4315839 w 4435200"/>
              <a:gd name="connsiteY2" fmla="*/ 10391 h 2410259"/>
              <a:gd name="connsiteX3" fmla="*/ 4435200 w 4435200"/>
              <a:gd name="connsiteY3" fmla="*/ 155729 h 2410259"/>
              <a:gd name="connsiteX4" fmla="*/ 4435200 w 4435200"/>
              <a:gd name="connsiteY4" fmla="*/ 2259726 h 2410259"/>
              <a:gd name="connsiteX5" fmla="*/ 4284667 w 4435200"/>
              <a:gd name="connsiteY5" fmla="*/ 2410259 h 2410259"/>
              <a:gd name="connsiteX6" fmla="*/ 150533 w 4435200"/>
              <a:gd name="connsiteY6" fmla="*/ 2410259 h 2410259"/>
              <a:gd name="connsiteX7" fmla="*/ 0 w 4435200"/>
              <a:gd name="connsiteY7" fmla="*/ 2259726 h 2410259"/>
              <a:gd name="connsiteX8" fmla="*/ 0 w 4435200"/>
              <a:gd name="connsiteY8" fmla="*/ 155729 h 2410259"/>
              <a:gd name="connsiteX0" fmla="*/ 0 w 4435200"/>
              <a:gd name="connsiteY0" fmla="*/ 155729 h 2410259"/>
              <a:gd name="connsiteX1" fmla="*/ 150533 w 4435200"/>
              <a:gd name="connsiteY1" fmla="*/ 0 h 2410259"/>
              <a:gd name="connsiteX2" fmla="*/ 4315839 w 4435200"/>
              <a:gd name="connsiteY2" fmla="*/ 5196 h 2410259"/>
              <a:gd name="connsiteX3" fmla="*/ 4435200 w 4435200"/>
              <a:gd name="connsiteY3" fmla="*/ 155729 h 2410259"/>
              <a:gd name="connsiteX4" fmla="*/ 4435200 w 4435200"/>
              <a:gd name="connsiteY4" fmla="*/ 2259726 h 2410259"/>
              <a:gd name="connsiteX5" fmla="*/ 4284667 w 4435200"/>
              <a:gd name="connsiteY5" fmla="*/ 2410259 h 2410259"/>
              <a:gd name="connsiteX6" fmla="*/ 150533 w 4435200"/>
              <a:gd name="connsiteY6" fmla="*/ 2410259 h 2410259"/>
              <a:gd name="connsiteX7" fmla="*/ 0 w 4435200"/>
              <a:gd name="connsiteY7" fmla="*/ 2259726 h 2410259"/>
              <a:gd name="connsiteX8" fmla="*/ 0 w 4435200"/>
              <a:gd name="connsiteY8" fmla="*/ 155729 h 2410259"/>
              <a:gd name="connsiteX0" fmla="*/ 0 w 4435200"/>
              <a:gd name="connsiteY0" fmla="*/ 160924 h 2415454"/>
              <a:gd name="connsiteX1" fmla="*/ 150533 w 4435200"/>
              <a:gd name="connsiteY1" fmla="*/ 5195 h 2415454"/>
              <a:gd name="connsiteX2" fmla="*/ 4321035 w 4435200"/>
              <a:gd name="connsiteY2" fmla="*/ 0 h 2415454"/>
              <a:gd name="connsiteX3" fmla="*/ 4435200 w 4435200"/>
              <a:gd name="connsiteY3" fmla="*/ 160924 h 2415454"/>
              <a:gd name="connsiteX4" fmla="*/ 4435200 w 4435200"/>
              <a:gd name="connsiteY4" fmla="*/ 2264921 h 2415454"/>
              <a:gd name="connsiteX5" fmla="*/ 4284667 w 4435200"/>
              <a:gd name="connsiteY5" fmla="*/ 2415454 h 2415454"/>
              <a:gd name="connsiteX6" fmla="*/ 150533 w 4435200"/>
              <a:gd name="connsiteY6" fmla="*/ 2415454 h 2415454"/>
              <a:gd name="connsiteX7" fmla="*/ 0 w 4435200"/>
              <a:gd name="connsiteY7" fmla="*/ 2264921 h 2415454"/>
              <a:gd name="connsiteX8" fmla="*/ 0 w 4435200"/>
              <a:gd name="connsiteY8" fmla="*/ 160924 h 2415454"/>
              <a:gd name="connsiteX0" fmla="*/ 0 w 4435200"/>
              <a:gd name="connsiteY0" fmla="*/ 176510 h 2431040"/>
              <a:gd name="connsiteX1" fmla="*/ 155729 w 4435200"/>
              <a:gd name="connsiteY1" fmla="*/ 0 h 2431040"/>
              <a:gd name="connsiteX2" fmla="*/ 4321035 w 4435200"/>
              <a:gd name="connsiteY2" fmla="*/ 15586 h 2431040"/>
              <a:gd name="connsiteX3" fmla="*/ 4435200 w 4435200"/>
              <a:gd name="connsiteY3" fmla="*/ 176510 h 2431040"/>
              <a:gd name="connsiteX4" fmla="*/ 4435200 w 4435200"/>
              <a:gd name="connsiteY4" fmla="*/ 2280507 h 2431040"/>
              <a:gd name="connsiteX5" fmla="*/ 4284667 w 4435200"/>
              <a:gd name="connsiteY5" fmla="*/ 2431040 h 2431040"/>
              <a:gd name="connsiteX6" fmla="*/ 150533 w 4435200"/>
              <a:gd name="connsiteY6" fmla="*/ 2431040 h 2431040"/>
              <a:gd name="connsiteX7" fmla="*/ 0 w 4435200"/>
              <a:gd name="connsiteY7" fmla="*/ 2280507 h 2431040"/>
              <a:gd name="connsiteX8" fmla="*/ 0 w 4435200"/>
              <a:gd name="connsiteY8" fmla="*/ 176510 h 2431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35200" h="2431040">
                <a:moveTo>
                  <a:pt x="0" y="176510"/>
                </a:moveTo>
                <a:cubicBezTo>
                  <a:pt x="0" y="93373"/>
                  <a:pt x="72592" y="0"/>
                  <a:pt x="155729" y="0"/>
                </a:cubicBezTo>
                <a:lnTo>
                  <a:pt x="4321035" y="15586"/>
                </a:lnTo>
                <a:cubicBezTo>
                  <a:pt x="4404172" y="15586"/>
                  <a:pt x="4435200" y="93373"/>
                  <a:pt x="4435200" y="176510"/>
                </a:cubicBezTo>
                <a:lnTo>
                  <a:pt x="4435200" y="2280507"/>
                </a:lnTo>
                <a:cubicBezTo>
                  <a:pt x="4435200" y="2363644"/>
                  <a:pt x="4367804" y="2431040"/>
                  <a:pt x="4284667" y="2431040"/>
                </a:cubicBezTo>
                <a:lnTo>
                  <a:pt x="150533" y="2431040"/>
                </a:lnTo>
                <a:cubicBezTo>
                  <a:pt x="67396" y="2431040"/>
                  <a:pt x="0" y="2363644"/>
                  <a:pt x="0" y="2280507"/>
                </a:cubicBezTo>
                <a:lnTo>
                  <a:pt x="0" y="1765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25" name="Espaço Reservado para Texto 24">
            <a:extLst>
              <a:ext uri="{FF2B5EF4-FFF2-40B4-BE49-F238E27FC236}">
                <a16:creationId xmlns:a16="http://schemas.microsoft.com/office/drawing/2014/main" id="{F23AF8C6-F807-A43D-E470-FC73BC02AD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2698751"/>
            <a:ext cx="1949844" cy="1052513"/>
          </a:xfrm>
        </p:spPr>
        <p:txBody>
          <a:bodyPr lIns="0">
            <a:no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6000" b="1" i="0" u="none" strike="noStrike" cap="none" dirty="0">
                <a:solidFill>
                  <a:srgbClr val="DAD8D8"/>
                </a:solidFill>
                <a:latin typeface="+mj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30" name="Espaço Reservado para Texto 29">
            <a:extLst>
              <a:ext uri="{FF2B5EF4-FFF2-40B4-BE49-F238E27FC236}">
                <a16:creationId xmlns:a16="http://schemas.microsoft.com/office/drawing/2014/main" id="{9D491E22-92EA-618D-BAF8-776849CE7C7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11338" y="3911570"/>
            <a:ext cx="3516312" cy="312738"/>
          </a:xfrm>
        </p:spPr>
        <p:txBody>
          <a:bodyPr>
            <a:normAutofit/>
          </a:bodyPr>
          <a:lstStyle>
            <a:lvl1pPr marR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400" b="1" i="0" u="none" strike="noStrike" cap="none" dirty="0" smtClean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Espaço Reservado para Texto 29">
            <a:extLst>
              <a:ext uri="{FF2B5EF4-FFF2-40B4-BE49-F238E27FC236}">
                <a16:creationId xmlns:a16="http://schemas.microsoft.com/office/drawing/2014/main" id="{BDD87BC4-5DA3-8DE4-6EB4-09DF200DC5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32764" y="3911570"/>
            <a:ext cx="3516312" cy="312738"/>
          </a:xfrm>
        </p:spPr>
        <p:txBody>
          <a:bodyPr>
            <a:normAutofit/>
          </a:bodyPr>
          <a:lstStyle>
            <a:lvl1pPr marR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400" b="1" i="0" u="none" strike="noStrike" cap="none" dirty="0" smtClean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3" name="Espaço Reservado para Texto 32">
            <a:extLst>
              <a:ext uri="{FF2B5EF4-FFF2-40B4-BE49-F238E27FC236}">
                <a16:creationId xmlns:a16="http://schemas.microsoft.com/office/drawing/2014/main" id="{5B90BA16-3647-7EE4-E8E7-A0663719D6B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23244" y="4284878"/>
            <a:ext cx="3516312" cy="1370013"/>
          </a:xfrm>
        </p:spPr>
        <p:txBody>
          <a:bodyPr>
            <a:norm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4" name="Espaço Reservado para Texto 32">
            <a:extLst>
              <a:ext uri="{FF2B5EF4-FFF2-40B4-BE49-F238E27FC236}">
                <a16:creationId xmlns:a16="http://schemas.microsoft.com/office/drawing/2014/main" id="{20BD869A-4B19-32B8-B2D1-E173FCFC996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32315" y="4284878"/>
            <a:ext cx="3516312" cy="1370013"/>
          </a:xfrm>
        </p:spPr>
        <p:txBody>
          <a:bodyPr>
            <a:norm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6" name="Espaço Reservado para Imagem 35">
            <a:extLst>
              <a:ext uri="{FF2B5EF4-FFF2-40B4-BE49-F238E27FC236}">
                <a16:creationId xmlns:a16="http://schemas.microsoft.com/office/drawing/2014/main" id="{BDB52A58-E55C-9C98-C52A-346308CB97D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397500" y="3803683"/>
            <a:ext cx="481013" cy="479425"/>
          </a:xfrm>
        </p:spPr>
        <p:txBody>
          <a:bodyPr>
            <a:normAutofit/>
          </a:bodyPr>
          <a:lstStyle>
            <a:lvl1pPr algn="ctr">
              <a:defRPr sz="800"/>
            </a:lvl1pPr>
          </a:lstStyle>
          <a:p>
            <a:r>
              <a:rPr lang="pt-BR"/>
              <a:t>Ícone</a:t>
            </a:r>
          </a:p>
        </p:txBody>
      </p:sp>
      <p:sp>
        <p:nvSpPr>
          <p:cNvPr id="37" name="Espaço Reservado para Imagem 35">
            <a:extLst>
              <a:ext uri="{FF2B5EF4-FFF2-40B4-BE49-F238E27FC236}">
                <a16:creationId xmlns:a16="http://schemas.microsoft.com/office/drawing/2014/main" id="{C1628873-D7CE-181B-53FE-C45F4CA950A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957144" y="3803683"/>
            <a:ext cx="481013" cy="479425"/>
          </a:xfrm>
        </p:spPr>
        <p:txBody>
          <a:bodyPr>
            <a:normAutofit/>
          </a:bodyPr>
          <a:lstStyle>
            <a:lvl1pPr algn="ctr">
              <a:defRPr sz="800"/>
            </a:lvl1pPr>
          </a:lstStyle>
          <a:p>
            <a:r>
              <a:rPr lang="pt-BR"/>
              <a:t>Ícone</a:t>
            </a:r>
          </a:p>
        </p:txBody>
      </p:sp>
      <p:sp>
        <p:nvSpPr>
          <p:cNvPr id="26" name="Espaço Reservado para Texto 24">
            <a:extLst>
              <a:ext uri="{FF2B5EF4-FFF2-40B4-BE49-F238E27FC236}">
                <a16:creationId xmlns:a16="http://schemas.microsoft.com/office/drawing/2014/main" id="{78C5B9BC-23BA-9D40-0EFB-FD4839B9D6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23289" y="2698751"/>
            <a:ext cx="1971675" cy="1052513"/>
          </a:xfrm>
        </p:spPr>
        <p:txBody>
          <a:bodyPr lIns="0">
            <a:no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6000" b="1" i="0" u="none" strike="noStrike" cap="none" dirty="0">
                <a:solidFill>
                  <a:srgbClr val="DAD8D8"/>
                </a:solidFill>
                <a:latin typeface="+mj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195C0EA-8668-632B-6E8C-C7C8464EF94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824038" y="2090738"/>
            <a:ext cx="4157662" cy="727075"/>
          </a:xfrm>
        </p:spPr>
        <p:txBody>
          <a:bodyPr>
            <a:norm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61052738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25" y="602332"/>
            <a:ext cx="6832600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0" y="865524"/>
            <a:ext cx="6832600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0" y="2090738"/>
            <a:ext cx="683260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A8EC6370-4927-C92F-ACF0-D1E7FF52C1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31040" y="-591489"/>
            <a:ext cx="8040978" cy="804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93773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25" y="602332"/>
            <a:ext cx="6832600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0" y="865524"/>
            <a:ext cx="6832600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0" y="2090738"/>
            <a:ext cx="683260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A8EC6370-4927-C92F-ACF0-D1E7FF52C1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31040" y="-591489"/>
            <a:ext cx="8040978" cy="804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268568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2C50B055-D4D1-8B28-58F6-A4E7EE06C736}"/>
              </a:ext>
            </a:extLst>
          </p:cNvPr>
          <p:cNvSpPr/>
          <p:nvPr userDrawn="1"/>
        </p:nvSpPr>
        <p:spPr>
          <a:xfrm>
            <a:off x="9740900" y="4254388"/>
            <a:ext cx="3476175" cy="3476175"/>
          </a:xfrm>
          <a:prstGeom prst="ellipse">
            <a:avLst/>
          </a:prstGeom>
          <a:solidFill>
            <a:srgbClr val="F3AB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25" y="602332"/>
            <a:ext cx="6832600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0" y="865524"/>
            <a:ext cx="6832600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0" y="2090738"/>
            <a:ext cx="683260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A8EC6370-4927-C92F-ACF0-D1E7FF52C1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31040" y="-591489"/>
            <a:ext cx="8040978" cy="804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217913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2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2C50B055-D4D1-8B28-58F6-A4E7EE06C736}"/>
              </a:ext>
            </a:extLst>
          </p:cNvPr>
          <p:cNvSpPr/>
          <p:nvPr userDrawn="1"/>
        </p:nvSpPr>
        <p:spPr>
          <a:xfrm>
            <a:off x="9740900" y="4254388"/>
            <a:ext cx="3476175" cy="3476175"/>
          </a:xfrm>
          <a:prstGeom prst="ellipse">
            <a:avLst/>
          </a:prstGeom>
          <a:solidFill>
            <a:srgbClr val="F3AB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25" y="602332"/>
            <a:ext cx="6832600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0" y="865524"/>
            <a:ext cx="6832600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0" y="2090738"/>
            <a:ext cx="683260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A8EC6370-4927-C92F-ACF0-D1E7FF52C1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31040" y="-591489"/>
            <a:ext cx="8040978" cy="804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099819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25" y="602332"/>
            <a:ext cx="6832600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0" y="865524"/>
            <a:ext cx="6832600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0" y="2090738"/>
            <a:ext cx="683260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35E7C3AD-E15C-80F2-4FED-5155F41E38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092580" y="650458"/>
            <a:ext cx="4716432" cy="5541795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4EBD6769-77D4-163B-AC96-F0F1CB1F70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972" y="-1239748"/>
            <a:ext cx="2726056" cy="2726056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D64BC587-E1BC-D84B-13E1-280D52F92B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0864" y="6346864"/>
            <a:ext cx="1022272" cy="102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605901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3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25" y="602332"/>
            <a:ext cx="6832600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0" y="865524"/>
            <a:ext cx="6832600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0" y="2090738"/>
            <a:ext cx="683260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35E7C3AD-E15C-80F2-4FED-5155F41E38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092580" y="650458"/>
            <a:ext cx="4716432" cy="5541795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4EBD6769-77D4-163B-AC96-F0F1CB1F70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972" y="-1239748"/>
            <a:ext cx="2726056" cy="2726056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D64BC587-E1BC-D84B-13E1-280D52F92B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0864" y="6346864"/>
            <a:ext cx="1022272" cy="102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651207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a 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1338" y="602332"/>
            <a:ext cx="5919787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213" y="865524"/>
            <a:ext cx="5919787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35E7C3AD-E15C-80F2-4FED-5155F41E38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26167" y="650458"/>
            <a:ext cx="4716432" cy="5541795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4EBD6769-77D4-163B-AC96-F0F1CB1F70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972" y="-1239748"/>
            <a:ext cx="2726056" cy="2726056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D64BC587-E1BC-D84B-13E1-280D52F92B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0864" y="6346864"/>
            <a:ext cx="1022272" cy="1022272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842E5A5A-7704-2F48-8702-A3E6101A002E}"/>
              </a:ext>
            </a:extLst>
          </p:cNvPr>
          <p:cNvSpPr/>
          <p:nvPr userDrawn="1"/>
        </p:nvSpPr>
        <p:spPr>
          <a:xfrm>
            <a:off x="1828046" y="2954787"/>
            <a:ext cx="2952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spaço Reservado para Texto 3">
            <a:extLst>
              <a:ext uri="{FF2B5EF4-FFF2-40B4-BE49-F238E27FC236}">
                <a16:creationId xmlns:a16="http://schemas.microsoft.com/office/drawing/2014/main" id="{CDF90CEE-BDF2-3D8C-A60C-9E9609E82B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825882" y="1920603"/>
            <a:ext cx="5922962" cy="727075"/>
          </a:xfrm>
        </p:spPr>
        <p:txBody>
          <a:bodyPr>
            <a:norm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99F7F299-B9F4-BC9F-95FF-5ED073B643B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24038" y="3315150"/>
            <a:ext cx="2952000" cy="2901500"/>
          </a:xfrm>
          <a:solidFill>
            <a:srgbClr val="2D3D70">
              <a:alpha val="90000"/>
              <a:tint val="40000"/>
              <a:hueOff val="0"/>
              <a:satOff val="0"/>
              <a:lumOff val="0"/>
              <a:alphaOff val="0"/>
            </a:srgbClr>
          </a:solidFill>
          <a:ln w="12700" cap="flat" cmpd="sng" algn="ctr">
            <a:solidFill>
              <a:srgbClr val="2D3D7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prstDash val="solid"/>
            <a:miter lim="800000"/>
          </a:ln>
          <a:effectLst/>
        </p:spPr>
        <p:txBody>
          <a:bodyPr spcFirstLastPara="0" vert="horz" wrap="square" lIns="180000" tIns="261366" rIns="180000" bIns="392049" numCol="1" spcCol="1270" anchor="t" anchorCtr="0">
            <a:no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/>
              <a:defRPr lang="pt-BR" sz="1300" b="0" i="0" u="none" strike="noStrike" cap="none" dirty="0">
                <a:solidFill>
                  <a:schemeClr val="tx1"/>
                </a:solidFill>
                <a:latin typeface="+mn-lt"/>
                <a:ea typeface="Arial"/>
                <a:cs typeface="Arial"/>
                <a:sym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Espaço Reservado para Texto 5">
            <a:extLst>
              <a:ext uri="{FF2B5EF4-FFF2-40B4-BE49-F238E27FC236}">
                <a16:creationId xmlns:a16="http://schemas.microsoft.com/office/drawing/2014/main" id="{79E14420-1845-E853-61FD-FA2963FDC8F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099050" y="3315150"/>
            <a:ext cx="2952000" cy="2901500"/>
          </a:xfrm>
          <a:solidFill>
            <a:srgbClr val="2D3D70">
              <a:alpha val="90000"/>
              <a:tint val="40000"/>
              <a:hueOff val="0"/>
              <a:satOff val="0"/>
              <a:lumOff val="0"/>
              <a:alphaOff val="0"/>
            </a:srgbClr>
          </a:solidFill>
          <a:ln w="12700" cap="flat" cmpd="sng" algn="ctr">
            <a:solidFill>
              <a:srgbClr val="2D3D7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prstDash val="solid"/>
            <a:miter lim="800000"/>
          </a:ln>
          <a:effectLst/>
        </p:spPr>
        <p:txBody>
          <a:bodyPr spcFirstLastPara="0" vert="horz" wrap="square" lIns="180000" tIns="261366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dirty="0">
                <a:solidFill>
                  <a:schemeClr val="tx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12" name="Espaço Reservado para Texto 5">
            <a:extLst>
              <a:ext uri="{FF2B5EF4-FFF2-40B4-BE49-F238E27FC236}">
                <a16:creationId xmlns:a16="http://schemas.microsoft.com/office/drawing/2014/main" id="{913B9138-B8EB-3199-7F11-1E6E66F0F89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25600" y="3315150"/>
            <a:ext cx="2952000" cy="2901500"/>
          </a:xfrm>
          <a:solidFill>
            <a:srgbClr val="2D3D70">
              <a:alpha val="90000"/>
              <a:tint val="40000"/>
              <a:hueOff val="0"/>
              <a:satOff val="0"/>
              <a:lumOff val="0"/>
              <a:alphaOff val="0"/>
            </a:srgbClr>
          </a:solidFill>
          <a:ln w="12700" cap="flat" cmpd="sng" algn="ctr">
            <a:solidFill>
              <a:srgbClr val="2D3D7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prstDash val="solid"/>
            <a:miter lim="800000"/>
          </a:ln>
          <a:effectLst/>
        </p:spPr>
        <p:txBody>
          <a:bodyPr spcFirstLastPara="0" vert="horz" wrap="square" lIns="180000" tIns="261366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dirty="0">
                <a:solidFill>
                  <a:schemeClr val="tx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13" name="Espaço Reservado para Texto 5">
            <a:extLst>
              <a:ext uri="{FF2B5EF4-FFF2-40B4-BE49-F238E27FC236}">
                <a16:creationId xmlns:a16="http://schemas.microsoft.com/office/drawing/2014/main" id="{B8F1D9A9-B7F4-BE71-F7ED-0A07DA24A98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824038" y="2961188"/>
            <a:ext cx="2952000" cy="353377"/>
          </a:xfrm>
          <a:solidFill>
            <a:schemeClr val="accent1">
              <a:alpha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180000" tIns="180000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spc="-40" baseline="0" dirty="0">
                <a:solidFill>
                  <a:schemeClr val="bg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19" name="Espaço Reservado para Texto 5">
            <a:extLst>
              <a:ext uri="{FF2B5EF4-FFF2-40B4-BE49-F238E27FC236}">
                <a16:creationId xmlns:a16="http://schemas.microsoft.com/office/drawing/2014/main" id="{980425ED-7FEC-0C8E-25E6-739799A4066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099050" y="2961188"/>
            <a:ext cx="2952000" cy="353377"/>
          </a:xfrm>
          <a:solidFill>
            <a:schemeClr val="accent1">
              <a:alpha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180000" tIns="180000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spc="-40" baseline="0" dirty="0">
                <a:solidFill>
                  <a:schemeClr val="bg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20" name="Espaço Reservado para Texto 5">
            <a:extLst>
              <a:ext uri="{FF2B5EF4-FFF2-40B4-BE49-F238E27FC236}">
                <a16:creationId xmlns:a16="http://schemas.microsoft.com/office/drawing/2014/main" id="{C5B6446B-3A90-952C-4B30-11612A5C500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325600" y="2961188"/>
            <a:ext cx="2952000" cy="353377"/>
          </a:xfrm>
          <a:solidFill>
            <a:schemeClr val="accent1">
              <a:alpha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180000" tIns="180000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spc="-40" baseline="0" dirty="0">
                <a:solidFill>
                  <a:schemeClr val="bg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076795880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a destaque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1338" y="602332"/>
            <a:ext cx="5919787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213" y="865524"/>
            <a:ext cx="5919787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35E7C3AD-E15C-80F2-4FED-5155F41E38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26167" y="650458"/>
            <a:ext cx="4716432" cy="5541795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4EBD6769-77D4-163B-AC96-F0F1CB1F70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972" y="-1239748"/>
            <a:ext cx="2726056" cy="2726056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D64BC587-E1BC-D84B-13E1-280D52F92B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0864" y="6346864"/>
            <a:ext cx="1022272" cy="1022272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842E5A5A-7704-2F48-8702-A3E6101A002E}"/>
              </a:ext>
            </a:extLst>
          </p:cNvPr>
          <p:cNvSpPr/>
          <p:nvPr userDrawn="1"/>
        </p:nvSpPr>
        <p:spPr>
          <a:xfrm>
            <a:off x="1828046" y="2954787"/>
            <a:ext cx="2952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spaço Reservado para Texto 3">
            <a:extLst>
              <a:ext uri="{FF2B5EF4-FFF2-40B4-BE49-F238E27FC236}">
                <a16:creationId xmlns:a16="http://schemas.microsoft.com/office/drawing/2014/main" id="{CDF90CEE-BDF2-3D8C-A60C-9E9609E82B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825882" y="1920603"/>
            <a:ext cx="5922962" cy="727075"/>
          </a:xfrm>
        </p:spPr>
        <p:txBody>
          <a:bodyPr>
            <a:norm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99F7F299-B9F4-BC9F-95FF-5ED073B643B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24038" y="3315150"/>
            <a:ext cx="2952000" cy="2901500"/>
          </a:xfrm>
          <a:solidFill>
            <a:srgbClr val="2D3D70">
              <a:alpha val="90000"/>
              <a:tint val="40000"/>
              <a:hueOff val="0"/>
              <a:satOff val="0"/>
              <a:lumOff val="0"/>
              <a:alphaOff val="0"/>
            </a:srgbClr>
          </a:solidFill>
          <a:ln w="12700" cap="flat" cmpd="sng" algn="ctr">
            <a:solidFill>
              <a:srgbClr val="2D3D7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prstDash val="solid"/>
            <a:miter lim="800000"/>
          </a:ln>
          <a:effectLst/>
        </p:spPr>
        <p:txBody>
          <a:bodyPr spcFirstLastPara="0" vert="horz" wrap="square" lIns="180000" tIns="261366" rIns="180000" bIns="392049" numCol="1" spcCol="1270" anchor="t" anchorCtr="0">
            <a:no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/>
              <a:defRPr lang="pt-BR" sz="1300" b="0" i="0" u="none" strike="noStrike" cap="none" dirty="0">
                <a:solidFill>
                  <a:schemeClr val="tx1"/>
                </a:solidFill>
                <a:latin typeface="+mn-lt"/>
                <a:ea typeface="Arial"/>
                <a:cs typeface="Arial"/>
                <a:sym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Espaço Reservado para Texto 5">
            <a:extLst>
              <a:ext uri="{FF2B5EF4-FFF2-40B4-BE49-F238E27FC236}">
                <a16:creationId xmlns:a16="http://schemas.microsoft.com/office/drawing/2014/main" id="{79E14420-1845-E853-61FD-FA2963FDC8F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099050" y="3315150"/>
            <a:ext cx="2952000" cy="2901500"/>
          </a:xfrm>
          <a:solidFill>
            <a:srgbClr val="2D3D70">
              <a:alpha val="90000"/>
              <a:tint val="40000"/>
              <a:hueOff val="0"/>
              <a:satOff val="0"/>
              <a:lumOff val="0"/>
              <a:alphaOff val="0"/>
            </a:srgbClr>
          </a:solidFill>
          <a:ln w="12700" cap="flat" cmpd="sng" algn="ctr">
            <a:solidFill>
              <a:srgbClr val="2D3D7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prstDash val="solid"/>
            <a:miter lim="800000"/>
          </a:ln>
          <a:effectLst/>
        </p:spPr>
        <p:txBody>
          <a:bodyPr spcFirstLastPara="0" vert="horz" wrap="square" lIns="180000" tIns="261366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dirty="0">
                <a:solidFill>
                  <a:schemeClr val="tx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12" name="Espaço Reservado para Texto 5">
            <a:extLst>
              <a:ext uri="{FF2B5EF4-FFF2-40B4-BE49-F238E27FC236}">
                <a16:creationId xmlns:a16="http://schemas.microsoft.com/office/drawing/2014/main" id="{913B9138-B8EB-3199-7F11-1E6E66F0F89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25600" y="3315150"/>
            <a:ext cx="2952000" cy="2901500"/>
          </a:xfrm>
          <a:solidFill>
            <a:srgbClr val="2D3D70">
              <a:alpha val="90000"/>
              <a:tint val="40000"/>
              <a:hueOff val="0"/>
              <a:satOff val="0"/>
              <a:lumOff val="0"/>
              <a:alphaOff val="0"/>
            </a:srgbClr>
          </a:solidFill>
          <a:ln w="12700" cap="flat" cmpd="sng" algn="ctr">
            <a:solidFill>
              <a:srgbClr val="2D3D7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prstDash val="solid"/>
            <a:miter lim="800000"/>
          </a:ln>
          <a:effectLst/>
        </p:spPr>
        <p:txBody>
          <a:bodyPr spcFirstLastPara="0" vert="horz" wrap="square" lIns="180000" tIns="261366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dirty="0">
                <a:solidFill>
                  <a:schemeClr val="tx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13" name="Espaço Reservado para Texto 5">
            <a:extLst>
              <a:ext uri="{FF2B5EF4-FFF2-40B4-BE49-F238E27FC236}">
                <a16:creationId xmlns:a16="http://schemas.microsoft.com/office/drawing/2014/main" id="{B8F1D9A9-B7F4-BE71-F7ED-0A07DA24A98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824038" y="2961188"/>
            <a:ext cx="2952000" cy="353377"/>
          </a:xfrm>
          <a:solidFill>
            <a:schemeClr val="accent1">
              <a:alpha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180000" tIns="180000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spc="-40" baseline="0" dirty="0">
                <a:solidFill>
                  <a:schemeClr val="bg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19" name="Espaço Reservado para Texto 5">
            <a:extLst>
              <a:ext uri="{FF2B5EF4-FFF2-40B4-BE49-F238E27FC236}">
                <a16:creationId xmlns:a16="http://schemas.microsoft.com/office/drawing/2014/main" id="{980425ED-7FEC-0C8E-25E6-739799A4066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099050" y="2961188"/>
            <a:ext cx="2952000" cy="353377"/>
          </a:xfrm>
          <a:solidFill>
            <a:schemeClr val="accent1">
              <a:alpha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180000" tIns="180000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spc="-40" baseline="0" dirty="0">
                <a:solidFill>
                  <a:schemeClr val="bg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20" name="Espaço Reservado para Texto 5">
            <a:extLst>
              <a:ext uri="{FF2B5EF4-FFF2-40B4-BE49-F238E27FC236}">
                <a16:creationId xmlns:a16="http://schemas.microsoft.com/office/drawing/2014/main" id="{C5B6446B-3A90-952C-4B30-11612A5C500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325600" y="2961188"/>
            <a:ext cx="2952000" cy="353377"/>
          </a:xfrm>
          <a:solidFill>
            <a:schemeClr val="accent1">
              <a:alpha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180000" tIns="180000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spc="-40" baseline="0" dirty="0">
                <a:solidFill>
                  <a:schemeClr val="bg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722966100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0300" y="634416"/>
            <a:ext cx="5067325" cy="447675"/>
          </a:xfrm>
        </p:spPr>
        <p:txBody>
          <a:bodyPr lIns="108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929692"/>
            <a:ext cx="5067325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9506" y="2090738"/>
            <a:ext cx="5068094" cy="412591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BD69C575-C0B5-1DAA-55F9-8E736B506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3853" y="1514150"/>
            <a:ext cx="3494354" cy="3494354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68466288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0300" y="634416"/>
            <a:ext cx="5067325" cy="447675"/>
          </a:xfrm>
        </p:spPr>
        <p:txBody>
          <a:bodyPr lIns="108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929692"/>
            <a:ext cx="5067325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9506" y="2090738"/>
            <a:ext cx="5068094" cy="412591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BD69C575-C0B5-1DAA-55F9-8E736B506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3853" y="1514150"/>
            <a:ext cx="3494354" cy="3494354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9010012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, texto e image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5194" y="634416"/>
            <a:ext cx="5067325" cy="447675"/>
          </a:xfrm>
        </p:spPr>
        <p:txBody>
          <a:bodyPr lIns="108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194" y="929692"/>
            <a:ext cx="5067325" cy="447676"/>
          </a:xfrm>
        </p:spPr>
        <p:txBody>
          <a:bodyPr anchor="t">
            <a:noAutofit/>
          </a:bodyPr>
          <a:lstStyle>
            <a:lvl1pPr>
              <a:defRPr sz="32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090738"/>
            <a:ext cx="5068094" cy="412591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BD69C575-C0B5-1DAA-55F9-8E736B50604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37373" y="2652353"/>
            <a:ext cx="3215912" cy="3215912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en-ID" err="1"/>
              <a:t>Imagem</a:t>
            </a:r>
            <a:endParaRPr lang="en-ID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A49AEE0D-5540-3547-BC5A-EEFF6F6E43A8}"/>
              </a:ext>
            </a:extLst>
          </p:cNvPr>
          <p:cNvSpPr/>
          <p:nvPr userDrawn="1"/>
        </p:nvSpPr>
        <p:spPr>
          <a:xfrm>
            <a:off x="6063916" y="1579387"/>
            <a:ext cx="5362826" cy="5362826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637D6D3-823D-5CA1-E4DB-1EBD83A6E131}"/>
              </a:ext>
            </a:extLst>
          </p:cNvPr>
          <p:cNvSpPr/>
          <p:nvPr userDrawn="1"/>
        </p:nvSpPr>
        <p:spPr>
          <a:xfrm>
            <a:off x="7111110" y="786063"/>
            <a:ext cx="1600274" cy="1600274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80B72A2-436E-D9FD-0AF7-648ADA0BB41E}"/>
              </a:ext>
            </a:extLst>
          </p:cNvPr>
          <p:cNvSpPr/>
          <p:nvPr userDrawn="1"/>
        </p:nvSpPr>
        <p:spPr>
          <a:xfrm>
            <a:off x="10338588" y="4967534"/>
            <a:ext cx="1243812" cy="1243812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E9ECFA41-67A9-E4A3-C1EE-58B458E21D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972" y="-1239748"/>
            <a:ext cx="2726056" cy="2726056"/>
          </a:xfrm>
          <a:prstGeom prst="rect">
            <a:avLst/>
          </a:prstGeom>
        </p:spPr>
      </p:pic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78140DF-A908-BA68-B4C7-7132F96883C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28107" y="1003061"/>
            <a:ext cx="1166279" cy="1166279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en-ID" err="1"/>
              <a:t>Imagem</a:t>
            </a:r>
            <a:endParaRPr lang="en-ID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BE0A0048-DD3B-B964-36C4-C7F672FEE75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567923" y="5196870"/>
            <a:ext cx="785141" cy="785141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en-ID" err="1"/>
              <a:t>Imagem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78036782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, texto e imagem 2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5194" y="634416"/>
            <a:ext cx="5067325" cy="447675"/>
          </a:xfrm>
        </p:spPr>
        <p:txBody>
          <a:bodyPr lIns="108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194" y="929692"/>
            <a:ext cx="5067325" cy="447676"/>
          </a:xfrm>
        </p:spPr>
        <p:txBody>
          <a:bodyPr anchor="t">
            <a:noAutofit/>
          </a:bodyPr>
          <a:lstStyle>
            <a:lvl1pPr>
              <a:defRPr sz="32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090738"/>
            <a:ext cx="5068094" cy="412591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BD69C575-C0B5-1DAA-55F9-8E736B50604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37373" y="2652353"/>
            <a:ext cx="3215912" cy="3215912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en-ID" err="1"/>
              <a:t>Imagem</a:t>
            </a:r>
            <a:endParaRPr lang="en-ID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A49AEE0D-5540-3547-BC5A-EEFF6F6E43A8}"/>
              </a:ext>
            </a:extLst>
          </p:cNvPr>
          <p:cNvSpPr/>
          <p:nvPr userDrawn="1"/>
        </p:nvSpPr>
        <p:spPr>
          <a:xfrm>
            <a:off x="6063916" y="1579387"/>
            <a:ext cx="5362826" cy="5362826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637D6D3-823D-5CA1-E4DB-1EBD83A6E131}"/>
              </a:ext>
            </a:extLst>
          </p:cNvPr>
          <p:cNvSpPr/>
          <p:nvPr userDrawn="1"/>
        </p:nvSpPr>
        <p:spPr>
          <a:xfrm>
            <a:off x="7111110" y="786063"/>
            <a:ext cx="1600274" cy="1600274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80B72A2-436E-D9FD-0AF7-648ADA0BB41E}"/>
              </a:ext>
            </a:extLst>
          </p:cNvPr>
          <p:cNvSpPr/>
          <p:nvPr userDrawn="1"/>
        </p:nvSpPr>
        <p:spPr>
          <a:xfrm>
            <a:off x="10338588" y="4967534"/>
            <a:ext cx="1243812" cy="1243812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E9ECFA41-67A9-E4A3-C1EE-58B458E21D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972" y="-1239748"/>
            <a:ext cx="2726056" cy="2726056"/>
          </a:xfrm>
          <a:prstGeom prst="rect">
            <a:avLst/>
          </a:prstGeom>
        </p:spPr>
      </p:pic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78140DF-A908-BA68-B4C7-7132F96883C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28107" y="1003061"/>
            <a:ext cx="1166279" cy="1166279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en-ID" err="1"/>
              <a:t>Imagem</a:t>
            </a:r>
            <a:endParaRPr lang="en-ID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BE0A0048-DD3B-B964-36C4-C7F672FEE75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567923" y="5196870"/>
            <a:ext cx="785141" cy="785141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en-ID" err="1"/>
              <a:t>Imagem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6761192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 #destaque azu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0300" y="1398588"/>
            <a:ext cx="5067325" cy="447676"/>
          </a:xfrm>
        </p:spPr>
        <p:txBody>
          <a:bodyPr anchor="t">
            <a:noAutofit/>
          </a:bodyPr>
          <a:lstStyle>
            <a:lvl1pPr>
              <a:defRPr sz="3000" b="1" spc="-100" baseline="0">
                <a:solidFill>
                  <a:schemeClr val="bg1"/>
                </a:solidFill>
              </a:defRPr>
            </a:lvl1pPr>
          </a:lstStyle>
          <a:p>
            <a:r>
              <a:rPr lang="pt-BR"/>
              <a:t>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9506" y="2090738"/>
            <a:ext cx="5068094" cy="412591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500" b="1" u="none">
                <a:solidFill>
                  <a:schemeClr val="accent2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300">
                <a:solidFill>
                  <a:schemeClr val="bg1"/>
                </a:solidFill>
              </a:defRPr>
            </a:lvl2pPr>
            <a:lvl3pPr marL="792000" indent="-28800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bg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0A5879CF-3A57-F8C5-5DB7-0DDBF0702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38510" y="1335128"/>
            <a:ext cx="1022272" cy="1022272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65263578-CBA1-22C2-E629-7BBA7BA793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888620" y="-1239748"/>
            <a:ext cx="2726056" cy="2726056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139BA4FB-8314-FDEC-15F0-E08569D9D4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09642" y="5660305"/>
            <a:ext cx="681514" cy="681514"/>
          </a:xfrm>
          <a:prstGeom prst="rect">
            <a:avLst/>
          </a:prstGeom>
        </p:spPr>
      </p:pic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BD69C575-C0B5-1DAA-55F9-8E736B506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9568" y="1642454"/>
            <a:ext cx="4061502" cy="4061502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12" name="Espaço Reservado para Imagem 10">
            <a:extLst>
              <a:ext uri="{FF2B5EF4-FFF2-40B4-BE49-F238E27FC236}">
                <a16:creationId xmlns:a16="http://schemas.microsoft.com/office/drawing/2014/main" id="{82EDB949-E31F-851E-8023-22D09B234E0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74745" y="1494631"/>
            <a:ext cx="1190998" cy="1395317"/>
          </a:xfrm>
        </p:spPr>
        <p:txBody>
          <a:bodyPr/>
          <a:lstStyle>
            <a:lvl1pPr>
              <a:defRPr spc="-50" baseline="0"/>
            </a:lvl1pPr>
          </a:lstStyle>
          <a:p>
            <a:r>
              <a:rPr lang="pt-BR"/>
              <a:t>Grafismo</a:t>
            </a:r>
            <a:br>
              <a:rPr lang="pt-BR"/>
            </a:br>
            <a:r>
              <a:rPr lang="pt-BR"/>
              <a:t>(opcional)</a:t>
            </a:r>
          </a:p>
        </p:txBody>
      </p:sp>
    </p:spTree>
    <p:extLst>
      <p:ext uri="{BB962C8B-B14F-4D97-AF65-F5344CB8AC3E}">
        <p14:creationId xmlns:p14="http://schemas.microsoft.com/office/powerpoint/2010/main" val="1296743047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, texto e imagem #destaque vermelh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0300" y="1398588"/>
            <a:ext cx="5067325" cy="447676"/>
          </a:xfrm>
        </p:spPr>
        <p:txBody>
          <a:bodyPr anchor="t">
            <a:noAutofit/>
          </a:bodyPr>
          <a:lstStyle>
            <a:lvl1pPr>
              <a:defRPr sz="3000" b="1" spc="-100" baseline="0">
                <a:solidFill>
                  <a:schemeClr val="bg1"/>
                </a:solidFill>
              </a:defRPr>
            </a:lvl1pPr>
          </a:lstStyle>
          <a:p>
            <a:r>
              <a:rPr lang="pt-BR"/>
              <a:t>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9506" y="2090738"/>
            <a:ext cx="5068094" cy="412591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500" b="1" u="none">
                <a:solidFill>
                  <a:schemeClr val="accent1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300">
                <a:solidFill>
                  <a:schemeClr val="bg1"/>
                </a:solidFill>
              </a:defRPr>
            </a:lvl2pPr>
            <a:lvl3pPr marL="792000" indent="-28800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bg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0A5879CF-3A57-F8C5-5DB7-0DDBF0702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38510" y="1335128"/>
            <a:ext cx="1022272" cy="1022272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65263578-CBA1-22C2-E629-7BBA7BA793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888620" y="-1239748"/>
            <a:ext cx="2726056" cy="2726056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139BA4FB-8314-FDEC-15F0-E08569D9D4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09642" y="5660305"/>
            <a:ext cx="681514" cy="681514"/>
          </a:xfrm>
          <a:prstGeom prst="rect">
            <a:avLst/>
          </a:prstGeom>
        </p:spPr>
      </p:pic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BD69C575-C0B5-1DAA-55F9-8E736B506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9568" y="1642454"/>
            <a:ext cx="4061502" cy="4061502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12" name="Espaço Reservado para Imagem 10">
            <a:extLst>
              <a:ext uri="{FF2B5EF4-FFF2-40B4-BE49-F238E27FC236}">
                <a16:creationId xmlns:a16="http://schemas.microsoft.com/office/drawing/2014/main" id="{82EDB949-E31F-851E-8023-22D09B234E0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74745" y="1494631"/>
            <a:ext cx="1190998" cy="1395317"/>
          </a:xfrm>
        </p:spPr>
        <p:txBody>
          <a:bodyPr/>
          <a:lstStyle>
            <a:lvl1pPr>
              <a:defRPr spc="-50" baseline="0">
                <a:solidFill>
                  <a:schemeClr val="accent1"/>
                </a:solidFill>
              </a:defRPr>
            </a:lvl1pPr>
          </a:lstStyle>
          <a:p>
            <a:r>
              <a:rPr lang="pt-BR"/>
              <a:t>Grafismo</a:t>
            </a:r>
            <a:br>
              <a:rPr lang="pt-BR"/>
            </a:br>
            <a:r>
              <a:rPr lang="pt-BR"/>
              <a:t>(opcional)</a:t>
            </a:r>
          </a:p>
        </p:txBody>
      </p:sp>
    </p:spTree>
    <p:extLst>
      <p:ext uri="{BB962C8B-B14F-4D97-AF65-F5344CB8AC3E}">
        <p14:creationId xmlns:p14="http://schemas.microsoft.com/office/powerpoint/2010/main" val="2824622534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 #destaque azul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6">
            <a:extLst>
              <a:ext uri="{FF2B5EF4-FFF2-40B4-BE49-F238E27FC236}">
                <a16:creationId xmlns:a16="http://schemas.microsoft.com/office/drawing/2014/main" id="{834422CA-98D0-C42F-0C28-8A89C29CEF93}"/>
              </a:ext>
            </a:extLst>
          </p:cNvPr>
          <p:cNvSpPr/>
          <p:nvPr userDrawn="1"/>
        </p:nvSpPr>
        <p:spPr>
          <a:xfrm>
            <a:off x="-279474" y="3770819"/>
            <a:ext cx="2140804" cy="2135020"/>
          </a:xfrm>
          <a:prstGeom prst="ellipse">
            <a:avLst/>
          </a:pr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E1A1E57D-5415-FF9C-C2D4-D14B577592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35006" y="1136650"/>
            <a:ext cx="1712170" cy="1707542"/>
          </a:xfrm>
          <a:prstGeom prst="rect">
            <a:avLst/>
          </a:prstGeom>
        </p:spPr>
      </p:pic>
      <p:sp>
        <p:nvSpPr>
          <p:cNvPr id="5" name="Oval 5">
            <a:extLst>
              <a:ext uri="{FF2B5EF4-FFF2-40B4-BE49-F238E27FC236}">
                <a16:creationId xmlns:a16="http://schemas.microsoft.com/office/drawing/2014/main" id="{A501F69B-8309-1299-025A-632B85EADA6F}"/>
              </a:ext>
            </a:extLst>
          </p:cNvPr>
          <p:cNvSpPr/>
          <p:nvPr userDrawn="1"/>
        </p:nvSpPr>
        <p:spPr>
          <a:xfrm>
            <a:off x="949082" y="1438270"/>
            <a:ext cx="3633370" cy="362354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0300" y="634416"/>
            <a:ext cx="5067325" cy="447675"/>
          </a:xfrm>
        </p:spPr>
        <p:txBody>
          <a:bodyPr lIns="108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929692"/>
            <a:ext cx="5067325" cy="447676"/>
          </a:xfrm>
        </p:spPr>
        <p:txBody>
          <a:bodyPr anchor="t">
            <a:noAutofit/>
          </a:bodyPr>
          <a:lstStyle>
            <a:lvl1pPr>
              <a:defRPr sz="3600" b="1" spc="-100" baseline="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9506" y="2090738"/>
            <a:ext cx="5068094" cy="413284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400">
                <a:solidFill>
                  <a:schemeClr val="bg1"/>
                </a:solidFill>
              </a:defRPr>
            </a:lvl2pPr>
            <a:lvl3pPr marL="792000" indent="-28800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300">
                <a:solidFill>
                  <a:schemeClr val="bg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01BE0EC9-7069-DF75-D503-4A156A6520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3853" y="1505358"/>
            <a:ext cx="3494354" cy="3494354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30088724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 #destaque vermelh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6">
            <a:extLst>
              <a:ext uri="{FF2B5EF4-FFF2-40B4-BE49-F238E27FC236}">
                <a16:creationId xmlns:a16="http://schemas.microsoft.com/office/drawing/2014/main" id="{834422CA-98D0-C42F-0C28-8A89C29CEF93}"/>
              </a:ext>
            </a:extLst>
          </p:cNvPr>
          <p:cNvSpPr/>
          <p:nvPr userDrawn="1"/>
        </p:nvSpPr>
        <p:spPr>
          <a:xfrm>
            <a:off x="-279474" y="3770819"/>
            <a:ext cx="2140804" cy="21350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E1A1E57D-5415-FF9C-C2D4-D14B577592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35006" y="1136650"/>
            <a:ext cx="1712170" cy="1707542"/>
          </a:xfrm>
          <a:prstGeom prst="rect">
            <a:avLst/>
          </a:prstGeom>
        </p:spPr>
      </p:pic>
      <p:sp>
        <p:nvSpPr>
          <p:cNvPr id="5" name="Oval 5">
            <a:extLst>
              <a:ext uri="{FF2B5EF4-FFF2-40B4-BE49-F238E27FC236}">
                <a16:creationId xmlns:a16="http://schemas.microsoft.com/office/drawing/2014/main" id="{A501F69B-8309-1299-025A-632B85EADA6F}"/>
              </a:ext>
            </a:extLst>
          </p:cNvPr>
          <p:cNvSpPr/>
          <p:nvPr userDrawn="1"/>
        </p:nvSpPr>
        <p:spPr>
          <a:xfrm>
            <a:off x="949082" y="1438270"/>
            <a:ext cx="3633370" cy="362354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0300" y="634416"/>
            <a:ext cx="5067325" cy="447675"/>
          </a:xfrm>
        </p:spPr>
        <p:txBody>
          <a:bodyPr lIns="108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929692"/>
            <a:ext cx="5067325" cy="447676"/>
          </a:xfrm>
        </p:spPr>
        <p:txBody>
          <a:bodyPr anchor="t">
            <a:noAutofit/>
          </a:bodyPr>
          <a:lstStyle>
            <a:lvl1pPr>
              <a:defRPr sz="3600" b="1" spc="-100" baseline="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9506" y="2090738"/>
            <a:ext cx="5068094" cy="413284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1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400">
                <a:solidFill>
                  <a:schemeClr val="bg1"/>
                </a:solidFill>
              </a:defRPr>
            </a:lvl2pPr>
            <a:lvl3pPr marL="792000" indent="-28800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300">
                <a:solidFill>
                  <a:schemeClr val="bg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01BE0EC9-7069-DF75-D503-4A156A6520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3853" y="1505358"/>
            <a:ext cx="3494354" cy="3494354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9596334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D7E6FD-C4DA-F588-E77A-C8DBEDF91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39763"/>
            <a:ext cx="3932237" cy="9207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9426D3-4E19-986D-846B-503FE9472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555FC61-4954-E68E-3679-F6B0250BF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60513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878533459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ítulo, texto e conteúdo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D7E6FD-C4DA-F588-E77A-C8DBEDF91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39763"/>
            <a:ext cx="3932237" cy="9207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9426D3-4E19-986D-846B-503FE9472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555FC61-4954-E68E-3679-F6B0250BF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60513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84684985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ítulo, texto e image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E12D4-690A-0F87-A603-8BADEE0A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39763"/>
            <a:ext cx="3932237" cy="9207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A62373F-9A2F-0755-558D-BC41F23DD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D91843-CA13-7080-4F10-850D261F1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60513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578103227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ítulo, texto e imagem 2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E12D4-690A-0F87-A603-8BADEE0A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39763"/>
            <a:ext cx="3932237" cy="9207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A62373F-9A2F-0755-558D-BC41F23DD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D91843-CA13-7080-4F10-850D261F1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60513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569075716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sta com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4D167F6E-49C3-4CB9-A8C1-2EAABDD66D39}"/>
              </a:ext>
            </a:extLst>
          </p:cNvPr>
          <p:cNvSpPr/>
          <p:nvPr userDrawn="1"/>
        </p:nvSpPr>
        <p:spPr>
          <a:xfrm>
            <a:off x="7718655" y="1573844"/>
            <a:ext cx="2444148" cy="2444139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9FEAF88-A94B-4969-BB2B-7F870F6093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8296" y="3549160"/>
            <a:ext cx="2141525" cy="1949669"/>
          </a:xfrm>
          <a:custGeom>
            <a:avLst/>
            <a:gdLst>
              <a:gd name="connsiteX0" fmla="*/ 99160 w 2141525"/>
              <a:gd name="connsiteY0" fmla="*/ 0 h 1949669"/>
              <a:gd name="connsiteX1" fmla="*/ 2042365 w 2141525"/>
              <a:gd name="connsiteY1" fmla="*/ 0 h 1949669"/>
              <a:gd name="connsiteX2" fmla="*/ 2141525 w 2141525"/>
              <a:gd name="connsiteY2" fmla="*/ 99160 h 1949669"/>
              <a:gd name="connsiteX3" fmla="*/ 2141525 w 2141525"/>
              <a:gd name="connsiteY3" fmla="*/ 1850509 h 1949669"/>
              <a:gd name="connsiteX4" fmla="*/ 2042365 w 2141525"/>
              <a:gd name="connsiteY4" fmla="*/ 1949669 h 1949669"/>
              <a:gd name="connsiteX5" fmla="*/ 99160 w 2141525"/>
              <a:gd name="connsiteY5" fmla="*/ 1949669 h 1949669"/>
              <a:gd name="connsiteX6" fmla="*/ 0 w 2141525"/>
              <a:gd name="connsiteY6" fmla="*/ 1850509 h 1949669"/>
              <a:gd name="connsiteX7" fmla="*/ 0 w 2141525"/>
              <a:gd name="connsiteY7" fmla="*/ 99160 h 1949669"/>
              <a:gd name="connsiteX8" fmla="*/ 99160 w 2141525"/>
              <a:gd name="connsiteY8" fmla="*/ 0 h 1949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1525" h="1949669">
                <a:moveTo>
                  <a:pt x="99160" y="0"/>
                </a:moveTo>
                <a:lnTo>
                  <a:pt x="2042365" y="0"/>
                </a:lnTo>
                <a:cubicBezTo>
                  <a:pt x="2097130" y="0"/>
                  <a:pt x="2141525" y="44395"/>
                  <a:pt x="2141525" y="99160"/>
                </a:cubicBezTo>
                <a:lnTo>
                  <a:pt x="2141525" y="1850509"/>
                </a:lnTo>
                <a:cubicBezTo>
                  <a:pt x="2141525" y="1905274"/>
                  <a:pt x="2097130" y="1949669"/>
                  <a:pt x="2042365" y="1949669"/>
                </a:cubicBezTo>
                <a:lnTo>
                  <a:pt x="99160" y="1949669"/>
                </a:lnTo>
                <a:cubicBezTo>
                  <a:pt x="44395" y="1949669"/>
                  <a:pt x="0" y="1905274"/>
                  <a:pt x="0" y="1850509"/>
                </a:cubicBezTo>
                <a:lnTo>
                  <a:pt x="0" y="99160"/>
                </a:lnTo>
                <a:cubicBezTo>
                  <a:pt x="0" y="44395"/>
                  <a:pt x="44395" y="0"/>
                  <a:pt x="9916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CC3C54D-51D4-4DCC-9031-7F28E5321B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13139" y="3549160"/>
            <a:ext cx="2141525" cy="1949669"/>
          </a:xfrm>
          <a:custGeom>
            <a:avLst/>
            <a:gdLst>
              <a:gd name="connsiteX0" fmla="*/ 99160 w 2141525"/>
              <a:gd name="connsiteY0" fmla="*/ 0 h 1949669"/>
              <a:gd name="connsiteX1" fmla="*/ 2042365 w 2141525"/>
              <a:gd name="connsiteY1" fmla="*/ 0 h 1949669"/>
              <a:gd name="connsiteX2" fmla="*/ 2141525 w 2141525"/>
              <a:gd name="connsiteY2" fmla="*/ 99160 h 1949669"/>
              <a:gd name="connsiteX3" fmla="*/ 2141525 w 2141525"/>
              <a:gd name="connsiteY3" fmla="*/ 1850509 h 1949669"/>
              <a:gd name="connsiteX4" fmla="*/ 2042365 w 2141525"/>
              <a:gd name="connsiteY4" fmla="*/ 1949669 h 1949669"/>
              <a:gd name="connsiteX5" fmla="*/ 99160 w 2141525"/>
              <a:gd name="connsiteY5" fmla="*/ 1949669 h 1949669"/>
              <a:gd name="connsiteX6" fmla="*/ 0 w 2141525"/>
              <a:gd name="connsiteY6" fmla="*/ 1850509 h 1949669"/>
              <a:gd name="connsiteX7" fmla="*/ 0 w 2141525"/>
              <a:gd name="connsiteY7" fmla="*/ 99160 h 1949669"/>
              <a:gd name="connsiteX8" fmla="*/ 99160 w 2141525"/>
              <a:gd name="connsiteY8" fmla="*/ 0 h 1949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1525" h="1949669">
                <a:moveTo>
                  <a:pt x="99160" y="0"/>
                </a:moveTo>
                <a:lnTo>
                  <a:pt x="2042365" y="0"/>
                </a:lnTo>
                <a:cubicBezTo>
                  <a:pt x="2097130" y="0"/>
                  <a:pt x="2141525" y="44395"/>
                  <a:pt x="2141525" y="99160"/>
                </a:cubicBezTo>
                <a:lnTo>
                  <a:pt x="2141525" y="1850509"/>
                </a:lnTo>
                <a:cubicBezTo>
                  <a:pt x="2141525" y="1905274"/>
                  <a:pt x="2097130" y="1949669"/>
                  <a:pt x="2042365" y="1949669"/>
                </a:cubicBezTo>
                <a:lnTo>
                  <a:pt x="99160" y="1949669"/>
                </a:lnTo>
                <a:cubicBezTo>
                  <a:pt x="44395" y="1949669"/>
                  <a:pt x="0" y="1905274"/>
                  <a:pt x="0" y="1850509"/>
                </a:cubicBezTo>
                <a:lnTo>
                  <a:pt x="0" y="99160"/>
                </a:lnTo>
                <a:cubicBezTo>
                  <a:pt x="0" y="44395"/>
                  <a:pt x="44395" y="0"/>
                  <a:pt x="9916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2476168-697F-4AA5-8C77-B44860129DA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6031" y="3549160"/>
            <a:ext cx="2141525" cy="1949669"/>
          </a:xfrm>
          <a:custGeom>
            <a:avLst/>
            <a:gdLst>
              <a:gd name="connsiteX0" fmla="*/ 99160 w 2141525"/>
              <a:gd name="connsiteY0" fmla="*/ 0 h 1949669"/>
              <a:gd name="connsiteX1" fmla="*/ 2042365 w 2141525"/>
              <a:gd name="connsiteY1" fmla="*/ 0 h 1949669"/>
              <a:gd name="connsiteX2" fmla="*/ 2141525 w 2141525"/>
              <a:gd name="connsiteY2" fmla="*/ 99160 h 1949669"/>
              <a:gd name="connsiteX3" fmla="*/ 2141525 w 2141525"/>
              <a:gd name="connsiteY3" fmla="*/ 1850509 h 1949669"/>
              <a:gd name="connsiteX4" fmla="*/ 2042365 w 2141525"/>
              <a:gd name="connsiteY4" fmla="*/ 1949669 h 1949669"/>
              <a:gd name="connsiteX5" fmla="*/ 99160 w 2141525"/>
              <a:gd name="connsiteY5" fmla="*/ 1949669 h 1949669"/>
              <a:gd name="connsiteX6" fmla="*/ 0 w 2141525"/>
              <a:gd name="connsiteY6" fmla="*/ 1850509 h 1949669"/>
              <a:gd name="connsiteX7" fmla="*/ 0 w 2141525"/>
              <a:gd name="connsiteY7" fmla="*/ 99160 h 1949669"/>
              <a:gd name="connsiteX8" fmla="*/ 99160 w 2141525"/>
              <a:gd name="connsiteY8" fmla="*/ 0 h 1949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1525" h="1949669">
                <a:moveTo>
                  <a:pt x="99160" y="0"/>
                </a:moveTo>
                <a:lnTo>
                  <a:pt x="2042365" y="0"/>
                </a:lnTo>
                <a:cubicBezTo>
                  <a:pt x="2097130" y="0"/>
                  <a:pt x="2141525" y="44395"/>
                  <a:pt x="2141525" y="99160"/>
                </a:cubicBezTo>
                <a:lnTo>
                  <a:pt x="2141525" y="1850509"/>
                </a:lnTo>
                <a:cubicBezTo>
                  <a:pt x="2141525" y="1905274"/>
                  <a:pt x="2097130" y="1949669"/>
                  <a:pt x="2042365" y="1949669"/>
                </a:cubicBezTo>
                <a:lnTo>
                  <a:pt x="99160" y="1949669"/>
                </a:lnTo>
                <a:cubicBezTo>
                  <a:pt x="44395" y="1949669"/>
                  <a:pt x="0" y="1905274"/>
                  <a:pt x="0" y="1850509"/>
                </a:cubicBezTo>
                <a:lnTo>
                  <a:pt x="0" y="99160"/>
                </a:lnTo>
                <a:cubicBezTo>
                  <a:pt x="0" y="44395"/>
                  <a:pt x="44395" y="0"/>
                  <a:pt x="9916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12E9791-A151-4105-B316-F6B6F5427FB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97595" y="3549160"/>
            <a:ext cx="2141525" cy="1949669"/>
          </a:xfrm>
          <a:custGeom>
            <a:avLst/>
            <a:gdLst>
              <a:gd name="connsiteX0" fmla="*/ 99160 w 2141525"/>
              <a:gd name="connsiteY0" fmla="*/ 0 h 1949669"/>
              <a:gd name="connsiteX1" fmla="*/ 2042365 w 2141525"/>
              <a:gd name="connsiteY1" fmla="*/ 0 h 1949669"/>
              <a:gd name="connsiteX2" fmla="*/ 2141525 w 2141525"/>
              <a:gd name="connsiteY2" fmla="*/ 99160 h 1949669"/>
              <a:gd name="connsiteX3" fmla="*/ 2141525 w 2141525"/>
              <a:gd name="connsiteY3" fmla="*/ 1850509 h 1949669"/>
              <a:gd name="connsiteX4" fmla="*/ 2042365 w 2141525"/>
              <a:gd name="connsiteY4" fmla="*/ 1949669 h 1949669"/>
              <a:gd name="connsiteX5" fmla="*/ 99160 w 2141525"/>
              <a:gd name="connsiteY5" fmla="*/ 1949669 h 1949669"/>
              <a:gd name="connsiteX6" fmla="*/ 0 w 2141525"/>
              <a:gd name="connsiteY6" fmla="*/ 1850509 h 1949669"/>
              <a:gd name="connsiteX7" fmla="*/ 0 w 2141525"/>
              <a:gd name="connsiteY7" fmla="*/ 99160 h 1949669"/>
              <a:gd name="connsiteX8" fmla="*/ 99160 w 2141525"/>
              <a:gd name="connsiteY8" fmla="*/ 0 h 1949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1525" h="1949669">
                <a:moveTo>
                  <a:pt x="99160" y="0"/>
                </a:moveTo>
                <a:lnTo>
                  <a:pt x="2042365" y="0"/>
                </a:lnTo>
                <a:cubicBezTo>
                  <a:pt x="2097130" y="0"/>
                  <a:pt x="2141525" y="44395"/>
                  <a:pt x="2141525" y="99160"/>
                </a:cubicBezTo>
                <a:lnTo>
                  <a:pt x="2141525" y="1850509"/>
                </a:lnTo>
                <a:cubicBezTo>
                  <a:pt x="2141525" y="1905274"/>
                  <a:pt x="2097130" y="1949669"/>
                  <a:pt x="2042365" y="1949669"/>
                </a:cubicBezTo>
                <a:lnTo>
                  <a:pt x="99160" y="1949669"/>
                </a:lnTo>
                <a:cubicBezTo>
                  <a:pt x="44395" y="1949669"/>
                  <a:pt x="0" y="1905274"/>
                  <a:pt x="0" y="1850509"/>
                </a:cubicBezTo>
                <a:lnTo>
                  <a:pt x="0" y="99160"/>
                </a:lnTo>
                <a:cubicBezTo>
                  <a:pt x="0" y="44395"/>
                  <a:pt x="44395" y="0"/>
                  <a:pt x="9916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81DADD-DE31-E0AA-7219-FC46AC01F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35474"/>
            <a:ext cx="5067300" cy="954088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" name="Espaço Reservado para Texto 6">
            <a:extLst>
              <a:ext uri="{FF2B5EF4-FFF2-40B4-BE49-F238E27FC236}">
                <a16:creationId xmlns:a16="http://schemas.microsoft.com/office/drawing/2014/main" id="{5C970B1A-9F79-81A1-7D49-904F563812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3192" y="472707"/>
            <a:ext cx="5067325" cy="354597"/>
          </a:xfrm>
        </p:spPr>
        <p:txBody>
          <a:bodyPr lIns="108000" anchor="b">
            <a:normAutofit/>
          </a:bodyPr>
          <a:lstStyle>
            <a:lvl1pPr algn="l">
              <a:lnSpc>
                <a:spcPct val="100000"/>
              </a:lnSpc>
              <a:defRPr sz="1100" b="0" cap="all" spc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 err="1"/>
              <a:t>TítulO</a:t>
            </a:r>
            <a:endParaRPr lang="pt-BR"/>
          </a:p>
        </p:txBody>
      </p:sp>
      <p:sp>
        <p:nvSpPr>
          <p:cNvPr id="9" name="Espaço Reservado para Texto 3">
            <a:extLst>
              <a:ext uri="{FF2B5EF4-FFF2-40B4-BE49-F238E27FC236}">
                <a16:creationId xmlns:a16="http://schemas.microsoft.com/office/drawing/2014/main" id="{5BACA783-7642-705D-AAC4-8EAA365C6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1287" y="1938729"/>
            <a:ext cx="5067300" cy="951402"/>
          </a:xfrm>
        </p:spPr>
        <p:txBody>
          <a:bodyPr>
            <a:normAutofit/>
          </a:bodyPr>
          <a:lstStyle>
            <a:lvl1pPr marL="0" marR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14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Espaço Reservado para Texto 23">
            <a:extLst>
              <a:ext uri="{FF2B5EF4-FFF2-40B4-BE49-F238E27FC236}">
                <a16:creationId xmlns:a16="http://schemas.microsoft.com/office/drawing/2014/main" id="{0BF4A505-4103-C810-E443-C46F7F8FEA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48296" y="5678885"/>
            <a:ext cx="2141525" cy="355592"/>
          </a:xfrm>
        </p:spPr>
        <p:txBody>
          <a:bodyPr>
            <a:normAutofit/>
          </a:bodyPr>
          <a:lstStyle>
            <a:lvl1pPr algn="ctr">
              <a:defRPr sz="13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12" name="Espaço Reservado para Texto 23">
            <a:extLst>
              <a:ext uri="{FF2B5EF4-FFF2-40B4-BE49-F238E27FC236}">
                <a16:creationId xmlns:a16="http://schemas.microsoft.com/office/drawing/2014/main" id="{501C1EC4-76DF-EE8A-A186-01E84A38ECB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3139" y="5678885"/>
            <a:ext cx="2141525" cy="355592"/>
          </a:xfrm>
        </p:spPr>
        <p:txBody>
          <a:bodyPr>
            <a:normAutofit/>
          </a:bodyPr>
          <a:lstStyle>
            <a:lvl1pPr algn="ctr">
              <a:defRPr sz="13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13" name="Espaço Reservado para Texto 23">
            <a:extLst>
              <a:ext uri="{FF2B5EF4-FFF2-40B4-BE49-F238E27FC236}">
                <a16:creationId xmlns:a16="http://schemas.microsoft.com/office/drawing/2014/main" id="{74C0201A-16E0-9D31-29DD-1FC29394A28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56031" y="5678885"/>
            <a:ext cx="2141525" cy="355592"/>
          </a:xfrm>
        </p:spPr>
        <p:txBody>
          <a:bodyPr>
            <a:normAutofit/>
          </a:bodyPr>
          <a:lstStyle>
            <a:lvl1pPr algn="ctr">
              <a:defRPr sz="13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15" name="Espaço Reservado para Texto 23">
            <a:extLst>
              <a:ext uri="{FF2B5EF4-FFF2-40B4-BE49-F238E27FC236}">
                <a16:creationId xmlns:a16="http://schemas.microsoft.com/office/drawing/2014/main" id="{E4AA0040-3F2D-DCB7-8D86-BCF423C965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97595" y="5678885"/>
            <a:ext cx="2141525" cy="355592"/>
          </a:xfrm>
        </p:spPr>
        <p:txBody>
          <a:bodyPr>
            <a:normAutofit/>
          </a:bodyPr>
          <a:lstStyle>
            <a:lvl1pPr algn="ctr">
              <a:defRPr sz="13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F53127A7-8247-923C-92E6-13605C7D83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40900" y="-3102914"/>
            <a:ext cx="4716432" cy="5541795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0FBEDCF9-3BE3-5684-A95F-DD89C6EE42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0864" y="6346864"/>
            <a:ext cx="1022272" cy="102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22794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a com imagens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4D167F6E-49C3-4CB9-A8C1-2EAABDD66D39}"/>
              </a:ext>
            </a:extLst>
          </p:cNvPr>
          <p:cNvSpPr/>
          <p:nvPr userDrawn="1"/>
        </p:nvSpPr>
        <p:spPr>
          <a:xfrm>
            <a:off x="7718655" y="1573844"/>
            <a:ext cx="2444148" cy="2444139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9FEAF88-A94B-4969-BB2B-7F870F6093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8296" y="3549160"/>
            <a:ext cx="2141525" cy="1949669"/>
          </a:xfrm>
          <a:custGeom>
            <a:avLst/>
            <a:gdLst>
              <a:gd name="connsiteX0" fmla="*/ 99160 w 2141525"/>
              <a:gd name="connsiteY0" fmla="*/ 0 h 1949669"/>
              <a:gd name="connsiteX1" fmla="*/ 2042365 w 2141525"/>
              <a:gd name="connsiteY1" fmla="*/ 0 h 1949669"/>
              <a:gd name="connsiteX2" fmla="*/ 2141525 w 2141525"/>
              <a:gd name="connsiteY2" fmla="*/ 99160 h 1949669"/>
              <a:gd name="connsiteX3" fmla="*/ 2141525 w 2141525"/>
              <a:gd name="connsiteY3" fmla="*/ 1850509 h 1949669"/>
              <a:gd name="connsiteX4" fmla="*/ 2042365 w 2141525"/>
              <a:gd name="connsiteY4" fmla="*/ 1949669 h 1949669"/>
              <a:gd name="connsiteX5" fmla="*/ 99160 w 2141525"/>
              <a:gd name="connsiteY5" fmla="*/ 1949669 h 1949669"/>
              <a:gd name="connsiteX6" fmla="*/ 0 w 2141525"/>
              <a:gd name="connsiteY6" fmla="*/ 1850509 h 1949669"/>
              <a:gd name="connsiteX7" fmla="*/ 0 w 2141525"/>
              <a:gd name="connsiteY7" fmla="*/ 99160 h 1949669"/>
              <a:gd name="connsiteX8" fmla="*/ 99160 w 2141525"/>
              <a:gd name="connsiteY8" fmla="*/ 0 h 1949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1525" h="1949669">
                <a:moveTo>
                  <a:pt x="99160" y="0"/>
                </a:moveTo>
                <a:lnTo>
                  <a:pt x="2042365" y="0"/>
                </a:lnTo>
                <a:cubicBezTo>
                  <a:pt x="2097130" y="0"/>
                  <a:pt x="2141525" y="44395"/>
                  <a:pt x="2141525" y="99160"/>
                </a:cubicBezTo>
                <a:lnTo>
                  <a:pt x="2141525" y="1850509"/>
                </a:lnTo>
                <a:cubicBezTo>
                  <a:pt x="2141525" y="1905274"/>
                  <a:pt x="2097130" y="1949669"/>
                  <a:pt x="2042365" y="1949669"/>
                </a:cubicBezTo>
                <a:lnTo>
                  <a:pt x="99160" y="1949669"/>
                </a:lnTo>
                <a:cubicBezTo>
                  <a:pt x="44395" y="1949669"/>
                  <a:pt x="0" y="1905274"/>
                  <a:pt x="0" y="1850509"/>
                </a:cubicBezTo>
                <a:lnTo>
                  <a:pt x="0" y="99160"/>
                </a:lnTo>
                <a:cubicBezTo>
                  <a:pt x="0" y="44395"/>
                  <a:pt x="44395" y="0"/>
                  <a:pt x="9916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CC3C54D-51D4-4DCC-9031-7F28E5321B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13139" y="3549160"/>
            <a:ext cx="2141525" cy="1949669"/>
          </a:xfrm>
          <a:custGeom>
            <a:avLst/>
            <a:gdLst>
              <a:gd name="connsiteX0" fmla="*/ 99160 w 2141525"/>
              <a:gd name="connsiteY0" fmla="*/ 0 h 1949669"/>
              <a:gd name="connsiteX1" fmla="*/ 2042365 w 2141525"/>
              <a:gd name="connsiteY1" fmla="*/ 0 h 1949669"/>
              <a:gd name="connsiteX2" fmla="*/ 2141525 w 2141525"/>
              <a:gd name="connsiteY2" fmla="*/ 99160 h 1949669"/>
              <a:gd name="connsiteX3" fmla="*/ 2141525 w 2141525"/>
              <a:gd name="connsiteY3" fmla="*/ 1850509 h 1949669"/>
              <a:gd name="connsiteX4" fmla="*/ 2042365 w 2141525"/>
              <a:gd name="connsiteY4" fmla="*/ 1949669 h 1949669"/>
              <a:gd name="connsiteX5" fmla="*/ 99160 w 2141525"/>
              <a:gd name="connsiteY5" fmla="*/ 1949669 h 1949669"/>
              <a:gd name="connsiteX6" fmla="*/ 0 w 2141525"/>
              <a:gd name="connsiteY6" fmla="*/ 1850509 h 1949669"/>
              <a:gd name="connsiteX7" fmla="*/ 0 w 2141525"/>
              <a:gd name="connsiteY7" fmla="*/ 99160 h 1949669"/>
              <a:gd name="connsiteX8" fmla="*/ 99160 w 2141525"/>
              <a:gd name="connsiteY8" fmla="*/ 0 h 1949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1525" h="1949669">
                <a:moveTo>
                  <a:pt x="99160" y="0"/>
                </a:moveTo>
                <a:lnTo>
                  <a:pt x="2042365" y="0"/>
                </a:lnTo>
                <a:cubicBezTo>
                  <a:pt x="2097130" y="0"/>
                  <a:pt x="2141525" y="44395"/>
                  <a:pt x="2141525" y="99160"/>
                </a:cubicBezTo>
                <a:lnTo>
                  <a:pt x="2141525" y="1850509"/>
                </a:lnTo>
                <a:cubicBezTo>
                  <a:pt x="2141525" y="1905274"/>
                  <a:pt x="2097130" y="1949669"/>
                  <a:pt x="2042365" y="1949669"/>
                </a:cubicBezTo>
                <a:lnTo>
                  <a:pt x="99160" y="1949669"/>
                </a:lnTo>
                <a:cubicBezTo>
                  <a:pt x="44395" y="1949669"/>
                  <a:pt x="0" y="1905274"/>
                  <a:pt x="0" y="1850509"/>
                </a:cubicBezTo>
                <a:lnTo>
                  <a:pt x="0" y="99160"/>
                </a:lnTo>
                <a:cubicBezTo>
                  <a:pt x="0" y="44395"/>
                  <a:pt x="44395" y="0"/>
                  <a:pt x="9916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2476168-697F-4AA5-8C77-B44860129DA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6031" y="3549160"/>
            <a:ext cx="2141525" cy="1949669"/>
          </a:xfrm>
          <a:custGeom>
            <a:avLst/>
            <a:gdLst>
              <a:gd name="connsiteX0" fmla="*/ 99160 w 2141525"/>
              <a:gd name="connsiteY0" fmla="*/ 0 h 1949669"/>
              <a:gd name="connsiteX1" fmla="*/ 2042365 w 2141525"/>
              <a:gd name="connsiteY1" fmla="*/ 0 h 1949669"/>
              <a:gd name="connsiteX2" fmla="*/ 2141525 w 2141525"/>
              <a:gd name="connsiteY2" fmla="*/ 99160 h 1949669"/>
              <a:gd name="connsiteX3" fmla="*/ 2141525 w 2141525"/>
              <a:gd name="connsiteY3" fmla="*/ 1850509 h 1949669"/>
              <a:gd name="connsiteX4" fmla="*/ 2042365 w 2141525"/>
              <a:gd name="connsiteY4" fmla="*/ 1949669 h 1949669"/>
              <a:gd name="connsiteX5" fmla="*/ 99160 w 2141525"/>
              <a:gd name="connsiteY5" fmla="*/ 1949669 h 1949669"/>
              <a:gd name="connsiteX6" fmla="*/ 0 w 2141525"/>
              <a:gd name="connsiteY6" fmla="*/ 1850509 h 1949669"/>
              <a:gd name="connsiteX7" fmla="*/ 0 w 2141525"/>
              <a:gd name="connsiteY7" fmla="*/ 99160 h 1949669"/>
              <a:gd name="connsiteX8" fmla="*/ 99160 w 2141525"/>
              <a:gd name="connsiteY8" fmla="*/ 0 h 1949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1525" h="1949669">
                <a:moveTo>
                  <a:pt x="99160" y="0"/>
                </a:moveTo>
                <a:lnTo>
                  <a:pt x="2042365" y="0"/>
                </a:lnTo>
                <a:cubicBezTo>
                  <a:pt x="2097130" y="0"/>
                  <a:pt x="2141525" y="44395"/>
                  <a:pt x="2141525" y="99160"/>
                </a:cubicBezTo>
                <a:lnTo>
                  <a:pt x="2141525" y="1850509"/>
                </a:lnTo>
                <a:cubicBezTo>
                  <a:pt x="2141525" y="1905274"/>
                  <a:pt x="2097130" y="1949669"/>
                  <a:pt x="2042365" y="1949669"/>
                </a:cubicBezTo>
                <a:lnTo>
                  <a:pt x="99160" y="1949669"/>
                </a:lnTo>
                <a:cubicBezTo>
                  <a:pt x="44395" y="1949669"/>
                  <a:pt x="0" y="1905274"/>
                  <a:pt x="0" y="1850509"/>
                </a:cubicBezTo>
                <a:lnTo>
                  <a:pt x="0" y="99160"/>
                </a:lnTo>
                <a:cubicBezTo>
                  <a:pt x="0" y="44395"/>
                  <a:pt x="44395" y="0"/>
                  <a:pt x="9916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12E9791-A151-4105-B316-F6B6F5427FB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97595" y="3549160"/>
            <a:ext cx="2141525" cy="1949669"/>
          </a:xfrm>
          <a:custGeom>
            <a:avLst/>
            <a:gdLst>
              <a:gd name="connsiteX0" fmla="*/ 99160 w 2141525"/>
              <a:gd name="connsiteY0" fmla="*/ 0 h 1949669"/>
              <a:gd name="connsiteX1" fmla="*/ 2042365 w 2141525"/>
              <a:gd name="connsiteY1" fmla="*/ 0 h 1949669"/>
              <a:gd name="connsiteX2" fmla="*/ 2141525 w 2141525"/>
              <a:gd name="connsiteY2" fmla="*/ 99160 h 1949669"/>
              <a:gd name="connsiteX3" fmla="*/ 2141525 w 2141525"/>
              <a:gd name="connsiteY3" fmla="*/ 1850509 h 1949669"/>
              <a:gd name="connsiteX4" fmla="*/ 2042365 w 2141525"/>
              <a:gd name="connsiteY4" fmla="*/ 1949669 h 1949669"/>
              <a:gd name="connsiteX5" fmla="*/ 99160 w 2141525"/>
              <a:gd name="connsiteY5" fmla="*/ 1949669 h 1949669"/>
              <a:gd name="connsiteX6" fmla="*/ 0 w 2141525"/>
              <a:gd name="connsiteY6" fmla="*/ 1850509 h 1949669"/>
              <a:gd name="connsiteX7" fmla="*/ 0 w 2141525"/>
              <a:gd name="connsiteY7" fmla="*/ 99160 h 1949669"/>
              <a:gd name="connsiteX8" fmla="*/ 99160 w 2141525"/>
              <a:gd name="connsiteY8" fmla="*/ 0 h 1949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1525" h="1949669">
                <a:moveTo>
                  <a:pt x="99160" y="0"/>
                </a:moveTo>
                <a:lnTo>
                  <a:pt x="2042365" y="0"/>
                </a:lnTo>
                <a:cubicBezTo>
                  <a:pt x="2097130" y="0"/>
                  <a:pt x="2141525" y="44395"/>
                  <a:pt x="2141525" y="99160"/>
                </a:cubicBezTo>
                <a:lnTo>
                  <a:pt x="2141525" y="1850509"/>
                </a:lnTo>
                <a:cubicBezTo>
                  <a:pt x="2141525" y="1905274"/>
                  <a:pt x="2097130" y="1949669"/>
                  <a:pt x="2042365" y="1949669"/>
                </a:cubicBezTo>
                <a:lnTo>
                  <a:pt x="99160" y="1949669"/>
                </a:lnTo>
                <a:cubicBezTo>
                  <a:pt x="44395" y="1949669"/>
                  <a:pt x="0" y="1905274"/>
                  <a:pt x="0" y="1850509"/>
                </a:cubicBezTo>
                <a:lnTo>
                  <a:pt x="0" y="99160"/>
                </a:lnTo>
                <a:cubicBezTo>
                  <a:pt x="0" y="44395"/>
                  <a:pt x="44395" y="0"/>
                  <a:pt x="9916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ID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81DADD-DE31-E0AA-7219-FC46AC01F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35474"/>
            <a:ext cx="5067300" cy="954088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" name="Espaço Reservado para Texto 6">
            <a:extLst>
              <a:ext uri="{FF2B5EF4-FFF2-40B4-BE49-F238E27FC236}">
                <a16:creationId xmlns:a16="http://schemas.microsoft.com/office/drawing/2014/main" id="{5C970B1A-9F79-81A1-7D49-904F563812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3192" y="472707"/>
            <a:ext cx="5067325" cy="354597"/>
          </a:xfrm>
        </p:spPr>
        <p:txBody>
          <a:bodyPr lIns="108000" anchor="b">
            <a:normAutofit/>
          </a:bodyPr>
          <a:lstStyle>
            <a:lvl1pPr algn="l">
              <a:lnSpc>
                <a:spcPct val="100000"/>
              </a:lnSpc>
              <a:defRPr sz="1100" b="0" cap="all" spc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 err="1"/>
              <a:t>TítulO</a:t>
            </a:r>
            <a:endParaRPr lang="pt-BR"/>
          </a:p>
        </p:txBody>
      </p:sp>
      <p:sp>
        <p:nvSpPr>
          <p:cNvPr id="9" name="Espaço Reservado para Texto 3">
            <a:extLst>
              <a:ext uri="{FF2B5EF4-FFF2-40B4-BE49-F238E27FC236}">
                <a16:creationId xmlns:a16="http://schemas.microsoft.com/office/drawing/2014/main" id="{5BACA783-7642-705D-AAC4-8EAA365C6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1287" y="1938729"/>
            <a:ext cx="5067300" cy="951402"/>
          </a:xfrm>
        </p:spPr>
        <p:txBody>
          <a:bodyPr>
            <a:normAutofit/>
          </a:bodyPr>
          <a:lstStyle>
            <a:lvl1pPr marL="0" marR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14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Espaço Reservado para Texto 23">
            <a:extLst>
              <a:ext uri="{FF2B5EF4-FFF2-40B4-BE49-F238E27FC236}">
                <a16:creationId xmlns:a16="http://schemas.microsoft.com/office/drawing/2014/main" id="{0BF4A505-4103-C810-E443-C46F7F8FEA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48296" y="5678885"/>
            <a:ext cx="2141525" cy="355592"/>
          </a:xfrm>
        </p:spPr>
        <p:txBody>
          <a:bodyPr>
            <a:normAutofit/>
          </a:bodyPr>
          <a:lstStyle>
            <a:lvl1pPr algn="ctr">
              <a:defRPr sz="13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12" name="Espaço Reservado para Texto 23">
            <a:extLst>
              <a:ext uri="{FF2B5EF4-FFF2-40B4-BE49-F238E27FC236}">
                <a16:creationId xmlns:a16="http://schemas.microsoft.com/office/drawing/2014/main" id="{501C1EC4-76DF-EE8A-A186-01E84A38ECB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3139" y="5678885"/>
            <a:ext cx="2141525" cy="355592"/>
          </a:xfrm>
        </p:spPr>
        <p:txBody>
          <a:bodyPr>
            <a:normAutofit/>
          </a:bodyPr>
          <a:lstStyle>
            <a:lvl1pPr algn="ctr">
              <a:defRPr sz="13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13" name="Espaço Reservado para Texto 23">
            <a:extLst>
              <a:ext uri="{FF2B5EF4-FFF2-40B4-BE49-F238E27FC236}">
                <a16:creationId xmlns:a16="http://schemas.microsoft.com/office/drawing/2014/main" id="{74C0201A-16E0-9D31-29DD-1FC29394A28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56031" y="5678885"/>
            <a:ext cx="2141525" cy="355592"/>
          </a:xfrm>
        </p:spPr>
        <p:txBody>
          <a:bodyPr>
            <a:normAutofit/>
          </a:bodyPr>
          <a:lstStyle>
            <a:lvl1pPr algn="ctr">
              <a:defRPr sz="13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15" name="Espaço Reservado para Texto 23">
            <a:extLst>
              <a:ext uri="{FF2B5EF4-FFF2-40B4-BE49-F238E27FC236}">
                <a16:creationId xmlns:a16="http://schemas.microsoft.com/office/drawing/2014/main" id="{E4AA0040-3F2D-DCB7-8D86-BCF423C965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97595" y="5678885"/>
            <a:ext cx="2141525" cy="355592"/>
          </a:xfrm>
        </p:spPr>
        <p:txBody>
          <a:bodyPr>
            <a:normAutofit/>
          </a:bodyPr>
          <a:lstStyle>
            <a:lvl1pPr algn="ctr">
              <a:defRPr sz="13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F53127A7-8247-923C-92E6-13605C7D83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40900" y="-3102914"/>
            <a:ext cx="4716432" cy="5541795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0FBEDCF9-3BE3-5684-A95F-DD89C6EE42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0864" y="6346864"/>
            <a:ext cx="1022272" cy="102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961345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a destaque com íc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áfico 20">
            <a:extLst>
              <a:ext uri="{FF2B5EF4-FFF2-40B4-BE49-F238E27FC236}">
                <a16:creationId xmlns:a16="http://schemas.microsoft.com/office/drawing/2014/main" id="{8FC6E60B-071E-D350-BC6F-C0CD9604C7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60999" y="2586446"/>
            <a:ext cx="2101026" cy="2101026"/>
          </a:xfrm>
          <a:prstGeom prst="rect">
            <a:avLst/>
          </a:prstGeom>
        </p:spPr>
      </p:pic>
      <p:sp>
        <p:nvSpPr>
          <p:cNvPr id="22" name="Freeform: Shape 24">
            <a:extLst>
              <a:ext uri="{FF2B5EF4-FFF2-40B4-BE49-F238E27FC236}">
                <a16:creationId xmlns:a16="http://schemas.microsoft.com/office/drawing/2014/main" id="{55589210-86D7-6986-4F2E-47E6E193B276}"/>
              </a:ext>
            </a:extLst>
          </p:cNvPr>
          <p:cNvSpPr/>
          <p:nvPr userDrawn="1"/>
        </p:nvSpPr>
        <p:spPr>
          <a:xfrm>
            <a:off x="1" y="5491163"/>
            <a:ext cx="1460543" cy="1360974"/>
          </a:xfrm>
          <a:custGeom>
            <a:avLst/>
            <a:gdLst>
              <a:gd name="connsiteX0" fmla="*/ 618317 w 1778972"/>
              <a:gd name="connsiteY0" fmla="*/ 0 h 1657695"/>
              <a:gd name="connsiteX1" fmla="*/ 1778972 w 1778972"/>
              <a:gd name="connsiteY1" fmla="*/ 1160655 h 1657695"/>
              <a:gd name="connsiteX2" fmla="*/ 1687762 w 1778972"/>
              <a:gd name="connsiteY2" fmla="*/ 1612435 h 1657695"/>
              <a:gd name="connsiteX3" fmla="*/ 1663196 w 1778972"/>
              <a:gd name="connsiteY3" fmla="*/ 1657695 h 1657695"/>
              <a:gd name="connsiteX4" fmla="*/ 0 w 1778972"/>
              <a:gd name="connsiteY4" fmla="*/ 1657695 h 1657695"/>
              <a:gd name="connsiteX5" fmla="*/ 0 w 1778972"/>
              <a:gd name="connsiteY5" fmla="*/ 179622 h 1657695"/>
              <a:gd name="connsiteX6" fmla="*/ 65080 w 1778972"/>
              <a:gd name="connsiteY6" fmla="*/ 140085 h 1657695"/>
              <a:gd name="connsiteX7" fmla="*/ 618317 w 1778972"/>
              <a:gd name="connsiteY7" fmla="*/ 0 h 165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78972" h="1657695">
                <a:moveTo>
                  <a:pt x="618317" y="0"/>
                </a:moveTo>
                <a:cubicBezTo>
                  <a:pt x="1259329" y="0"/>
                  <a:pt x="1778972" y="519643"/>
                  <a:pt x="1778972" y="1160655"/>
                </a:cubicBezTo>
                <a:cubicBezTo>
                  <a:pt x="1778972" y="1320908"/>
                  <a:pt x="1746495" y="1473576"/>
                  <a:pt x="1687762" y="1612435"/>
                </a:cubicBezTo>
                <a:lnTo>
                  <a:pt x="1663196" y="1657695"/>
                </a:lnTo>
                <a:lnTo>
                  <a:pt x="0" y="1657695"/>
                </a:lnTo>
                <a:lnTo>
                  <a:pt x="0" y="179622"/>
                </a:lnTo>
                <a:lnTo>
                  <a:pt x="65080" y="140085"/>
                </a:lnTo>
                <a:cubicBezTo>
                  <a:pt x="229537" y="50747"/>
                  <a:pt x="418001" y="0"/>
                  <a:pt x="618317" y="0"/>
                </a:cubicBezTo>
                <a:close/>
              </a:path>
            </a:pathLst>
          </a:cu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FE12D4-690A-0F87-A603-8BADEE0A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978" y="848481"/>
            <a:ext cx="5044671" cy="920750"/>
          </a:xfrm>
        </p:spPr>
        <p:txBody>
          <a:bodyPr anchor="t">
            <a:noAutofit/>
          </a:bodyPr>
          <a:lstStyle>
            <a:lvl1pPr algn="ctr"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D91843-CA13-7080-4F10-850D261F1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79700" y="1946070"/>
            <a:ext cx="6832600" cy="951402"/>
          </a:xfrm>
        </p:spPr>
        <p:txBody>
          <a:bodyPr>
            <a:normAutofit/>
          </a:bodyPr>
          <a:lstStyle>
            <a:lvl1pPr marL="0" marR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11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Texto 6">
            <a:extLst>
              <a:ext uri="{FF2B5EF4-FFF2-40B4-BE49-F238E27FC236}">
                <a16:creationId xmlns:a16="http://schemas.microsoft.com/office/drawing/2014/main" id="{F65EBF6C-485C-17DD-8EC2-C13A19FCC4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67000" y="480048"/>
            <a:ext cx="5067325" cy="354597"/>
          </a:xfrm>
        </p:spPr>
        <p:txBody>
          <a:bodyPr lIns="108000" anchor="b">
            <a:normAutofit/>
          </a:bodyPr>
          <a:lstStyle>
            <a:lvl1pPr algn="ctr">
              <a:lnSpc>
                <a:spcPct val="100000"/>
              </a:lnSpc>
              <a:defRPr sz="1100" b="0" cap="all" spc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 err="1"/>
              <a:t>TítulO</a:t>
            </a:r>
            <a:endParaRPr lang="pt-BR"/>
          </a:p>
        </p:txBody>
      </p:sp>
      <p:sp>
        <p:nvSpPr>
          <p:cNvPr id="7" name="Freeform: Shape 26">
            <a:extLst>
              <a:ext uri="{FF2B5EF4-FFF2-40B4-BE49-F238E27FC236}">
                <a16:creationId xmlns:a16="http://schemas.microsoft.com/office/drawing/2014/main" id="{5E95BECC-9D3F-5219-68DD-89416A67263D}"/>
              </a:ext>
            </a:extLst>
          </p:cNvPr>
          <p:cNvSpPr/>
          <p:nvPr userDrawn="1"/>
        </p:nvSpPr>
        <p:spPr>
          <a:xfrm>
            <a:off x="3360987" y="3762124"/>
            <a:ext cx="4638820" cy="3090011"/>
          </a:xfrm>
          <a:custGeom>
            <a:avLst/>
            <a:gdLst>
              <a:gd name="connsiteX0" fmla="*/ 2319410 w 4638820"/>
              <a:gd name="connsiteY0" fmla="*/ 0 h 3090010"/>
              <a:gd name="connsiteX1" fmla="*/ 4638820 w 4638820"/>
              <a:gd name="connsiteY1" fmla="*/ 2319408 h 3090010"/>
              <a:gd name="connsiteX2" fmla="*/ 4534544 w 4638820"/>
              <a:gd name="connsiteY2" fmla="*/ 3009129 h 3090010"/>
              <a:gd name="connsiteX3" fmla="*/ 4504942 w 4638820"/>
              <a:gd name="connsiteY3" fmla="*/ 3090010 h 3090010"/>
              <a:gd name="connsiteX4" fmla="*/ 133879 w 4638820"/>
              <a:gd name="connsiteY4" fmla="*/ 3090010 h 3090010"/>
              <a:gd name="connsiteX5" fmla="*/ 104276 w 4638820"/>
              <a:gd name="connsiteY5" fmla="*/ 3009129 h 3090010"/>
              <a:gd name="connsiteX6" fmla="*/ 0 w 4638820"/>
              <a:gd name="connsiteY6" fmla="*/ 2319408 h 3090010"/>
              <a:gd name="connsiteX7" fmla="*/ 2319410 w 4638820"/>
              <a:gd name="connsiteY7" fmla="*/ 0 h 309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38820" h="3090010">
                <a:moveTo>
                  <a:pt x="2319410" y="0"/>
                </a:moveTo>
                <a:cubicBezTo>
                  <a:pt x="3600385" y="0"/>
                  <a:pt x="4638820" y="1038434"/>
                  <a:pt x="4638820" y="2319408"/>
                </a:cubicBezTo>
                <a:cubicBezTo>
                  <a:pt x="4638820" y="2559591"/>
                  <a:pt x="4602313" y="2791247"/>
                  <a:pt x="4534544" y="3009129"/>
                </a:cubicBezTo>
                <a:lnTo>
                  <a:pt x="4504942" y="3090010"/>
                </a:lnTo>
                <a:lnTo>
                  <a:pt x="133879" y="3090010"/>
                </a:lnTo>
                <a:lnTo>
                  <a:pt x="104276" y="3009129"/>
                </a:lnTo>
                <a:cubicBezTo>
                  <a:pt x="36508" y="2791247"/>
                  <a:pt x="0" y="2559591"/>
                  <a:pt x="0" y="2319408"/>
                </a:cubicBezTo>
                <a:cubicBezTo>
                  <a:pt x="0" y="1038434"/>
                  <a:pt x="1038435" y="0"/>
                  <a:pt x="231941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9" name="Oval 1">
            <a:extLst>
              <a:ext uri="{FF2B5EF4-FFF2-40B4-BE49-F238E27FC236}">
                <a16:creationId xmlns:a16="http://schemas.microsoft.com/office/drawing/2014/main" id="{0B03E640-E3BB-FB17-5537-862E75ABF681}"/>
              </a:ext>
            </a:extLst>
          </p:cNvPr>
          <p:cNvSpPr/>
          <p:nvPr userDrawn="1"/>
        </p:nvSpPr>
        <p:spPr>
          <a:xfrm>
            <a:off x="1409433" y="3372318"/>
            <a:ext cx="2844331" cy="284433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dist="38100" dir="8100000" algn="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B9DBEBF6-24A2-17AF-03D7-D3A1A2315E42}"/>
              </a:ext>
            </a:extLst>
          </p:cNvPr>
          <p:cNvSpPr/>
          <p:nvPr userDrawn="1"/>
        </p:nvSpPr>
        <p:spPr>
          <a:xfrm>
            <a:off x="4673835" y="3372318"/>
            <a:ext cx="2844331" cy="284433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dist="38100" dir="8100000" algn="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7AFB69F1-EC89-0D88-F743-AB0CCD4E607B}"/>
              </a:ext>
            </a:extLst>
          </p:cNvPr>
          <p:cNvSpPr/>
          <p:nvPr userDrawn="1"/>
        </p:nvSpPr>
        <p:spPr>
          <a:xfrm>
            <a:off x="7998729" y="3372318"/>
            <a:ext cx="2844331" cy="284433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dist="38100" dir="8100000" algn="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8" name="Espaço Reservado para Imagem 27">
            <a:extLst>
              <a:ext uri="{FF2B5EF4-FFF2-40B4-BE49-F238E27FC236}">
                <a16:creationId xmlns:a16="http://schemas.microsoft.com/office/drawing/2014/main" id="{6DE3F598-43D3-1E44-57FB-17EFD4D9254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512131" y="3631564"/>
            <a:ext cx="638934" cy="638934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pt-BR"/>
              <a:t>Ícone</a:t>
            </a:r>
          </a:p>
        </p:txBody>
      </p:sp>
      <p:sp>
        <p:nvSpPr>
          <p:cNvPr id="19" name="Espaço Reservado para Imagem 27">
            <a:extLst>
              <a:ext uri="{FF2B5EF4-FFF2-40B4-BE49-F238E27FC236}">
                <a16:creationId xmlns:a16="http://schemas.microsoft.com/office/drawing/2014/main" id="{E0926438-798E-F72E-EFC9-39EF87CE363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96186" y="3631564"/>
            <a:ext cx="638934" cy="638934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pt-BR"/>
              <a:t>Ícone</a:t>
            </a:r>
          </a:p>
        </p:txBody>
      </p:sp>
      <p:sp>
        <p:nvSpPr>
          <p:cNvPr id="20" name="Espaço Reservado para Imagem 27">
            <a:extLst>
              <a:ext uri="{FF2B5EF4-FFF2-40B4-BE49-F238E27FC236}">
                <a16:creationId xmlns:a16="http://schemas.microsoft.com/office/drawing/2014/main" id="{E07D2C1F-D30D-2277-57A7-14955984FC8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101966" y="3631564"/>
            <a:ext cx="638934" cy="638934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pt-BR"/>
              <a:t>Ícone</a:t>
            </a:r>
          </a:p>
        </p:txBody>
      </p:sp>
      <p:sp>
        <p:nvSpPr>
          <p:cNvPr id="25" name="Espaço Reservado para Texto 23">
            <a:extLst>
              <a:ext uri="{FF2B5EF4-FFF2-40B4-BE49-F238E27FC236}">
                <a16:creationId xmlns:a16="http://schemas.microsoft.com/office/drawing/2014/main" id="{10FAB265-50D2-444E-770C-DF530276BE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16450" y="4339221"/>
            <a:ext cx="2419408" cy="355592"/>
          </a:xfrm>
        </p:spPr>
        <p:txBody>
          <a:bodyPr>
            <a:normAutofit/>
          </a:bodyPr>
          <a:lstStyle>
            <a:lvl1pPr algn="ctr">
              <a:defRPr sz="14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27" name="Espaço Reservado para Texto 23">
            <a:extLst>
              <a:ext uri="{FF2B5EF4-FFF2-40B4-BE49-F238E27FC236}">
                <a16:creationId xmlns:a16="http://schemas.microsoft.com/office/drawing/2014/main" id="{A60E8CAA-48D5-61E9-C74D-2CCEB3E3A7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86296" y="4339221"/>
            <a:ext cx="2419408" cy="355592"/>
          </a:xfrm>
        </p:spPr>
        <p:txBody>
          <a:bodyPr>
            <a:normAutofit/>
          </a:bodyPr>
          <a:lstStyle>
            <a:lvl1pPr algn="ctr">
              <a:defRPr sz="14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29" name="Espaço Reservado para Texto 23">
            <a:extLst>
              <a:ext uri="{FF2B5EF4-FFF2-40B4-BE49-F238E27FC236}">
                <a16:creationId xmlns:a16="http://schemas.microsoft.com/office/drawing/2014/main" id="{73876383-9A46-664A-7697-809108EB46B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11409" y="4339221"/>
            <a:ext cx="2419408" cy="355592"/>
          </a:xfrm>
        </p:spPr>
        <p:txBody>
          <a:bodyPr>
            <a:normAutofit/>
          </a:bodyPr>
          <a:lstStyle>
            <a:lvl1pPr algn="ctr">
              <a:defRPr sz="14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37" name="Espaço Reservado para Texto 36">
            <a:extLst>
              <a:ext uri="{FF2B5EF4-FFF2-40B4-BE49-F238E27FC236}">
                <a16:creationId xmlns:a16="http://schemas.microsoft.com/office/drawing/2014/main" id="{F5EC3AD8-AE40-5DF3-5734-FF5CE486586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610496" y="4704373"/>
            <a:ext cx="2444373" cy="920750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1100" b="0">
                <a:solidFill>
                  <a:schemeClr val="tx2"/>
                </a:solidFill>
              </a:defRPr>
            </a:lvl1pPr>
            <a:lvl2pPr algn="ctr">
              <a:defRPr sz="1100">
                <a:solidFill>
                  <a:schemeClr val="tx2"/>
                </a:solidFill>
              </a:defRPr>
            </a:lvl2pPr>
            <a:lvl3pPr algn="ctr">
              <a:defRPr sz="1100">
                <a:solidFill>
                  <a:schemeClr val="tx2"/>
                </a:solidFill>
              </a:defRPr>
            </a:lvl3pPr>
            <a:lvl4pPr algn="ctr">
              <a:defRPr sz="1100">
                <a:solidFill>
                  <a:schemeClr val="tx2"/>
                </a:solidFill>
              </a:defRPr>
            </a:lvl4pPr>
            <a:lvl5pPr algn="ctr"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8" name="Espaço Reservado para Texto 36">
            <a:extLst>
              <a:ext uri="{FF2B5EF4-FFF2-40B4-BE49-F238E27FC236}">
                <a16:creationId xmlns:a16="http://schemas.microsoft.com/office/drawing/2014/main" id="{D2DAA205-1F5B-0E76-2E89-35678D12406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878915" y="4704373"/>
            <a:ext cx="2444373" cy="920750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1100" b="0">
                <a:solidFill>
                  <a:schemeClr val="tx2"/>
                </a:solidFill>
              </a:defRPr>
            </a:lvl1pPr>
            <a:lvl2pPr algn="ctr">
              <a:defRPr sz="1100">
                <a:solidFill>
                  <a:schemeClr val="tx2"/>
                </a:solidFill>
              </a:defRPr>
            </a:lvl2pPr>
            <a:lvl3pPr algn="ctr">
              <a:defRPr sz="1100">
                <a:solidFill>
                  <a:schemeClr val="tx2"/>
                </a:solidFill>
              </a:defRPr>
            </a:lvl3pPr>
            <a:lvl4pPr algn="ctr">
              <a:defRPr sz="1100">
                <a:solidFill>
                  <a:schemeClr val="tx2"/>
                </a:solidFill>
              </a:defRPr>
            </a:lvl4pPr>
            <a:lvl5pPr algn="ctr"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9" name="Espaço Reservado para Texto 36">
            <a:extLst>
              <a:ext uri="{FF2B5EF4-FFF2-40B4-BE49-F238E27FC236}">
                <a16:creationId xmlns:a16="http://schemas.microsoft.com/office/drawing/2014/main" id="{EC8C1CAA-95F3-AE44-1F31-7D912F1B861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199247" y="4704373"/>
            <a:ext cx="2444373" cy="920750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1100" b="0">
                <a:solidFill>
                  <a:schemeClr val="tx2"/>
                </a:solidFill>
              </a:defRPr>
            </a:lvl1pPr>
            <a:lvl2pPr algn="ctr">
              <a:defRPr sz="1100">
                <a:solidFill>
                  <a:schemeClr val="tx2"/>
                </a:solidFill>
              </a:defRPr>
            </a:lvl2pPr>
            <a:lvl3pPr algn="ctr">
              <a:defRPr sz="1100">
                <a:solidFill>
                  <a:schemeClr val="tx2"/>
                </a:solidFill>
              </a:defRPr>
            </a:lvl3pPr>
            <a:lvl4pPr algn="ctr">
              <a:defRPr sz="1100">
                <a:solidFill>
                  <a:schemeClr val="tx2"/>
                </a:solidFill>
              </a:defRPr>
            </a:lvl4pPr>
            <a:lvl5pPr algn="ctr"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4233752623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a destaque com ícones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áfico 20">
            <a:extLst>
              <a:ext uri="{FF2B5EF4-FFF2-40B4-BE49-F238E27FC236}">
                <a16:creationId xmlns:a16="http://schemas.microsoft.com/office/drawing/2014/main" id="{8FC6E60B-071E-D350-BC6F-C0CD9604C7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60999" y="2586446"/>
            <a:ext cx="2101026" cy="2101026"/>
          </a:xfrm>
          <a:prstGeom prst="rect">
            <a:avLst/>
          </a:prstGeom>
        </p:spPr>
      </p:pic>
      <p:sp>
        <p:nvSpPr>
          <p:cNvPr id="22" name="Freeform: Shape 24">
            <a:extLst>
              <a:ext uri="{FF2B5EF4-FFF2-40B4-BE49-F238E27FC236}">
                <a16:creationId xmlns:a16="http://schemas.microsoft.com/office/drawing/2014/main" id="{55589210-86D7-6986-4F2E-47E6E193B276}"/>
              </a:ext>
            </a:extLst>
          </p:cNvPr>
          <p:cNvSpPr/>
          <p:nvPr userDrawn="1"/>
        </p:nvSpPr>
        <p:spPr>
          <a:xfrm>
            <a:off x="1" y="5491163"/>
            <a:ext cx="1460543" cy="1360974"/>
          </a:xfrm>
          <a:custGeom>
            <a:avLst/>
            <a:gdLst>
              <a:gd name="connsiteX0" fmla="*/ 618317 w 1778972"/>
              <a:gd name="connsiteY0" fmla="*/ 0 h 1657695"/>
              <a:gd name="connsiteX1" fmla="*/ 1778972 w 1778972"/>
              <a:gd name="connsiteY1" fmla="*/ 1160655 h 1657695"/>
              <a:gd name="connsiteX2" fmla="*/ 1687762 w 1778972"/>
              <a:gd name="connsiteY2" fmla="*/ 1612435 h 1657695"/>
              <a:gd name="connsiteX3" fmla="*/ 1663196 w 1778972"/>
              <a:gd name="connsiteY3" fmla="*/ 1657695 h 1657695"/>
              <a:gd name="connsiteX4" fmla="*/ 0 w 1778972"/>
              <a:gd name="connsiteY4" fmla="*/ 1657695 h 1657695"/>
              <a:gd name="connsiteX5" fmla="*/ 0 w 1778972"/>
              <a:gd name="connsiteY5" fmla="*/ 179622 h 1657695"/>
              <a:gd name="connsiteX6" fmla="*/ 65080 w 1778972"/>
              <a:gd name="connsiteY6" fmla="*/ 140085 h 1657695"/>
              <a:gd name="connsiteX7" fmla="*/ 618317 w 1778972"/>
              <a:gd name="connsiteY7" fmla="*/ 0 h 165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78972" h="1657695">
                <a:moveTo>
                  <a:pt x="618317" y="0"/>
                </a:moveTo>
                <a:cubicBezTo>
                  <a:pt x="1259329" y="0"/>
                  <a:pt x="1778972" y="519643"/>
                  <a:pt x="1778972" y="1160655"/>
                </a:cubicBezTo>
                <a:cubicBezTo>
                  <a:pt x="1778972" y="1320908"/>
                  <a:pt x="1746495" y="1473576"/>
                  <a:pt x="1687762" y="1612435"/>
                </a:cubicBezTo>
                <a:lnTo>
                  <a:pt x="1663196" y="1657695"/>
                </a:lnTo>
                <a:lnTo>
                  <a:pt x="0" y="1657695"/>
                </a:lnTo>
                <a:lnTo>
                  <a:pt x="0" y="179622"/>
                </a:lnTo>
                <a:lnTo>
                  <a:pt x="65080" y="140085"/>
                </a:lnTo>
                <a:cubicBezTo>
                  <a:pt x="229537" y="50747"/>
                  <a:pt x="418001" y="0"/>
                  <a:pt x="618317" y="0"/>
                </a:cubicBezTo>
                <a:close/>
              </a:path>
            </a:pathLst>
          </a:cu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FE12D4-690A-0F87-A603-8BADEE0A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978" y="848481"/>
            <a:ext cx="5044671" cy="920750"/>
          </a:xfrm>
        </p:spPr>
        <p:txBody>
          <a:bodyPr anchor="t">
            <a:noAutofit/>
          </a:bodyPr>
          <a:lstStyle>
            <a:lvl1pPr algn="ctr"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D91843-CA13-7080-4F10-850D261F1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79700" y="1946070"/>
            <a:ext cx="6832600" cy="951402"/>
          </a:xfrm>
        </p:spPr>
        <p:txBody>
          <a:bodyPr>
            <a:normAutofit/>
          </a:bodyPr>
          <a:lstStyle>
            <a:lvl1pPr marL="0" marR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11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Texto 6">
            <a:extLst>
              <a:ext uri="{FF2B5EF4-FFF2-40B4-BE49-F238E27FC236}">
                <a16:creationId xmlns:a16="http://schemas.microsoft.com/office/drawing/2014/main" id="{F65EBF6C-485C-17DD-8EC2-C13A19FCC4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67000" y="480048"/>
            <a:ext cx="5067325" cy="354597"/>
          </a:xfrm>
        </p:spPr>
        <p:txBody>
          <a:bodyPr lIns="108000" anchor="b">
            <a:normAutofit/>
          </a:bodyPr>
          <a:lstStyle>
            <a:lvl1pPr algn="ctr">
              <a:lnSpc>
                <a:spcPct val="100000"/>
              </a:lnSpc>
              <a:defRPr sz="1100" b="0" cap="all" spc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 err="1"/>
              <a:t>TítulO</a:t>
            </a:r>
            <a:endParaRPr lang="pt-BR"/>
          </a:p>
        </p:txBody>
      </p:sp>
      <p:sp>
        <p:nvSpPr>
          <p:cNvPr id="7" name="Freeform: Shape 26">
            <a:extLst>
              <a:ext uri="{FF2B5EF4-FFF2-40B4-BE49-F238E27FC236}">
                <a16:creationId xmlns:a16="http://schemas.microsoft.com/office/drawing/2014/main" id="{5E95BECC-9D3F-5219-68DD-89416A67263D}"/>
              </a:ext>
            </a:extLst>
          </p:cNvPr>
          <p:cNvSpPr/>
          <p:nvPr userDrawn="1"/>
        </p:nvSpPr>
        <p:spPr>
          <a:xfrm>
            <a:off x="3360987" y="3762124"/>
            <a:ext cx="4638820" cy="3090011"/>
          </a:xfrm>
          <a:custGeom>
            <a:avLst/>
            <a:gdLst>
              <a:gd name="connsiteX0" fmla="*/ 2319410 w 4638820"/>
              <a:gd name="connsiteY0" fmla="*/ 0 h 3090010"/>
              <a:gd name="connsiteX1" fmla="*/ 4638820 w 4638820"/>
              <a:gd name="connsiteY1" fmla="*/ 2319408 h 3090010"/>
              <a:gd name="connsiteX2" fmla="*/ 4534544 w 4638820"/>
              <a:gd name="connsiteY2" fmla="*/ 3009129 h 3090010"/>
              <a:gd name="connsiteX3" fmla="*/ 4504942 w 4638820"/>
              <a:gd name="connsiteY3" fmla="*/ 3090010 h 3090010"/>
              <a:gd name="connsiteX4" fmla="*/ 133879 w 4638820"/>
              <a:gd name="connsiteY4" fmla="*/ 3090010 h 3090010"/>
              <a:gd name="connsiteX5" fmla="*/ 104276 w 4638820"/>
              <a:gd name="connsiteY5" fmla="*/ 3009129 h 3090010"/>
              <a:gd name="connsiteX6" fmla="*/ 0 w 4638820"/>
              <a:gd name="connsiteY6" fmla="*/ 2319408 h 3090010"/>
              <a:gd name="connsiteX7" fmla="*/ 2319410 w 4638820"/>
              <a:gd name="connsiteY7" fmla="*/ 0 h 309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38820" h="3090010">
                <a:moveTo>
                  <a:pt x="2319410" y="0"/>
                </a:moveTo>
                <a:cubicBezTo>
                  <a:pt x="3600385" y="0"/>
                  <a:pt x="4638820" y="1038434"/>
                  <a:pt x="4638820" y="2319408"/>
                </a:cubicBezTo>
                <a:cubicBezTo>
                  <a:pt x="4638820" y="2559591"/>
                  <a:pt x="4602313" y="2791247"/>
                  <a:pt x="4534544" y="3009129"/>
                </a:cubicBezTo>
                <a:lnTo>
                  <a:pt x="4504942" y="3090010"/>
                </a:lnTo>
                <a:lnTo>
                  <a:pt x="133879" y="3090010"/>
                </a:lnTo>
                <a:lnTo>
                  <a:pt x="104276" y="3009129"/>
                </a:lnTo>
                <a:cubicBezTo>
                  <a:pt x="36508" y="2791247"/>
                  <a:pt x="0" y="2559591"/>
                  <a:pt x="0" y="2319408"/>
                </a:cubicBezTo>
                <a:cubicBezTo>
                  <a:pt x="0" y="1038434"/>
                  <a:pt x="1038435" y="0"/>
                  <a:pt x="231941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9" name="Oval 1">
            <a:extLst>
              <a:ext uri="{FF2B5EF4-FFF2-40B4-BE49-F238E27FC236}">
                <a16:creationId xmlns:a16="http://schemas.microsoft.com/office/drawing/2014/main" id="{0B03E640-E3BB-FB17-5537-862E75ABF681}"/>
              </a:ext>
            </a:extLst>
          </p:cNvPr>
          <p:cNvSpPr/>
          <p:nvPr userDrawn="1"/>
        </p:nvSpPr>
        <p:spPr>
          <a:xfrm>
            <a:off x="1409433" y="3372318"/>
            <a:ext cx="2844331" cy="284433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dist="38100" dir="8100000" algn="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B9DBEBF6-24A2-17AF-03D7-D3A1A2315E42}"/>
              </a:ext>
            </a:extLst>
          </p:cNvPr>
          <p:cNvSpPr/>
          <p:nvPr userDrawn="1"/>
        </p:nvSpPr>
        <p:spPr>
          <a:xfrm>
            <a:off x="4673835" y="3372318"/>
            <a:ext cx="2844331" cy="284433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dist="38100" dir="8100000" algn="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7AFB69F1-EC89-0D88-F743-AB0CCD4E607B}"/>
              </a:ext>
            </a:extLst>
          </p:cNvPr>
          <p:cNvSpPr/>
          <p:nvPr userDrawn="1"/>
        </p:nvSpPr>
        <p:spPr>
          <a:xfrm>
            <a:off x="7998729" y="3372318"/>
            <a:ext cx="2844331" cy="284433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dist="38100" dir="8100000" algn="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8" name="Espaço Reservado para Imagem 27">
            <a:extLst>
              <a:ext uri="{FF2B5EF4-FFF2-40B4-BE49-F238E27FC236}">
                <a16:creationId xmlns:a16="http://schemas.microsoft.com/office/drawing/2014/main" id="{6DE3F598-43D3-1E44-57FB-17EFD4D9254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512131" y="3631564"/>
            <a:ext cx="638934" cy="638934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pt-BR"/>
              <a:t>Ícone</a:t>
            </a:r>
          </a:p>
        </p:txBody>
      </p:sp>
      <p:sp>
        <p:nvSpPr>
          <p:cNvPr id="19" name="Espaço Reservado para Imagem 27">
            <a:extLst>
              <a:ext uri="{FF2B5EF4-FFF2-40B4-BE49-F238E27FC236}">
                <a16:creationId xmlns:a16="http://schemas.microsoft.com/office/drawing/2014/main" id="{E0926438-798E-F72E-EFC9-39EF87CE363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96186" y="3631564"/>
            <a:ext cx="638934" cy="638934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pt-BR"/>
              <a:t>Ícone</a:t>
            </a:r>
          </a:p>
        </p:txBody>
      </p:sp>
      <p:sp>
        <p:nvSpPr>
          <p:cNvPr id="20" name="Espaço Reservado para Imagem 27">
            <a:extLst>
              <a:ext uri="{FF2B5EF4-FFF2-40B4-BE49-F238E27FC236}">
                <a16:creationId xmlns:a16="http://schemas.microsoft.com/office/drawing/2014/main" id="{E07D2C1F-D30D-2277-57A7-14955984FC8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101966" y="3631564"/>
            <a:ext cx="638934" cy="638934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pt-BR"/>
              <a:t>Ícone</a:t>
            </a:r>
          </a:p>
        </p:txBody>
      </p:sp>
      <p:sp>
        <p:nvSpPr>
          <p:cNvPr id="25" name="Espaço Reservado para Texto 23">
            <a:extLst>
              <a:ext uri="{FF2B5EF4-FFF2-40B4-BE49-F238E27FC236}">
                <a16:creationId xmlns:a16="http://schemas.microsoft.com/office/drawing/2014/main" id="{10FAB265-50D2-444E-770C-DF530276BE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16450" y="4339221"/>
            <a:ext cx="2419408" cy="355592"/>
          </a:xfrm>
        </p:spPr>
        <p:txBody>
          <a:bodyPr>
            <a:normAutofit/>
          </a:bodyPr>
          <a:lstStyle>
            <a:lvl1pPr algn="ctr">
              <a:defRPr sz="14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27" name="Espaço Reservado para Texto 23">
            <a:extLst>
              <a:ext uri="{FF2B5EF4-FFF2-40B4-BE49-F238E27FC236}">
                <a16:creationId xmlns:a16="http://schemas.microsoft.com/office/drawing/2014/main" id="{A60E8CAA-48D5-61E9-C74D-2CCEB3E3A7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86296" y="4339221"/>
            <a:ext cx="2419408" cy="355592"/>
          </a:xfrm>
        </p:spPr>
        <p:txBody>
          <a:bodyPr>
            <a:normAutofit/>
          </a:bodyPr>
          <a:lstStyle>
            <a:lvl1pPr algn="ctr">
              <a:defRPr sz="14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29" name="Espaço Reservado para Texto 23">
            <a:extLst>
              <a:ext uri="{FF2B5EF4-FFF2-40B4-BE49-F238E27FC236}">
                <a16:creationId xmlns:a16="http://schemas.microsoft.com/office/drawing/2014/main" id="{73876383-9A46-664A-7697-809108EB46B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11409" y="4339221"/>
            <a:ext cx="2419408" cy="355592"/>
          </a:xfrm>
        </p:spPr>
        <p:txBody>
          <a:bodyPr>
            <a:normAutofit/>
          </a:bodyPr>
          <a:lstStyle>
            <a:lvl1pPr algn="ctr">
              <a:defRPr sz="14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37" name="Espaço Reservado para Texto 36">
            <a:extLst>
              <a:ext uri="{FF2B5EF4-FFF2-40B4-BE49-F238E27FC236}">
                <a16:creationId xmlns:a16="http://schemas.microsoft.com/office/drawing/2014/main" id="{F5EC3AD8-AE40-5DF3-5734-FF5CE486586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610496" y="4704373"/>
            <a:ext cx="2444373" cy="920750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1100" b="0">
                <a:solidFill>
                  <a:schemeClr val="tx2"/>
                </a:solidFill>
              </a:defRPr>
            </a:lvl1pPr>
            <a:lvl2pPr algn="ctr">
              <a:defRPr sz="1100">
                <a:solidFill>
                  <a:schemeClr val="tx2"/>
                </a:solidFill>
              </a:defRPr>
            </a:lvl2pPr>
            <a:lvl3pPr algn="ctr">
              <a:defRPr sz="1100">
                <a:solidFill>
                  <a:schemeClr val="tx2"/>
                </a:solidFill>
              </a:defRPr>
            </a:lvl3pPr>
            <a:lvl4pPr algn="ctr">
              <a:defRPr sz="1100">
                <a:solidFill>
                  <a:schemeClr val="tx2"/>
                </a:solidFill>
              </a:defRPr>
            </a:lvl4pPr>
            <a:lvl5pPr algn="ctr"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8" name="Espaço Reservado para Texto 36">
            <a:extLst>
              <a:ext uri="{FF2B5EF4-FFF2-40B4-BE49-F238E27FC236}">
                <a16:creationId xmlns:a16="http://schemas.microsoft.com/office/drawing/2014/main" id="{D2DAA205-1F5B-0E76-2E89-35678D12406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878915" y="4704373"/>
            <a:ext cx="2444373" cy="920750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1100" b="0">
                <a:solidFill>
                  <a:schemeClr val="tx2"/>
                </a:solidFill>
              </a:defRPr>
            </a:lvl1pPr>
            <a:lvl2pPr algn="ctr">
              <a:defRPr sz="1100">
                <a:solidFill>
                  <a:schemeClr val="tx2"/>
                </a:solidFill>
              </a:defRPr>
            </a:lvl2pPr>
            <a:lvl3pPr algn="ctr">
              <a:defRPr sz="1100">
                <a:solidFill>
                  <a:schemeClr val="tx2"/>
                </a:solidFill>
              </a:defRPr>
            </a:lvl3pPr>
            <a:lvl4pPr algn="ctr">
              <a:defRPr sz="1100">
                <a:solidFill>
                  <a:schemeClr val="tx2"/>
                </a:solidFill>
              </a:defRPr>
            </a:lvl4pPr>
            <a:lvl5pPr algn="ctr"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9" name="Espaço Reservado para Texto 36">
            <a:extLst>
              <a:ext uri="{FF2B5EF4-FFF2-40B4-BE49-F238E27FC236}">
                <a16:creationId xmlns:a16="http://schemas.microsoft.com/office/drawing/2014/main" id="{EC8C1CAA-95F3-AE44-1F31-7D912F1B861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199247" y="4704373"/>
            <a:ext cx="2444373" cy="920750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1100" b="0">
                <a:solidFill>
                  <a:schemeClr val="tx2"/>
                </a:solidFill>
              </a:defRPr>
            </a:lvl1pPr>
            <a:lvl2pPr algn="ctr">
              <a:defRPr sz="1100">
                <a:solidFill>
                  <a:schemeClr val="tx2"/>
                </a:solidFill>
              </a:defRPr>
            </a:lvl2pPr>
            <a:lvl3pPr algn="ctr">
              <a:defRPr sz="1100">
                <a:solidFill>
                  <a:schemeClr val="tx2"/>
                </a:solidFill>
              </a:defRPr>
            </a:lvl3pPr>
            <a:lvl4pPr algn="ctr">
              <a:defRPr sz="1100">
                <a:solidFill>
                  <a:schemeClr val="tx2"/>
                </a:solidFill>
              </a:defRPr>
            </a:lvl4pPr>
            <a:lvl5pPr algn="ctr"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895303359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5536CC76-6171-B09D-FDF3-59407A1352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00" y="-1751088"/>
            <a:ext cx="2647804" cy="311117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5C99EB3E-B5D8-9B44-1758-975265A41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77559" y="3052763"/>
            <a:ext cx="5182891" cy="60899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BDA759A-9915-56A7-B65A-20AE4C2B5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391" y="1668084"/>
            <a:ext cx="3046009" cy="1281113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6">
            <a:extLst>
              <a:ext uri="{FF2B5EF4-FFF2-40B4-BE49-F238E27FC236}">
                <a16:creationId xmlns:a16="http://schemas.microsoft.com/office/drawing/2014/main" id="{5A69258F-54AB-711A-8C68-B0EDF4C7EF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71669" y="1313487"/>
            <a:ext cx="3044731" cy="354597"/>
          </a:xfrm>
        </p:spPr>
        <p:txBody>
          <a:bodyPr lIns="108000" anchor="b">
            <a:normAutofit/>
          </a:bodyPr>
          <a:lstStyle>
            <a:lvl1pPr algn="l"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 err="1"/>
              <a:t>TítulO</a:t>
            </a:r>
            <a:endParaRPr lang="pt-BR"/>
          </a:p>
        </p:txBody>
      </p:sp>
      <p:sp>
        <p:nvSpPr>
          <p:cNvPr id="28" name="Espaço Reservado para Texto 26">
            <a:extLst>
              <a:ext uri="{FF2B5EF4-FFF2-40B4-BE49-F238E27FC236}">
                <a16:creationId xmlns:a16="http://schemas.microsoft.com/office/drawing/2014/main" id="{48FFDDFF-D427-23B0-5392-54A4F7DC0D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73601" y="1566862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35" name="Espaço Reservado para Texto 26">
            <a:extLst>
              <a:ext uri="{FF2B5EF4-FFF2-40B4-BE49-F238E27FC236}">
                <a16:creationId xmlns:a16="http://schemas.microsoft.com/office/drawing/2014/main" id="{434FF1FA-B54B-D941-7236-4AB73CE07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73601" y="2546240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36" name="Espaço Reservado para Texto 26">
            <a:extLst>
              <a:ext uri="{FF2B5EF4-FFF2-40B4-BE49-F238E27FC236}">
                <a16:creationId xmlns:a16="http://schemas.microsoft.com/office/drawing/2014/main" id="{94BBE6CA-1C8D-0C0E-98B1-F0C9675FB2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73601" y="3507581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37" name="Espaço Reservado para Texto 26">
            <a:extLst>
              <a:ext uri="{FF2B5EF4-FFF2-40B4-BE49-F238E27FC236}">
                <a16:creationId xmlns:a16="http://schemas.microsoft.com/office/drawing/2014/main" id="{802FF599-8D20-63CA-9E5C-86076C60E4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73601" y="4461884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1" name="Espaço Reservado para Texto 26">
            <a:extLst>
              <a:ext uri="{FF2B5EF4-FFF2-40B4-BE49-F238E27FC236}">
                <a16:creationId xmlns:a16="http://schemas.microsoft.com/office/drawing/2014/main" id="{57A346B4-11F9-01EB-210A-4A70946F8E0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97850" y="1566862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2" name="Espaço Reservado para Texto 26">
            <a:extLst>
              <a:ext uri="{FF2B5EF4-FFF2-40B4-BE49-F238E27FC236}">
                <a16:creationId xmlns:a16="http://schemas.microsoft.com/office/drawing/2014/main" id="{EC3DE48F-0EBD-2A68-925F-8A0EF020E6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97850" y="2546240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3" name="Espaço Reservado para Texto 26">
            <a:extLst>
              <a:ext uri="{FF2B5EF4-FFF2-40B4-BE49-F238E27FC236}">
                <a16:creationId xmlns:a16="http://schemas.microsoft.com/office/drawing/2014/main" id="{FF173AB6-483B-5C2C-0E35-74B8CFC072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97850" y="3507581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4" name="Espaço Reservado para Texto 26">
            <a:extLst>
              <a:ext uri="{FF2B5EF4-FFF2-40B4-BE49-F238E27FC236}">
                <a16:creationId xmlns:a16="http://schemas.microsoft.com/office/drawing/2014/main" id="{67ADE121-C2B0-51E4-A497-3BB512AA41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4461884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8" name="Espaço Reservado para Texto 45">
            <a:extLst>
              <a:ext uri="{FF2B5EF4-FFF2-40B4-BE49-F238E27FC236}">
                <a16:creationId xmlns:a16="http://schemas.microsoft.com/office/drawing/2014/main" id="{AA0A1508-379C-FE57-7F02-B2F7615EF5C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230813" y="1607419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0" name="Espaço Reservado para Texto 45">
            <a:extLst>
              <a:ext uri="{FF2B5EF4-FFF2-40B4-BE49-F238E27FC236}">
                <a16:creationId xmlns:a16="http://schemas.microsoft.com/office/drawing/2014/main" id="{90EFF4E9-FB08-5C1A-9AE1-FC5E00F8336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30813" y="2579309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6" name="Espaço Reservado para Texto 45">
            <a:extLst>
              <a:ext uri="{FF2B5EF4-FFF2-40B4-BE49-F238E27FC236}">
                <a16:creationId xmlns:a16="http://schemas.microsoft.com/office/drawing/2014/main" id="{69EED1E0-BCD6-F969-095D-CB3F4281C4C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230813" y="4500843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7" name="Espaço Reservado para Texto 45">
            <a:extLst>
              <a:ext uri="{FF2B5EF4-FFF2-40B4-BE49-F238E27FC236}">
                <a16:creationId xmlns:a16="http://schemas.microsoft.com/office/drawing/2014/main" id="{FC661200-4B00-8BE8-EBFB-A1ADFE405EB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230813" y="3533705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8" name="Espaço Reservado para Texto 45">
            <a:extLst>
              <a:ext uri="{FF2B5EF4-FFF2-40B4-BE49-F238E27FC236}">
                <a16:creationId xmlns:a16="http://schemas.microsoft.com/office/drawing/2014/main" id="{345D7696-2F1D-1E51-5609-E3C0EBA299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756650" y="1607419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9" name="Espaço Reservado para Texto 45">
            <a:extLst>
              <a:ext uri="{FF2B5EF4-FFF2-40B4-BE49-F238E27FC236}">
                <a16:creationId xmlns:a16="http://schemas.microsoft.com/office/drawing/2014/main" id="{22E326E2-1473-4ABD-2CF9-3D37955704C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756650" y="2579309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0" name="Espaço Reservado para Texto 45">
            <a:extLst>
              <a:ext uri="{FF2B5EF4-FFF2-40B4-BE49-F238E27FC236}">
                <a16:creationId xmlns:a16="http://schemas.microsoft.com/office/drawing/2014/main" id="{5A6A8A0A-A9DC-57C3-F49B-D204B25F3ED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756650" y="4500843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1" name="Espaço Reservado para Texto 45">
            <a:extLst>
              <a:ext uri="{FF2B5EF4-FFF2-40B4-BE49-F238E27FC236}">
                <a16:creationId xmlns:a16="http://schemas.microsoft.com/office/drawing/2014/main" id="{D3BE16D6-E390-D1BC-569E-B7C8A4BAC1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756650" y="3533705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2" name="Espaço Reservado para Texto 3">
            <a:extLst>
              <a:ext uri="{FF2B5EF4-FFF2-40B4-BE49-F238E27FC236}">
                <a16:creationId xmlns:a16="http://schemas.microsoft.com/office/drawing/2014/main" id="{79D8D897-387E-A66E-3D4D-C6E8F6F70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70391" y="3235508"/>
            <a:ext cx="3044731" cy="951402"/>
          </a:xfrm>
        </p:spPr>
        <p:txBody>
          <a:bodyPr>
            <a:normAutofit/>
          </a:bodyPr>
          <a:lstStyle>
            <a:lvl1pPr marL="0" marR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11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94193097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#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5536CC76-6171-B09D-FDF3-59407A1352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00" y="-1751088"/>
            <a:ext cx="2647804" cy="311117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5C99EB3E-B5D8-9B44-1758-975265A41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77559" y="3052763"/>
            <a:ext cx="5182891" cy="60899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BDA759A-9915-56A7-B65A-20AE4C2B5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391" y="1668084"/>
            <a:ext cx="3046009" cy="1281113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6">
            <a:extLst>
              <a:ext uri="{FF2B5EF4-FFF2-40B4-BE49-F238E27FC236}">
                <a16:creationId xmlns:a16="http://schemas.microsoft.com/office/drawing/2014/main" id="{5A69258F-54AB-711A-8C68-B0EDF4C7EF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71669" y="1313487"/>
            <a:ext cx="3044731" cy="354597"/>
          </a:xfrm>
        </p:spPr>
        <p:txBody>
          <a:bodyPr lIns="108000" anchor="b">
            <a:normAutofit/>
          </a:bodyPr>
          <a:lstStyle>
            <a:lvl1pPr algn="l"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 err="1"/>
              <a:t>TítulO</a:t>
            </a:r>
            <a:endParaRPr lang="pt-BR"/>
          </a:p>
        </p:txBody>
      </p:sp>
      <p:sp>
        <p:nvSpPr>
          <p:cNvPr id="28" name="Espaço Reservado para Texto 26">
            <a:extLst>
              <a:ext uri="{FF2B5EF4-FFF2-40B4-BE49-F238E27FC236}">
                <a16:creationId xmlns:a16="http://schemas.microsoft.com/office/drawing/2014/main" id="{48FFDDFF-D427-23B0-5392-54A4F7DC0D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73601" y="1566862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35" name="Espaço Reservado para Texto 26">
            <a:extLst>
              <a:ext uri="{FF2B5EF4-FFF2-40B4-BE49-F238E27FC236}">
                <a16:creationId xmlns:a16="http://schemas.microsoft.com/office/drawing/2014/main" id="{434FF1FA-B54B-D941-7236-4AB73CE07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73601" y="2546240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36" name="Espaço Reservado para Texto 26">
            <a:extLst>
              <a:ext uri="{FF2B5EF4-FFF2-40B4-BE49-F238E27FC236}">
                <a16:creationId xmlns:a16="http://schemas.microsoft.com/office/drawing/2014/main" id="{94BBE6CA-1C8D-0C0E-98B1-F0C9675FB2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73601" y="3507581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37" name="Espaço Reservado para Texto 26">
            <a:extLst>
              <a:ext uri="{FF2B5EF4-FFF2-40B4-BE49-F238E27FC236}">
                <a16:creationId xmlns:a16="http://schemas.microsoft.com/office/drawing/2014/main" id="{802FF599-8D20-63CA-9E5C-86076C60E4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73601" y="4461884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1" name="Espaço Reservado para Texto 26">
            <a:extLst>
              <a:ext uri="{FF2B5EF4-FFF2-40B4-BE49-F238E27FC236}">
                <a16:creationId xmlns:a16="http://schemas.microsoft.com/office/drawing/2014/main" id="{57A346B4-11F9-01EB-210A-4A70946F8E0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97850" y="1566862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2" name="Espaço Reservado para Texto 26">
            <a:extLst>
              <a:ext uri="{FF2B5EF4-FFF2-40B4-BE49-F238E27FC236}">
                <a16:creationId xmlns:a16="http://schemas.microsoft.com/office/drawing/2014/main" id="{EC3DE48F-0EBD-2A68-925F-8A0EF020E6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97850" y="2546240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3" name="Espaço Reservado para Texto 26">
            <a:extLst>
              <a:ext uri="{FF2B5EF4-FFF2-40B4-BE49-F238E27FC236}">
                <a16:creationId xmlns:a16="http://schemas.microsoft.com/office/drawing/2014/main" id="{FF173AB6-483B-5C2C-0E35-74B8CFC072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97850" y="3507581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4" name="Espaço Reservado para Texto 26">
            <a:extLst>
              <a:ext uri="{FF2B5EF4-FFF2-40B4-BE49-F238E27FC236}">
                <a16:creationId xmlns:a16="http://schemas.microsoft.com/office/drawing/2014/main" id="{67ADE121-C2B0-51E4-A497-3BB512AA41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4461884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8" name="Espaço Reservado para Texto 45">
            <a:extLst>
              <a:ext uri="{FF2B5EF4-FFF2-40B4-BE49-F238E27FC236}">
                <a16:creationId xmlns:a16="http://schemas.microsoft.com/office/drawing/2014/main" id="{AA0A1508-379C-FE57-7F02-B2F7615EF5C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230813" y="1607419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0" name="Espaço Reservado para Texto 45">
            <a:extLst>
              <a:ext uri="{FF2B5EF4-FFF2-40B4-BE49-F238E27FC236}">
                <a16:creationId xmlns:a16="http://schemas.microsoft.com/office/drawing/2014/main" id="{90EFF4E9-FB08-5C1A-9AE1-FC5E00F8336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30813" y="2579309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6" name="Espaço Reservado para Texto 45">
            <a:extLst>
              <a:ext uri="{FF2B5EF4-FFF2-40B4-BE49-F238E27FC236}">
                <a16:creationId xmlns:a16="http://schemas.microsoft.com/office/drawing/2014/main" id="{69EED1E0-BCD6-F969-095D-CB3F4281C4C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230813" y="4500843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7" name="Espaço Reservado para Texto 45">
            <a:extLst>
              <a:ext uri="{FF2B5EF4-FFF2-40B4-BE49-F238E27FC236}">
                <a16:creationId xmlns:a16="http://schemas.microsoft.com/office/drawing/2014/main" id="{FC661200-4B00-8BE8-EBFB-A1ADFE405EB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230813" y="3533705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8" name="Espaço Reservado para Texto 45">
            <a:extLst>
              <a:ext uri="{FF2B5EF4-FFF2-40B4-BE49-F238E27FC236}">
                <a16:creationId xmlns:a16="http://schemas.microsoft.com/office/drawing/2014/main" id="{345D7696-2F1D-1E51-5609-E3C0EBA299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756650" y="1607419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9" name="Espaço Reservado para Texto 45">
            <a:extLst>
              <a:ext uri="{FF2B5EF4-FFF2-40B4-BE49-F238E27FC236}">
                <a16:creationId xmlns:a16="http://schemas.microsoft.com/office/drawing/2014/main" id="{22E326E2-1473-4ABD-2CF9-3D37955704C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756650" y="2579309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0" name="Espaço Reservado para Texto 45">
            <a:extLst>
              <a:ext uri="{FF2B5EF4-FFF2-40B4-BE49-F238E27FC236}">
                <a16:creationId xmlns:a16="http://schemas.microsoft.com/office/drawing/2014/main" id="{5A6A8A0A-A9DC-57C3-F49B-D204B25F3ED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756650" y="4500843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1" name="Espaço Reservado para Texto 45">
            <a:extLst>
              <a:ext uri="{FF2B5EF4-FFF2-40B4-BE49-F238E27FC236}">
                <a16:creationId xmlns:a16="http://schemas.microsoft.com/office/drawing/2014/main" id="{D3BE16D6-E390-D1BC-569E-B7C8A4BAC1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756650" y="3533705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2" name="Espaço Reservado para Texto 3">
            <a:extLst>
              <a:ext uri="{FF2B5EF4-FFF2-40B4-BE49-F238E27FC236}">
                <a16:creationId xmlns:a16="http://schemas.microsoft.com/office/drawing/2014/main" id="{79D8D897-387E-A66E-3D4D-C6E8F6F70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70391" y="3235508"/>
            <a:ext cx="3044731" cy="951402"/>
          </a:xfrm>
        </p:spPr>
        <p:txBody>
          <a:bodyPr>
            <a:normAutofit/>
          </a:bodyPr>
          <a:lstStyle>
            <a:lvl1pPr marL="0" marR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11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33210561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ári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5536CC76-6171-B09D-FDF3-59407A1352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00" y="-1751088"/>
            <a:ext cx="2647804" cy="311117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5C99EB3E-B5D8-9B44-1758-975265A41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77559" y="3052763"/>
            <a:ext cx="5182891" cy="60899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BDA759A-9915-56A7-B65A-20AE4C2B5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391" y="1668084"/>
            <a:ext cx="3046009" cy="1281113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6">
            <a:extLst>
              <a:ext uri="{FF2B5EF4-FFF2-40B4-BE49-F238E27FC236}">
                <a16:creationId xmlns:a16="http://schemas.microsoft.com/office/drawing/2014/main" id="{5A69258F-54AB-711A-8C68-B0EDF4C7EF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71669" y="1313487"/>
            <a:ext cx="3044731" cy="354597"/>
          </a:xfrm>
        </p:spPr>
        <p:txBody>
          <a:bodyPr lIns="108000" anchor="b">
            <a:normAutofit/>
          </a:bodyPr>
          <a:lstStyle>
            <a:lvl1pPr algn="l">
              <a:lnSpc>
                <a:spcPct val="100000"/>
              </a:lnSpc>
              <a:defRPr sz="1100" b="0" cap="all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err="1"/>
              <a:t>TítulO</a:t>
            </a:r>
            <a:endParaRPr lang="pt-BR"/>
          </a:p>
        </p:txBody>
      </p:sp>
      <p:sp>
        <p:nvSpPr>
          <p:cNvPr id="48" name="Espaço Reservado para Texto 45">
            <a:extLst>
              <a:ext uri="{FF2B5EF4-FFF2-40B4-BE49-F238E27FC236}">
                <a16:creationId xmlns:a16="http://schemas.microsoft.com/office/drawing/2014/main" id="{AA0A1508-379C-FE57-7F02-B2F7615EF5C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230813" y="1607419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0" name="Espaço Reservado para Texto 45">
            <a:extLst>
              <a:ext uri="{FF2B5EF4-FFF2-40B4-BE49-F238E27FC236}">
                <a16:creationId xmlns:a16="http://schemas.microsoft.com/office/drawing/2014/main" id="{90EFF4E9-FB08-5C1A-9AE1-FC5E00F8336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30813" y="2579309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6" name="Espaço Reservado para Texto 45">
            <a:extLst>
              <a:ext uri="{FF2B5EF4-FFF2-40B4-BE49-F238E27FC236}">
                <a16:creationId xmlns:a16="http://schemas.microsoft.com/office/drawing/2014/main" id="{69EED1E0-BCD6-F969-095D-CB3F4281C4C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230813" y="4500843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7" name="Espaço Reservado para Texto 45">
            <a:extLst>
              <a:ext uri="{FF2B5EF4-FFF2-40B4-BE49-F238E27FC236}">
                <a16:creationId xmlns:a16="http://schemas.microsoft.com/office/drawing/2014/main" id="{FC661200-4B00-8BE8-EBFB-A1ADFE405EB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230813" y="3533705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8" name="Espaço Reservado para Texto 45">
            <a:extLst>
              <a:ext uri="{FF2B5EF4-FFF2-40B4-BE49-F238E27FC236}">
                <a16:creationId xmlns:a16="http://schemas.microsoft.com/office/drawing/2014/main" id="{345D7696-2F1D-1E51-5609-E3C0EBA299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756650" y="1607419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9" name="Espaço Reservado para Texto 45">
            <a:extLst>
              <a:ext uri="{FF2B5EF4-FFF2-40B4-BE49-F238E27FC236}">
                <a16:creationId xmlns:a16="http://schemas.microsoft.com/office/drawing/2014/main" id="{22E326E2-1473-4ABD-2CF9-3D37955704C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756650" y="2579309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0" name="Espaço Reservado para Texto 45">
            <a:extLst>
              <a:ext uri="{FF2B5EF4-FFF2-40B4-BE49-F238E27FC236}">
                <a16:creationId xmlns:a16="http://schemas.microsoft.com/office/drawing/2014/main" id="{5A6A8A0A-A9DC-57C3-F49B-D204B25F3ED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756650" y="4500843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1" name="Espaço Reservado para Texto 45">
            <a:extLst>
              <a:ext uri="{FF2B5EF4-FFF2-40B4-BE49-F238E27FC236}">
                <a16:creationId xmlns:a16="http://schemas.microsoft.com/office/drawing/2014/main" id="{D3BE16D6-E390-D1BC-569E-B7C8A4BAC1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756650" y="3533705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9F790EC3-C462-56AD-2B08-F7FF72508A8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576763" y="1571153"/>
            <a:ext cx="654050" cy="654050"/>
          </a:xfrm>
          <a:prstGeom prst="ellipse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9" name="Espaço Reservado para Imagem 6">
            <a:extLst>
              <a:ext uri="{FF2B5EF4-FFF2-40B4-BE49-F238E27FC236}">
                <a16:creationId xmlns:a16="http://schemas.microsoft.com/office/drawing/2014/main" id="{117F00D3-8A9D-BA5C-B4D6-56F53DABE081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76763" y="4468922"/>
            <a:ext cx="654050" cy="654050"/>
          </a:xfrm>
          <a:prstGeom prst="ellipse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sp>
        <p:nvSpPr>
          <p:cNvPr id="11" name="Espaço Reservado para Imagem 6">
            <a:extLst>
              <a:ext uri="{FF2B5EF4-FFF2-40B4-BE49-F238E27FC236}">
                <a16:creationId xmlns:a16="http://schemas.microsoft.com/office/drawing/2014/main" id="{C63AF8FD-7A31-97C0-140D-F6C27992E08A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576763" y="3507444"/>
            <a:ext cx="654050" cy="654050"/>
          </a:xfrm>
          <a:prstGeom prst="ellipse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sp>
        <p:nvSpPr>
          <p:cNvPr id="13" name="Espaço Reservado para Imagem 6">
            <a:extLst>
              <a:ext uri="{FF2B5EF4-FFF2-40B4-BE49-F238E27FC236}">
                <a16:creationId xmlns:a16="http://schemas.microsoft.com/office/drawing/2014/main" id="{F1E03703-2380-F3EB-4FA7-CE7A98BD8A4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576763" y="2545093"/>
            <a:ext cx="654050" cy="654050"/>
          </a:xfrm>
          <a:prstGeom prst="ellipse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sp>
        <p:nvSpPr>
          <p:cNvPr id="18" name="Espaço Reservado para Imagem 6">
            <a:extLst>
              <a:ext uri="{FF2B5EF4-FFF2-40B4-BE49-F238E27FC236}">
                <a16:creationId xmlns:a16="http://schemas.microsoft.com/office/drawing/2014/main" id="{F2561D0A-B2DA-2E1A-6F9F-4F820557716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102600" y="1571153"/>
            <a:ext cx="654050" cy="654050"/>
          </a:xfrm>
          <a:prstGeom prst="ellipse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sp>
        <p:nvSpPr>
          <p:cNvPr id="19" name="Espaço Reservado para Imagem 6">
            <a:extLst>
              <a:ext uri="{FF2B5EF4-FFF2-40B4-BE49-F238E27FC236}">
                <a16:creationId xmlns:a16="http://schemas.microsoft.com/office/drawing/2014/main" id="{5FF9A836-CC47-5A5F-1F9F-77925A1F4580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102600" y="4468922"/>
            <a:ext cx="654050" cy="654050"/>
          </a:xfrm>
          <a:prstGeom prst="ellipse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sp>
        <p:nvSpPr>
          <p:cNvPr id="20" name="Espaço Reservado para Imagem 6">
            <a:extLst>
              <a:ext uri="{FF2B5EF4-FFF2-40B4-BE49-F238E27FC236}">
                <a16:creationId xmlns:a16="http://schemas.microsoft.com/office/drawing/2014/main" id="{6B2CA7E3-B922-EC4D-43CF-64B5C722AF4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102600" y="3507444"/>
            <a:ext cx="654050" cy="654050"/>
          </a:xfrm>
          <a:prstGeom prst="ellipse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sp>
        <p:nvSpPr>
          <p:cNvPr id="21" name="Espaço Reservado para Imagem 6">
            <a:extLst>
              <a:ext uri="{FF2B5EF4-FFF2-40B4-BE49-F238E27FC236}">
                <a16:creationId xmlns:a16="http://schemas.microsoft.com/office/drawing/2014/main" id="{59009F60-9F6B-1234-55D4-BBD6C8FA18B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8102600" y="2545093"/>
            <a:ext cx="654050" cy="654050"/>
          </a:xfrm>
          <a:prstGeom prst="ellipse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16617003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177963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339FF7-E679-BC64-FE01-C490964293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562" y="2848767"/>
            <a:ext cx="6832600" cy="1281113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lang="pt-BR" sz="5400" b="1" i="0" u="none" strike="noStrike" kern="1200" cap="all" spc="-10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</a:t>
            </a:r>
            <a:r>
              <a:rPr lang="pt-BR" err="1"/>
              <a:t>títulO</a:t>
            </a:r>
            <a:endParaRPr lang="pt-BR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74D81A32-4C7C-0CCE-4AE1-180F087D3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9BD457A8-84E7-7430-6D08-43149ED43C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43448" y="4877887"/>
            <a:ext cx="1577057" cy="1853043"/>
          </a:xfrm>
          <a:prstGeom prst="rect">
            <a:avLst/>
          </a:prstGeom>
        </p:spPr>
      </p:pic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0D810081-EA73-009A-C87B-3D42044833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449218"/>
            <a:ext cx="6832600" cy="447675"/>
          </a:xfrm>
        </p:spPr>
        <p:txBody>
          <a:bodyPr lIns="144000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C8458586-A2E0-FAC7-BE44-2EA68F6CF9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4205706"/>
            <a:ext cx="6832600" cy="447675"/>
          </a:xfrm>
        </p:spPr>
        <p:txBody>
          <a:bodyPr lIns="144000" anchor="t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24C9451C-4B61-4874-1435-D78622F233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5600" y="-2844501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154177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339FF7-E679-BC64-FE01-C490964293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562" y="2848767"/>
            <a:ext cx="6832600" cy="1281113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lang="pt-BR" sz="5400" b="1" i="0" u="none" strike="noStrike" kern="1200" cap="all" spc="-10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</a:t>
            </a:r>
            <a:r>
              <a:rPr lang="pt-BR" err="1"/>
              <a:t>títulO</a:t>
            </a:r>
            <a:endParaRPr lang="pt-BR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74D81A32-4C7C-0CCE-4AE1-180F087D3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9BD457A8-84E7-7430-6D08-43149ED43C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43448" y="4877887"/>
            <a:ext cx="1577057" cy="1853043"/>
          </a:xfrm>
          <a:prstGeom prst="rect">
            <a:avLst/>
          </a:prstGeom>
        </p:spPr>
      </p:pic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0D810081-EA73-009A-C87B-3D42044833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449218"/>
            <a:ext cx="6832600" cy="447675"/>
          </a:xfrm>
        </p:spPr>
        <p:txBody>
          <a:bodyPr lIns="144000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C8458586-A2E0-FAC7-BE44-2EA68F6CF9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4205706"/>
            <a:ext cx="6832600" cy="447675"/>
          </a:xfrm>
        </p:spPr>
        <p:txBody>
          <a:bodyPr lIns="144000" anchor="t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24C9451C-4B61-4874-1435-D78622F233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5600" y="-2844501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029595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63E891D6-3C9E-6CA7-58C5-A99C0C4D22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58099" y="274462"/>
            <a:ext cx="1577057" cy="185304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827399-D6D9-8189-3904-36F5D8797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38195"/>
            <a:ext cx="5067300" cy="1326091"/>
          </a:xfrm>
          <a:prstGeom prst="rect">
            <a:avLst/>
          </a:prstGeom>
        </p:spPr>
        <p:txBody>
          <a:bodyPr>
            <a:noAutofit/>
          </a:bodyPr>
          <a:lstStyle>
            <a:lvl1pPr marR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4800" b="1" i="0" u="none" strike="noStrike" cap="none" spc="-100" baseline="0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53DD9C0-0B7B-4802-9204-0F90379C05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30111" y="1170710"/>
            <a:ext cx="4516582" cy="4516582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333"/>
            </a:lvl1pPr>
          </a:lstStyle>
          <a:p>
            <a:endParaRPr lang="en-ID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3DA375F6-7AA0-AEC1-BC95-CE2BAFBDE8A2}"/>
              </a:ext>
            </a:extLst>
          </p:cNvPr>
          <p:cNvSpPr/>
          <p:nvPr userDrawn="1"/>
        </p:nvSpPr>
        <p:spPr>
          <a:xfrm>
            <a:off x="6114793" y="1078111"/>
            <a:ext cx="4747217" cy="4747217"/>
          </a:xfrm>
          <a:prstGeom prst="ellipse">
            <a:avLst/>
          </a:prstGeom>
          <a:noFill/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264327539">
                  <a:custGeom>
                    <a:avLst/>
                    <a:gdLst>
                      <a:gd name="connsiteX0" fmla="*/ 0 w 4747217"/>
                      <a:gd name="connsiteY0" fmla="*/ 2373609 h 4747217"/>
                      <a:gd name="connsiteX1" fmla="*/ 2373609 w 4747217"/>
                      <a:gd name="connsiteY1" fmla="*/ 0 h 4747217"/>
                      <a:gd name="connsiteX2" fmla="*/ 4747218 w 4747217"/>
                      <a:gd name="connsiteY2" fmla="*/ 2373609 h 4747217"/>
                      <a:gd name="connsiteX3" fmla="*/ 2373609 w 4747217"/>
                      <a:gd name="connsiteY3" fmla="*/ 4747218 h 4747217"/>
                      <a:gd name="connsiteX4" fmla="*/ 0 w 4747217"/>
                      <a:gd name="connsiteY4" fmla="*/ 2373609 h 4747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747217" h="4747217" extrusionOk="0">
                        <a:moveTo>
                          <a:pt x="0" y="2373609"/>
                        </a:moveTo>
                        <a:cubicBezTo>
                          <a:pt x="-47287" y="930507"/>
                          <a:pt x="1050209" y="-151600"/>
                          <a:pt x="2373609" y="0"/>
                        </a:cubicBezTo>
                        <a:cubicBezTo>
                          <a:pt x="3459270" y="-54555"/>
                          <a:pt x="4685701" y="1074288"/>
                          <a:pt x="4747218" y="2373609"/>
                        </a:cubicBezTo>
                        <a:cubicBezTo>
                          <a:pt x="4844760" y="3890868"/>
                          <a:pt x="3836141" y="4684234"/>
                          <a:pt x="2373609" y="4747218"/>
                        </a:cubicBezTo>
                        <a:cubicBezTo>
                          <a:pt x="1311770" y="4759003"/>
                          <a:pt x="3635" y="3726051"/>
                          <a:pt x="0" y="237360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33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F3284FE4-4CFB-8D54-E3D2-F2EE05FC53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386" y="1200983"/>
            <a:ext cx="1412714" cy="829797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E1E74A66-AB3B-0B9D-E917-184B6A4C99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85919" y="-473413"/>
            <a:ext cx="1577057" cy="1853043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40E63747-3802-E5CE-C8ED-52D01051B737}"/>
              </a:ext>
            </a:extLst>
          </p:cNvPr>
          <p:cNvSpPr txBox="1">
            <a:spLocks/>
          </p:cNvSpPr>
          <p:nvPr userDrawn="1"/>
        </p:nvSpPr>
        <p:spPr>
          <a:xfrm>
            <a:off x="914400" y="4763247"/>
            <a:ext cx="5067300" cy="13260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R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4800" b="1" i="0" u="none" strike="noStrike" kern="1200" cap="none" spc="-40" baseline="0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endParaRPr lang="pt-BR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6AB1257F-413F-25D8-39C5-3FCF673DA0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4268788"/>
            <a:ext cx="5067300" cy="261937"/>
          </a:xfrm>
        </p:spPr>
        <p:txBody>
          <a:bodyPr>
            <a:noAutofit/>
          </a:bodyPr>
          <a:lstStyle>
            <a:lvl1pPr marR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>
                <a:srgbClr val="000000"/>
              </a:buClr>
              <a:buFont typeface="Arial"/>
              <a:buNone/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>
                <a:srgbClr val="000000"/>
              </a:buClr>
              <a:buFont typeface="Arial"/>
              <a:buNone/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2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1E35B455-200F-4413-6A26-E292AAB88A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0751250" y="5199385"/>
            <a:ext cx="953097" cy="953097"/>
          </a:xfrm>
          <a:prstGeom prst="rect">
            <a:avLst/>
          </a:prstGeom>
        </p:spPr>
      </p:pic>
      <p:sp>
        <p:nvSpPr>
          <p:cNvPr id="7" name="Arco">
            <a:extLst>
              <a:ext uri="{FF2B5EF4-FFF2-40B4-BE49-F238E27FC236}">
                <a16:creationId xmlns:a16="http://schemas.microsoft.com/office/drawing/2014/main" id="{FEACC453-19FE-F672-C06C-EFABEC608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604789">
            <a:off x="6305041" y="536830"/>
            <a:ext cx="2987899" cy="2987899"/>
          </a:xfrm>
          <a:prstGeom prst="arc">
            <a:avLst>
              <a:gd name="adj1" fmla="val 14455503"/>
              <a:gd name="adj2" fmla="val 0"/>
            </a:avLst>
          </a:prstGeom>
          <a:ln w="127000" cap="rnd">
            <a:solidFill>
              <a:schemeClr val="bg2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: Rounded Corners 11">
            <a:extLst>
              <a:ext uri="{FF2B5EF4-FFF2-40B4-BE49-F238E27FC236}">
                <a16:creationId xmlns:a16="http://schemas.microsoft.com/office/drawing/2014/main" id="{5DDD0DB3-501E-0143-8384-4B5B0B19366F}"/>
              </a:ext>
            </a:extLst>
          </p:cNvPr>
          <p:cNvSpPr/>
          <p:nvPr userDrawn="1"/>
        </p:nvSpPr>
        <p:spPr>
          <a:xfrm>
            <a:off x="914399" y="5094580"/>
            <a:ext cx="1725959" cy="3965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>
                <a:solidFill>
                  <a:schemeClr val="bg1"/>
                </a:solidFill>
              </a:rPr>
              <a:t>Iniciar</a:t>
            </a:r>
            <a:r>
              <a:rPr lang="en-US" sz="1100">
                <a:solidFill>
                  <a:schemeClr val="bg1"/>
                </a:solidFill>
              </a:rPr>
              <a:t> </a:t>
            </a:r>
            <a:r>
              <a:rPr lang="en-US" sz="1100" err="1">
                <a:solidFill>
                  <a:schemeClr val="bg1"/>
                </a:solidFill>
              </a:rPr>
              <a:t>Apresentação</a:t>
            </a:r>
            <a:endParaRPr lang="en-ID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175430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1DA6EAF7-7A58-A806-93AB-79252ADE3D02}"/>
              </a:ext>
            </a:extLst>
          </p:cNvPr>
          <p:cNvSpPr/>
          <p:nvPr userDrawn="1"/>
        </p:nvSpPr>
        <p:spPr>
          <a:xfrm>
            <a:off x="5991426" y="507252"/>
            <a:ext cx="3400926" cy="3400926"/>
          </a:xfrm>
          <a:prstGeom prst="ellipse">
            <a:avLst/>
          </a:prstGeom>
          <a:noFill/>
          <a:ln w="57150" cap="rnd">
            <a:solidFill>
              <a:schemeClr val="bg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63E891D6-3C9E-6CA7-58C5-A99C0C4D22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58099" y="274462"/>
            <a:ext cx="1577057" cy="185304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827399-D6D9-8189-3904-36F5D8797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38195"/>
            <a:ext cx="5067300" cy="1326091"/>
          </a:xfrm>
          <a:prstGeom prst="rect">
            <a:avLst/>
          </a:prstGeom>
        </p:spPr>
        <p:txBody>
          <a:bodyPr>
            <a:noAutofit/>
          </a:bodyPr>
          <a:lstStyle>
            <a:lvl1pPr marR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4800" b="1" i="0" u="none" strike="noStrike" cap="none" spc="-100" baseline="0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53DD9C0-0B7B-4802-9204-0F90379C05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30111" y="1170710"/>
            <a:ext cx="4516582" cy="4516582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333"/>
            </a:lvl1pPr>
          </a:lstStyle>
          <a:p>
            <a:endParaRPr lang="en-ID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3DA375F6-7AA0-AEC1-BC95-CE2BAFBDE8A2}"/>
              </a:ext>
            </a:extLst>
          </p:cNvPr>
          <p:cNvSpPr/>
          <p:nvPr userDrawn="1"/>
        </p:nvSpPr>
        <p:spPr>
          <a:xfrm>
            <a:off x="6114793" y="1078111"/>
            <a:ext cx="4747217" cy="4747217"/>
          </a:xfrm>
          <a:prstGeom prst="ellipse">
            <a:avLst/>
          </a:prstGeom>
          <a:noFill/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264327539">
                  <a:custGeom>
                    <a:avLst/>
                    <a:gdLst>
                      <a:gd name="connsiteX0" fmla="*/ 0 w 4747217"/>
                      <a:gd name="connsiteY0" fmla="*/ 2373609 h 4747217"/>
                      <a:gd name="connsiteX1" fmla="*/ 2373609 w 4747217"/>
                      <a:gd name="connsiteY1" fmla="*/ 0 h 4747217"/>
                      <a:gd name="connsiteX2" fmla="*/ 4747218 w 4747217"/>
                      <a:gd name="connsiteY2" fmla="*/ 2373609 h 4747217"/>
                      <a:gd name="connsiteX3" fmla="*/ 2373609 w 4747217"/>
                      <a:gd name="connsiteY3" fmla="*/ 4747218 h 4747217"/>
                      <a:gd name="connsiteX4" fmla="*/ 0 w 4747217"/>
                      <a:gd name="connsiteY4" fmla="*/ 2373609 h 4747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747217" h="4747217" extrusionOk="0">
                        <a:moveTo>
                          <a:pt x="0" y="2373609"/>
                        </a:moveTo>
                        <a:cubicBezTo>
                          <a:pt x="-47287" y="930507"/>
                          <a:pt x="1050209" y="-151600"/>
                          <a:pt x="2373609" y="0"/>
                        </a:cubicBezTo>
                        <a:cubicBezTo>
                          <a:pt x="3459270" y="-54555"/>
                          <a:pt x="4685701" y="1074288"/>
                          <a:pt x="4747218" y="2373609"/>
                        </a:cubicBezTo>
                        <a:cubicBezTo>
                          <a:pt x="4844760" y="3890868"/>
                          <a:pt x="3836141" y="4684234"/>
                          <a:pt x="2373609" y="4747218"/>
                        </a:cubicBezTo>
                        <a:cubicBezTo>
                          <a:pt x="1311770" y="4759003"/>
                          <a:pt x="3635" y="3726051"/>
                          <a:pt x="0" y="237360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33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F3284FE4-4CFB-8D54-E3D2-F2EE05FC53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386" y="1200983"/>
            <a:ext cx="1412714" cy="829797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E1E74A66-AB3B-0B9D-E917-184B6A4C99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85919" y="-473413"/>
            <a:ext cx="1577057" cy="1853043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40E63747-3802-E5CE-C8ED-52D01051B737}"/>
              </a:ext>
            </a:extLst>
          </p:cNvPr>
          <p:cNvSpPr txBox="1">
            <a:spLocks/>
          </p:cNvSpPr>
          <p:nvPr userDrawn="1"/>
        </p:nvSpPr>
        <p:spPr>
          <a:xfrm>
            <a:off x="914400" y="4763247"/>
            <a:ext cx="5067300" cy="13260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R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4800" b="1" i="0" u="none" strike="noStrike" kern="1200" cap="none" spc="-40" baseline="0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endParaRPr lang="pt-BR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6AB1257F-413F-25D8-39C5-3FCF673DA0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4268788"/>
            <a:ext cx="5067300" cy="261937"/>
          </a:xfrm>
        </p:spPr>
        <p:txBody>
          <a:bodyPr>
            <a:noAutofit/>
          </a:bodyPr>
          <a:lstStyle>
            <a:lvl1pPr marR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>
                <a:srgbClr val="000000"/>
              </a:buClr>
              <a:buFont typeface="Arial"/>
              <a:buNone/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>
                <a:srgbClr val="000000"/>
              </a:buClr>
              <a:buFont typeface="Arial"/>
              <a:buNone/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2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1E35B455-200F-4413-6A26-E292AAB88A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0751250" y="5199385"/>
            <a:ext cx="953097" cy="95309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825313D-A284-DF6E-CA0F-9FEA8047887C}"/>
              </a:ext>
            </a:extLst>
          </p:cNvPr>
          <p:cNvSpPr/>
          <p:nvPr userDrawn="1"/>
        </p:nvSpPr>
        <p:spPr>
          <a:xfrm>
            <a:off x="914399" y="5094580"/>
            <a:ext cx="1725959" cy="3965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>
                <a:solidFill>
                  <a:schemeClr val="bg1"/>
                </a:solidFill>
              </a:rPr>
              <a:t>Iniciar</a:t>
            </a:r>
            <a:r>
              <a:rPr lang="en-US" sz="1100">
                <a:solidFill>
                  <a:schemeClr val="bg1"/>
                </a:solidFill>
              </a:rPr>
              <a:t> </a:t>
            </a:r>
            <a:r>
              <a:rPr lang="en-US" sz="1100" err="1">
                <a:solidFill>
                  <a:schemeClr val="bg1"/>
                </a:solidFill>
              </a:rPr>
              <a:t>Apresentação</a:t>
            </a:r>
            <a:endParaRPr lang="en-ID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8813242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88C2BB54-28D0-7B69-03DE-35D0AF230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5802" y="1131464"/>
            <a:ext cx="1918548" cy="1918548"/>
          </a:xfrm>
          <a:prstGeom prst="rect">
            <a:avLst/>
          </a:prstGeom>
        </p:spPr>
      </p:pic>
      <p:sp>
        <p:nvSpPr>
          <p:cNvPr id="3" name="Oval 5">
            <a:extLst>
              <a:ext uri="{FF2B5EF4-FFF2-40B4-BE49-F238E27FC236}">
                <a16:creationId xmlns:a16="http://schemas.microsoft.com/office/drawing/2014/main" id="{43A55EDC-8B05-1E90-D19A-7CF6933CD13C}"/>
              </a:ext>
            </a:extLst>
          </p:cNvPr>
          <p:cNvSpPr/>
          <p:nvPr userDrawn="1"/>
        </p:nvSpPr>
        <p:spPr>
          <a:xfrm>
            <a:off x="1982364" y="1365250"/>
            <a:ext cx="3629025" cy="36290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32D6C9E4-DEA1-2E9C-FC67-6A4B3C700A88}"/>
              </a:ext>
            </a:extLst>
          </p:cNvPr>
          <p:cNvSpPr/>
          <p:nvPr userDrawn="1"/>
        </p:nvSpPr>
        <p:spPr>
          <a:xfrm>
            <a:off x="245178" y="3817803"/>
            <a:ext cx="2398847" cy="2398847"/>
          </a:xfrm>
          <a:prstGeom prst="ellipse">
            <a:avLst/>
          </a:pr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1FD21CF0-8B64-28CD-3AED-D44ED776FC9F}"/>
              </a:ext>
            </a:extLst>
          </p:cNvPr>
          <p:cNvSpPr/>
          <p:nvPr userDrawn="1"/>
        </p:nvSpPr>
        <p:spPr>
          <a:xfrm>
            <a:off x="914400" y="1857271"/>
            <a:ext cx="5067300" cy="3145834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1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86585591-BA78-5F86-74B4-C6BBAFFD1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2949" y="2124501"/>
            <a:ext cx="4184649" cy="1281113"/>
          </a:xfrm>
        </p:spPr>
        <p:txBody>
          <a:bodyPr>
            <a:noAutofit/>
          </a:bodyPr>
          <a:lstStyle>
            <a:lvl1pPr marR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3600" b="1" i="0" u="none" strike="noStrike" cap="none" spc="-100" baseline="0" dirty="0">
                <a:solidFill>
                  <a:schemeClr val="accent1"/>
                </a:solidFill>
                <a:latin typeface="+mj-lt"/>
                <a:ea typeface="Arial"/>
                <a:cs typeface="Arial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9BFCA3B0-88F8-CAC6-A24A-936EBBE347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92950" y="3817938"/>
            <a:ext cx="4184650" cy="1176337"/>
          </a:xfrm>
        </p:spPr>
        <p:txBody>
          <a:bodyPr>
            <a:normAutofit/>
          </a:bodyPr>
          <a:lstStyle>
            <a:lvl1pPr marR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637AC9F0-E48A-ACAF-2021-2D19AFEAF8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92950" y="1729890"/>
            <a:ext cx="4184650" cy="347663"/>
          </a:xfrm>
        </p:spPr>
        <p:txBody>
          <a:bodyPr>
            <a:norm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100" b="0" i="0" u="none" strike="noStrike" cap="all" spc="100" baseline="0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09663" y="2090738"/>
            <a:ext cx="4676775" cy="2674937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7059186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88C2BB54-28D0-7B69-03DE-35D0AF230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5802" y="1131464"/>
            <a:ext cx="1918548" cy="1918548"/>
          </a:xfrm>
          <a:prstGeom prst="rect">
            <a:avLst/>
          </a:prstGeom>
        </p:spPr>
      </p:pic>
      <p:sp>
        <p:nvSpPr>
          <p:cNvPr id="3" name="Oval 5">
            <a:extLst>
              <a:ext uri="{FF2B5EF4-FFF2-40B4-BE49-F238E27FC236}">
                <a16:creationId xmlns:a16="http://schemas.microsoft.com/office/drawing/2014/main" id="{43A55EDC-8B05-1E90-D19A-7CF6933CD13C}"/>
              </a:ext>
            </a:extLst>
          </p:cNvPr>
          <p:cNvSpPr/>
          <p:nvPr userDrawn="1"/>
        </p:nvSpPr>
        <p:spPr>
          <a:xfrm>
            <a:off x="1982364" y="1365250"/>
            <a:ext cx="3629025" cy="36290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32D6C9E4-DEA1-2E9C-FC67-6A4B3C700A88}"/>
              </a:ext>
            </a:extLst>
          </p:cNvPr>
          <p:cNvSpPr/>
          <p:nvPr userDrawn="1"/>
        </p:nvSpPr>
        <p:spPr>
          <a:xfrm>
            <a:off x="245178" y="3817803"/>
            <a:ext cx="2398847" cy="2398847"/>
          </a:xfrm>
          <a:prstGeom prst="ellipse">
            <a:avLst/>
          </a:pr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1749C37-0E1C-DA14-42C3-889AC06FF72F}"/>
              </a:ext>
            </a:extLst>
          </p:cNvPr>
          <p:cNvSpPr/>
          <p:nvPr userDrawn="1"/>
        </p:nvSpPr>
        <p:spPr>
          <a:xfrm>
            <a:off x="699837" y="2090737"/>
            <a:ext cx="5496426" cy="3400425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1"/>
          </a:p>
        </p:txBody>
      </p:sp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09663" y="2438030"/>
            <a:ext cx="4676775" cy="2674937"/>
          </a:xfrm>
        </p:spPr>
        <p:txBody>
          <a:bodyPr/>
          <a:lstStyle/>
          <a:p>
            <a:endParaRPr lang="pt-BR"/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ADF69FDE-B23B-9656-AB0E-FA565B8C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102" y="655275"/>
            <a:ext cx="7160897" cy="476190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8" name="Espaço Reservado para Texto 9">
            <a:extLst>
              <a:ext uri="{FF2B5EF4-FFF2-40B4-BE49-F238E27FC236}">
                <a16:creationId xmlns:a16="http://schemas.microsoft.com/office/drawing/2014/main" id="{2AC255A1-9E21-0591-850C-D24AC51F84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92951" y="1862138"/>
            <a:ext cx="418465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700" b="1" u="none">
                <a:solidFill>
                  <a:schemeClr val="accent2"/>
                </a:solidFill>
              </a:defRPr>
            </a:lvl1pPr>
            <a:lvl2pPr marL="0" indent="0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  <a:buNone/>
              <a:defRPr sz="1400">
                <a:solidFill>
                  <a:schemeClr val="tx2"/>
                </a:solidFill>
              </a:defRPr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5075691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09663" y="2438030"/>
            <a:ext cx="4676775" cy="2674937"/>
          </a:xfrm>
        </p:spPr>
        <p:txBody>
          <a:bodyPr/>
          <a:lstStyle/>
          <a:p>
            <a:endParaRPr lang="pt-BR"/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ADF69FDE-B23B-9656-AB0E-FA565B8C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55275"/>
            <a:ext cx="7160897" cy="476190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8" name="Espaço Reservado para Texto 9">
            <a:extLst>
              <a:ext uri="{FF2B5EF4-FFF2-40B4-BE49-F238E27FC236}">
                <a16:creationId xmlns:a16="http://schemas.microsoft.com/office/drawing/2014/main" id="{2AC255A1-9E21-0591-850C-D24AC51F84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92951" y="1862138"/>
            <a:ext cx="418465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700" b="1" u="none">
                <a:solidFill>
                  <a:schemeClr val="accent2"/>
                </a:solidFill>
              </a:defRPr>
            </a:lvl1pPr>
            <a:lvl2pPr marL="0" indent="0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  <a:buNone/>
              <a:defRPr sz="1400">
                <a:solidFill>
                  <a:schemeClr val="tx2"/>
                </a:solidFill>
              </a:defRPr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A55B6DD7-EF35-1A47-0682-FB0263AE46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972" y="-1239748"/>
            <a:ext cx="2726056" cy="2726056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6BB7C3AF-C957-8BE3-AA41-01756EF205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0864" y="6346864"/>
            <a:ext cx="1022272" cy="102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520283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Gráfico 7">
            <a:extLst>
              <a:ext uri="{FF2B5EF4-FFF2-40B4-BE49-F238E27FC236}">
                <a16:creationId xmlns:a16="http://schemas.microsoft.com/office/drawing/2014/main" id="{525D5F98-DDB4-B94B-66E6-7FC4458751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09663" y="2438030"/>
            <a:ext cx="4676775" cy="2674937"/>
          </a:xfrm>
        </p:spPr>
        <p:txBody>
          <a:bodyPr/>
          <a:lstStyle/>
          <a:p>
            <a:endParaRPr lang="pt-BR"/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ADF69FDE-B23B-9656-AB0E-FA565B8C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55275"/>
            <a:ext cx="7160897" cy="476190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A55B6DD7-EF35-1A47-0682-FB0263AE46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28972" y="-1239748"/>
            <a:ext cx="2726056" cy="2726056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6BB7C3AF-C957-8BE3-AA41-01756EF205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0864" y="6346864"/>
            <a:ext cx="1022272" cy="1022272"/>
          </a:xfrm>
          <a:prstGeom prst="rect">
            <a:avLst/>
          </a:prstGeom>
        </p:spPr>
      </p:pic>
      <p:sp>
        <p:nvSpPr>
          <p:cNvPr id="2" name="Espaço Reservado para Gráfico 7">
            <a:extLst>
              <a:ext uri="{FF2B5EF4-FFF2-40B4-BE49-F238E27FC236}">
                <a16:creationId xmlns:a16="http://schemas.microsoft.com/office/drawing/2014/main" id="{794511CE-6AEF-6FC7-2BBF-27E054E2A87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7096321" y="1365660"/>
            <a:ext cx="3298629" cy="194186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Gráfico 7">
            <a:extLst>
              <a:ext uri="{FF2B5EF4-FFF2-40B4-BE49-F238E27FC236}">
                <a16:creationId xmlns:a16="http://schemas.microsoft.com/office/drawing/2014/main" id="{ABB453D1-8782-5B15-4AA3-58BC9064C3CB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7096321" y="4274791"/>
            <a:ext cx="3298629" cy="1941860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5612789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Imagem 19">
            <a:extLst>
              <a:ext uri="{FF2B5EF4-FFF2-40B4-BE49-F238E27FC236}">
                <a16:creationId xmlns:a16="http://schemas.microsoft.com/office/drawing/2014/main" id="{F9F2879B-1708-B68F-540E-494C085AD7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28390" y="1527646"/>
            <a:ext cx="4170660" cy="4170660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647610-F492-48EE-CCB8-AD39FEEDC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2816225"/>
            <a:ext cx="5067300" cy="1281113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lang="pt-BR" sz="4800" b="1" i="0" u="none" strike="noStrike" cap="none" dirty="0">
                <a:solidFill>
                  <a:schemeClr val="accent1"/>
                </a:solidFill>
                <a:latin typeface="+mj-lt"/>
                <a:ea typeface="Arial"/>
                <a:cs typeface="Poppins" panose="00000500000000000000" pitchFamily="2" charset="0"/>
                <a:sym typeface="Arial"/>
              </a:defRPr>
            </a:lvl1pPr>
          </a:lstStyle>
          <a:p>
            <a:r>
              <a:rPr lang="pt-BR"/>
              <a:t>Clique para editar o título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AD957BC-C55B-0228-16B7-203A598615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6350"/>
            <a:ext cx="2667000" cy="365125"/>
          </a:xfrm>
          <a:prstGeom prst="rect">
            <a:avLst/>
          </a:prstGeom>
        </p:spPr>
        <p:txBody>
          <a:bodyPr/>
          <a:lstStyle/>
          <a:p>
            <a:fld id="{3E6DD1D3-15F5-4616-A348-AC448C8A14AB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4899489-77E4-8AF7-E1D1-B8CA56026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9760599-4CA6-3D27-2B73-A6CBCEE6E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667000" cy="365125"/>
          </a:xfrm>
          <a:prstGeom prst="rect">
            <a:avLst/>
          </a:prstGeom>
        </p:spPr>
        <p:txBody>
          <a:bodyPr/>
          <a:lstStyle/>
          <a:p>
            <a:fld id="{F43D91A0-3E8E-4090-8D40-C0F9E742A5CB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Círculo (Outline Foto)">
            <a:extLst>
              <a:ext uri="{FF2B5EF4-FFF2-40B4-BE49-F238E27FC236}">
                <a16:creationId xmlns:a16="http://schemas.microsoft.com/office/drawing/2014/main" id="{DEE7ED6F-280B-4BC1-CF9E-415E582F157A}"/>
              </a:ext>
            </a:extLst>
          </p:cNvPr>
          <p:cNvSpPr/>
          <p:nvPr userDrawn="1"/>
        </p:nvSpPr>
        <p:spPr>
          <a:xfrm>
            <a:off x="805218" y="1404474"/>
            <a:ext cx="4417004" cy="4417004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33"/>
          </a:p>
        </p:txBody>
      </p:sp>
      <p:pic>
        <p:nvPicPr>
          <p:cNvPr id="10" name="Grafismo - Círculos">
            <a:extLst>
              <a:ext uri="{FF2B5EF4-FFF2-40B4-BE49-F238E27FC236}">
                <a16:creationId xmlns:a16="http://schemas.microsoft.com/office/drawing/2014/main" id="{B7C94C14-8C01-C13E-14B6-1ECF9CC706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35889" y="274462"/>
            <a:ext cx="1837252" cy="2158772"/>
          </a:xfrm>
          <a:prstGeom prst="rect">
            <a:avLst/>
          </a:prstGeom>
        </p:spPr>
      </p:pic>
      <p:grpSp>
        <p:nvGrpSpPr>
          <p:cNvPr id="12" name="Grafismo - Topografia">
            <a:extLst>
              <a:ext uri="{FF2B5EF4-FFF2-40B4-BE49-F238E27FC236}">
                <a16:creationId xmlns:a16="http://schemas.microsoft.com/office/drawing/2014/main" id="{7CCC5CB8-61CD-43A9-DF2F-4F45D1B21138}"/>
              </a:ext>
            </a:extLst>
          </p:cNvPr>
          <p:cNvGrpSpPr/>
          <p:nvPr userDrawn="1"/>
        </p:nvGrpSpPr>
        <p:grpSpPr>
          <a:xfrm rot="10800000">
            <a:off x="161924" y="6509730"/>
            <a:ext cx="12030075" cy="475316"/>
            <a:chOff x="0" y="6347706"/>
            <a:chExt cx="11687627" cy="461786"/>
          </a:xfrm>
        </p:grpSpPr>
        <p:pic>
          <p:nvPicPr>
            <p:cNvPr id="13" name="Google Shape;108;p2">
              <a:extLst>
                <a:ext uri="{FF2B5EF4-FFF2-40B4-BE49-F238E27FC236}">
                  <a16:creationId xmlns:a16="http://schemas.microsoft.com/office/drawing/2014/main" id="{60B6082C-721D-B164-36FA-60EC2677FB6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61474"/>
            <a:stretch/>
          </p:blipFill>
          <p:spPr>
            <a:xfrm>
              <a:off x="0" y="6347706"/>
              <a:ext cx="5849257" cy="4617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09;p2">
              <a:extLst>
                <a:ext uri="{FF2B5EF4-FFF2-40B4-BE49-F238E27FC236}">
                  <a16:creationId xmlns:a16="http://schemas.microsoft.com/office/drawing/2014/main" id="{780DA761-98CD-4A24-6B8B-363BFEA33EE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61474"/>
            <a:stretch/>
          </p:blipFill>
          <p:spPr>
            <a:xfrm>
              <a:off x="5838371" y="6347706"/>
              <a:ext cx="5849257" cy="46178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" name="Logo">
            <a:extLst>
              <a:ext uri="{FF2B5EF4-FFF2-40B4-BE49-F238E27FC236}">
                <a16:creationId xmlns:a16="http://schemas.microsoft.com/office/drawing/2014/main" id="{1A7D77B8-D82B-EE46-59A3-B08122B3BB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4286" y="1200983"/>
            <a:ext cx="1412714" cy="829797"/>
          </a:xfrm>
          <a:prstGeom prst="rect">
            <a:avLst/>
          </a:prstGeom>
        </p:spPr>
      </p:pic>
      <p:sp>
        <p:nvSpPr>
          <p:cNvPr id="18" name="Espaço Reservado para Texto 17">
            <a:extLst>
              <a:ext uri="{FF2B5EF4-FFF2-40B4-BE49-F238E27FC236}">
                <a16:creationId xmlns:a16="http://schemas.microsoft.com/office/drawing/2014/main" id="{A590A436-C4FC-90AF-4136-6CB7CD1825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0300" y="4268788"/>
            <a:ext cx="5067300" cy="365125"/>
          </a:xfrm>
        </p:spPr>
        <p:txBody>
          <a:bodyPr>
            <a:normAutofit/>
          </a:bodyPr>
          <a:lstStyle>
            <a:lvl1pPr>
              <a:defRPr lang="pt-BR" sz="1100" b="0" i="0" u="none" strike="noStrike" kern="1200" cap="all" spc="100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 texto</a:t>
            </a:r>
          </a:p>
        </p:txBody>
      </p:sp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00B443F9-E135-FF3E-E804-8FB8BE3E819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400" y="1862138"/>
            <a:ext cx="2419350" cy="2178050"/>
          </a:xfrm>
        </p:spPr>
        <p:txBody>
          <a:bodyPr/>
          <a:lstStyle>
            <a:lvl1pPr algn="ctr">
              <a:defRPr b="0">
                <a:solidFill>
                  <a:schemeClr val="accent2"/>
                </a:solidFill>
              </a:defRPr>
            </a:lvl1pPr>
          </a:lstStyle>
          <a:p>
            <a:r>
              <a:rPr lang="pt-BR"/>
              <a:t>Grafismo </a:t>
            </a:r>
            <a:br>
              <a:rPr lang="pt-BR"/>
            </a:br>
            <a:r>
              <a:rPr lang="pt-BR"/>
              <a:t>(opcional)</a:t>
            </a:r>
          </a:p>
        </p:txBody>
      </p:sp>
      <p:pic>
        <p:nvPicPr>
          <p:cNvPr id="26" name="Gráfico 25">
            <a:extLst>
              <a:ext uri="{FF2B5EF4-FFF2-40B4-BE49-F238E27FC236}">
                <a16:creationId xmlns:a16="http://schemas.microsoft.com/office/drawing/2014/main" id="{F1A091A3-AFD6-49CA-1829-37DA249DD2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585919" y="-483062"/>
            <a:ext cx="1577057" cy="185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642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88C2BB54-28D0-7B69-03DE-35D0AF230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5802" y="1758649"/>
            <a:ext cx="1918548" cy="1918548"/>
          </a:xfrm>
          <a:prstGeom prst="rect">
            <a:avLst/>
          </a:prstGeom>
        </p:spPr>
      </p:pic>
      <p:sp>
        <p:nvSpPr>
          <p:cNvPr id="3" name="Oval 5">
            <a:extLst>
              <a:ext uri="{FF2B5EF4-FFF2-40B4-BE49-F238E27FC236}">
                <a16:creationId xmlns:a16="http://schemas.microsoft.com/office/drawing/2014/main" id="{43A55EDC-8B05-1E90-D19A-7CF6933CD13C}"/>
              </a:ext>
            </a:extLst>
          </p:cNvPr>
          <p:cNvSpPr/>
          <p:nvPr userDrawn="1"/>
        </p:nvSpPr>
        <p:spPr>
          <a:xfrm>
            <a:off x="1982364" y="2691731"/>
            <a:ext cx="3629025" cy="36290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32D6C9E4-DEA1-2E9C-FC67-6A4B3C700A88}"/>
              </a:ext>
            </a:extLst>
          </p:cNvPr>
          <p:cNvSpPr/>
          <p:nvPr userDrawn="1"/>
        </p:nvSpPr>
        <p:spPr>
          <a:xfrm>
            <a:off x="245178" y="2094225"/>
            <a:ext cx="2398847" cy="2398847"/>
          </a:xfrm>
          <a:prstGeom prst="ellipse">
            <a:avLst/>
          </a:prstGeom>
          <a:solidFill>
            <a:srgbClr val="F3AB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D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5BCF3B3-3544-DAA9-5634-21C61FEECDBC}"/>
              </a:ext>
            </a:extLst>
          </p:cNvPr>
          <p:cNvSpPr/>
          <p:nvPr userDrawn="1"/>
        </p:nvSpPr>
        <p:spPr>
          <a:xfrm>
            <a:off x="931579" y="2094225"/>
            <a:ext cx="5055268" cy="3629025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1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5DF07B2-02A4-CB71-CA7E-52A98612C97F}"/>
              </a:ext>
            </a:extLst>
          </p:cNvPr>
          <p:cNvSpPr/>
          <p:nvPr userDrawn="1"/>
        </p:nvSpPr>
        <p:spPr>
          <a:xfrm>
            <a:off x="6223200" y="2094224"/>
            <a:ext cx="5054400" cy="3622265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1"/>
          </a:p>
        </p:txBody>
      </p:sp>
      <p:sp>
        <p:nvSpPr>
          <p:cNvPr id="13" name="Título 8">
            <a:extLst>
              <a:ext uri="{FF2B5EF4-FFF2-40B4-BE49-F238E27FC236}">
                <a16:creationId xmlns:a16="http://schemas.microsoft.com/office/drawing/2014/main" id="{7CD44CD7-56CD-8EB0-6CDD-B78477F92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509" y="641350"/>
            <a:ext cx="5969841" cy="921743"/>
          </a:xfrm>
        </p:spPr>
        <p:txBody>
          <a:bodyPr>
            <a:noAutofit/>
          </a:bodyPr>
          <a:lstStyle>
            <a:lvl1pPr marR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3000" b="1" i="0" u="none" strike="noStrike" cap="none" spc="-100" dirty="0">
                <a:solidFill>
                  <a:schemeClr val="accent1"/>
                </a:solidFill>
                <a:latin typeface="+mj-lt"/>
                <a:ea typeface="Arial"/>
                <a:cs typeface="Arial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Conteúdo 16">
            <a:extLst>
              <a:ext uri="{FF2B5EF4-FFF2-40B4-BE49-F238E27FC236}">
                <a16:creationId xmlns:a16="http://schemas.microsoft.com/office/drawing/2014/main" id="{70EC372B-880B-D5C5-1EC1-C8E4283A3C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10139" y="2344334"/>
            <a:ext cx="4498147" cy="3146829"/>
          </a:xfrm>
        </p:spPr>
        <p:txBody>
          <a:bodyPr/>
          <a:lstStyle>
            <a:lvl1pPr algn="ctr">
              <a:spcAft>
                <a:spcPts val="1200"/>
              </a:spcAft>
              <a:defRPr sz="1500"/>
            </a:lvl1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8" name="Espaço Reservado para Conteúdo 16">
            <a:extLst>
              <a:ext uri="{FF2B5EF4-FFF2-40B4-BE49-F238E27FC236}">
                <a16:creationId xmlns:a16="http://schemas.microsoft.com/office/drawing/2014/main" id="{DD68C171-7AB8-FCB5-8C97-0B242937AFC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01326" y="2344334"/>
            <a:ext cx="4498147" cy="3146829"/>
          </a:xfrm>
        </p:spPr>
        <p:txBody>
          <a:bodyPr/>
          <a:lstStyle>
            <a:lvl1pPr algn="ctr">
              <a:spcAft>
                <a:spcPts val="1200"/>
              </a:spcAft>
              <a:defRPr sz="1500"/>
            </a:lvl1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079228374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lipse 10">
            <a:extLst>
              <a:ext uri="{FF2B5EF4-FFF2-40B4-BE49-F238E27FC236}">
                <a16:creationId xmlns:a16="http://schemas.microsoft.com/office/drawing/2014/main" id="{33D9D3EE-07B8-DDE0-D24C-617A25DF28E4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>
          <a:xfrm>
            <a:off x="6178550" y="-394648"/>
            <a:ext cx="6228000" cy="622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FBBB0E18-BC75-0FC9-7E6F-94F735FD7A0A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6178335" y="-394649"/>
            <a:ext cx="6228231" cy="5890966"/>
          </a:xfrm>
          <a:custGeom>
            <a:avLst/>
            <a:gdLst>
              <a:gd name="connsiteX0" fmla="*/ 0 w 6228000"/>
              <a:gd name="connsiteY0" fmla="*/ 3114000 h 6228000"/>
              <a:gd name="connsiteX1" fmla="*/ 3114000 w 6228000"/>
              <a:gd name="connsiteY1" fmla="*/ 0 h 6228000"/>
              <a:gd name="connsiteX2" fmla="*/ 6228000 w 6228000"/>
              <a:gd name="connsiteY2" fmla="*/ 3114000 h 6228000"/>
              <a:gd name="connsiteX3" fmla="*/ 3114000 w 6228000"/>
              <a:gd name="connsiteY3" fmla="*/ 6228000 h 6228000"/>
              <a:gd name="connsiteX4" fmla="*/ 0 w 6228000"/>
              <a:gd name="connsiteY4" fmla="*/ 3114000 h 6228000"/>
              <a:gd name="connsiteX0" fmla="*/ 335458 w 6563458"/>
              <a:gd name="connsiteY0" fmla="*/ 3114000 h 6235728"/>
              <a:gd name="connsiteX1" fmla="*/ 3449458 w 6563458"/>
              <a:gd name="connsiteY1" fmla="*/ 0 h 6235728"/>
              <a:gd name="connsiteX2" fmla="*/ 6563458 w 6563458"/>
              <a:gd name="connsiteY2" fmla="*/ 3114000 h 6235728"/>
              <a:gd name="connsiteX3" fmla="*/ 3449458 w 6563458"/>
              <a:gd name="connsiteY3" fmla="*/ 6228000 h 6235728"/>
              <a:gd name="connsiteX4" fmla="*/ 436684 w 6563458"/>
              <a:gd name="connsiteY4" fmla="*/ 3971566 h 6235728"/>
              <a:gd name="connsiteX5" fmla="*/ 335458 w 6563458"/>
              <a:gd name="connsiteY5" fmla="*/ 3114000 h 6235728"/>
              <a:gd name="connsiteX0" fmla="*/ 198652 w 6426652"/>
              <a:gd name="connsiteY0" fmla="*/ 3114000 h 6235728"/>
              <a:gd name="connsiteX1" fmla="*/ 3312652 w 6426652"/>
              <a:gd name="connsiteY1" fmla="*/ 0 h 6235728"/>
              <a:gd name="connsiteX2" fmla="*/ 6426652 w 6426652"/>
              <a:gd name="connsiteY2" fmla="*/ 3114000 h 6235728"/>
              <a:gd name="connsiteX3" fmla="*/ 3312652 w 6426652"/>
              <a:gd name="connsiteY3" fmla="*/ 6228000 h 6235728"/>
              <a:gd name="connsiteX4" fmla="*/ 299878 w 6426652"/>
              <a:gd name="connsiteY4" fmla="*/ 3971566 h 6235728"/>
              <a:gd name="connsiteX5" fmla="*/ 198652 w 6426652"/>
              <a:gd name="connsiteY5" fmla="*/ 3114000 h 6235728"/>
              <a:gd name="connsiteX0" fmla="*/ 0 w 6228000"/>
              <a:gd name="connsiteY0" fmla="*/ 3114000 h 6235728"/>
              <a:gd name="connsiteX1" fmla="*/ 3114000 w 6228000"/>
              <a:gd name="connsiteY1" fmla="*/ 0 h 6235728"/>
              <a:gd name="connsiteX2" fmla="*/ 6228000 w 6228000"/>
              <a:gd name="connsiteY2" fmla="*/ 3114000 h 6235728"/>
              <a:gd name="connsiteX3" fmla="*/ 3114000 w 6228000"/>
              <a:gd name="connsiteY3" fmla="*/ 6228000 h 6235728"/>
              <a:gd name="connsiteX4" fmla="*/ 101226 w 6228000"/>
              <a:gd name="connsiteY4" fmla="*/ 3971566 h 6235728"/>
              <a:gd name="connsiteX5" fmla="*/ 0 w 6228000"/>
              <a:gd name="connsiteY5" fmla="*/ 3114000 h 6235728"/>
              <a:gd name="connsiteX0" fmla="*/ 3161 w 6231161"/>
              <a:gd name="connsiteY0" fmla="*/ 3114000 h 6235728"/>
              <a:gd name="connsiteX1" fmla="*/ 3117161 w 6231161"/>
              <a:gd name="connsiteY1" fmla="*/ 0 h 6235728"/>
              <a:gd name="connsiteX2" fmla="*/ 6231161 w 6231161"/>
              <a:gd name="connsiteY2" fmla="*/ 3114000 h 6235728"/>
              <a:gd name="connsiteX3" fmla="*/ 3117161 w 6231161"/>
              <a:gd name="connsiteY3" fmla="*/ 6228000 h 6235728"/>
              <a:gd name="connsiteX4" fmla="*/ 104387 w 6231161"/>
              <a:gd name="connsiteY4" fmla="*/ 3971566 h 6235728"/>
              <a:gd name="connsiteX5" fmla="*/ 3161 w 6231161"/>
              <a:gd name="connsiteY5" fmla="*/ 3114000 h 6235728"/>
              <a:gd name="connsiteX0" fmla="*/ 3161 w 6231161"/>
              <a:gd name="connsiteY0" fmla="*/ 3114000 h 6234127"/>
              <a:gd name="connsiteX1" fmla="*/ 3117161 w 6231161"/>
              <a:gd name="connsiteY1" fmla="*/ 0 h 6234127"/>
              <a:gd name="connsiteX2" fmla="*/ 6231161 w 6231161"/>
              <a:gd name="connsiteY2" fmla="*/ 3114000 h 6234127"/>
              <a:gd name="connsiteX3" fmla="*/ 3117161 w 6231161"/>
              <a:gd name="connsiteY3" fmla="*/ 6228000 h 6234127"/>
              <a:gd name="connsiteX4" fmla="*/ 104387 w 6231161"/>
              <a:gd name="connsiteY4" fmla="*/ 3971566 h 6234127"/>
              <a:gd name="connsiteX5" fmla="*/ 3161 w 6231161"/>
              <a:gd name="connsiteY5" fmla="*/ 3114000 h 6234127"/>
              <a:gd name="connsiteX0" fmla="*/ 232739 w 6460739"/>
              <a:gd name="connsiteY0" fmla="*/ 3114000 h 4134120"/>
              <a:gd name="connsiteX1" fmla="*/ 3346739 w 6460739"/>
              <a:gd name="connsiteY1" fmla="*/ 0 h 4134120"/>
              <a:gd name="connsiteX2" fmla="*/ 6460739 w 6460739"/>
              <a:gd name="connsiteY2" fmla="*/ 3114000 h 4134120"/>
              <a:gd name="connsiteX3" fmla="*/ 4624210 w 6460739"/>
              <a:gd name="connsiteY3" fmla="*/ 3968895 h 4134120"/>
              <a:gd name="connsiteX4" fmla="*/ 333965 w 6460739"/>
              <a:gd name="connsiteY4" fmla="*/ 3971566 h 4134120"/>
              <a:gd name="connsiteX5" fmla="*/ 232739 w 6460739"/>
              <a:gd name="connsiteY5" fmla="*/ 3114000 h 4134120"/>
              <a:gd name="connsiteX0" fmla="*/ 232739 w 6533426"/>
              <a:gd name="connsiteY0" fmla="*/ 3114000 h 4101226"/>
              <a:gd name="connsiteX1" fmla="*/ 3346739 w 6533426"/>
              <a:gd name="connsiteY1" fmla="*/ 0 h 4101226"/>
              <a:gd name="connsiteX2" fmla="*/ 6460739 w 6533426"/>
              <a:gd name="connsiteY2" fmla="*/ 3114000 h 4101226"/>
              <a:gd name="connsiteX3" fmla="*/ 5470743 w 6533426"/>
              <a:gd name="connsiteY3" fmla="*/ 4052249 h 4101226"/>
              <a:gd name="connsiteX4" fmla="*/ 4624210 w 6533426"/>
              <a:gd name="connsiteY4" fmla="*/ 3968895 h 4101226"/>
              <a:gd name="connsiteX5" fmla="*/ 333965 w 6533426"/>
              <a:gd name="connsiteY5" fmla="*/ 3971566 h 4101226"/>
              <a:gd name="connsiteX6" fmla="*/ 232739 w 6533426"/>
              <a:gd name="connsiteY6" fmla="*/ 3114000 h 4101226"/>
              <a:gd name="connsiteX0" fmla="*/ 232739 w 6507150"/>
              <a:gd name="connsiteY0" fmla="*/ 3114000 h 5929534"/>
              <a:gd name="connsiteX1" fmla="*/ 3346739 w 6507150"/>
              <a:gd name="connsiteY1" fmla="*/ 0 h 5929534"/>
              <a:gd name="connsiteX2" fmla="*/ 6460739 w 6507150"/>
              <a:gd name="connsiteY2" fmla="*/ 3114000 h 5929534"/>
              <a:gd name="connsiteX3" fmla="*/ 4731155 w 6507150"/>
              <a:gd name="connsiteY3" fmla="*/ 5921390 h 5929534"/>
              <a:gd name="connsiteX4" fmla="*/ 4624210 w 6507150"/>
              <a:gd name="connsiteY4" fmla="*/ 3968895 h 5929534"/>
              <a:gd name="connsiteX5" fmla="*/ 333965 w 6507150"/>
              <a:gd name="connsiteY5" fmla="*/ 3971566 h 5929534"/>
              <a:gd name="connsiteX6" fmla="*/ 232739 w 6507150"/>
              <a:gd name="connsiteY6" fmla="*/ 3114000 h 5929534"/>
              <a:gd name="connsiteX0" fmla="*/ 232739 w 6526554"/>
              <a:gd name="connsiteY0" fmla="*/ 3114000 h 5929534"/>
              <a:gd name="connsiteX1" fmla="*/ 3346739 w 6526554"/>
              <a:gd name="connsiteY1" fmla="*/ 0 h 5929534"/>
              <a:gd name="connsiteX2" fmla="*/ 6460739 w 6526554"/>
              <a:gd name="connsiteY2" fmla="*/ 3114000 h 5929534"/>
              <a:gd name="connsiteX3" fmla="*/ 4731155 w 6526554"/>
              <a:gd name="connsiteY3" fmla="*/ 5921390 h 5929534"/>
              <a:gd name="connsiteX4" fmla="*/ 4624210 w 6526554"/>
              <a:gd name="connsiteY4" fmla="*/ 3968895 h 5929534"/>
              <a:gd name="connsiteX5" fmla="*/ 333965 w 6526554"/>
              <a:gd name="connsiteY5" fmla="*/ 3971566 h 5929534"/>
              <a:gd name="connsiteX6" fmla="*/ 232739 w 6526554"/>
              <a:gd name="connsiteY6" fmla="*/ 3114000 h 5929534"/>
              <a:gd name="connsiteX0" fmla="*/ 232739 w 6526554"/>
              <a:gd name="connsiteY0" fmla="*/ 3114000 h 5929534"/>
              <a:gd name="connsiteX1" fmla="*/ 3346739 w 6526554"/>
              <a:gd name="connsiteY1" fmla="*/ 0 h 5929534"/>
              <a:gd name="connsiteX2" fmla="*/ 6460739 w 6526554"/>
              <a:gd name="connsiteY2" fmla="*/ 3114000 h 5929534"/>
              <a:gd name="connsiteX3" fmla="*/ 4731155 w 6526554"/>
              <a:gd name="connsiteY3" fmla="*/ 5921390 h 5929534"/>
              <a:gd name="connsiteX4" fmla="*/ 4624210 w 6526554"/>
              <a:gd name="connsiteY4" fmla="*/ 3968895 h 5929534"/>
              <a:gd name="connsiteX5" fmla="*/ 333965 w 6526554"/>
              <a:gd name="connsiteY5" fmla="*/ 3971566 h 5929534"/>
              <a:gd name="connsiteX6" fmla="*/ 232739 w 6526554"/>
              <a:gd name="connsiteY6" fmla="*/ 3114000 h 5929534"/>
              <a:gd name="connsiteX0" fmla="*/ 232739 w 6462699"/>
              <a:gd name="connsiteY0" fmla="*/ 3114000 h 5929534"/>
              <a:gd name="connsiteX1" fmla="*/ 3346739 w 6462699"/>
              <a:gd name="connsiteY1" fmla="*/ 0 h 5929534"/>
              <a:gd name="connsiteX2" fmla="*/ 6460739 w 6462699"/>
              <a:gd name="connsiteY2" fmla="*/ 3114000 h 5929534"/>
              <a:gd name="connsiteX3" fmla="*/ 4731155 w 6462699"/>
              <a:gd name="connsiteY3" fmla="*/ 5921390 h 5929534"/>
              <a:gd name="connsiteX4" fmla="*/ 4624210 w 6462699"/>
              <a:gd name="connsiteY4" fmla="*/ 3968895 h 5929534"/>
              <a:gd name="connsiteX5" fmla="*/ 333965 w 6462699"/>
              <a:gd name="connsiteY5" fmla="*/ 3971566 h 5929534"/>
              <a:gd name="connsiteX6" fmla="*/ 232739 w 6462699"/>
              <a:gd name="connsiteY6" fmla="*/ 3114000 h 5929534"/>
              <a:gd name="connsiteX0" fmla="*/ 232739 w 6462699"/>
              <a:gd name="connsiteY0" fmla="*/ 3114000 h 5929534"/>
              <a:gd name="connsiteX1" fmla="*/ 3346739 w 6462699"/>
              <a:gd name="connsiteY1" fmla="*/ 0 h 5929534"/>
              <a:gd name="connsiteX2" fmla="*/ 6460739 w 6462699"/>
              <a:gd name="connsiteY2" fmla="*/ 3114000 h 5929534"/>
              <a:gd name="connsiteX3" fmla="*/ 4731155 w 6462699"/>
              <a:gd name="connsiteY3" fmla="*/ 5921390 h 5929534"/>
              <a:gd name="connsiteX4" fmla="*/ 4624210 w 6462699"/>
              <a:gd name="connsiteY4" fmla="*/ 3968895 h 5929534"/>
              <a:gd name="connsiteX5" fmla="*/ 333965 w 6462699"/>
              <a:gd name="connsiteY5" fmla="*/ 3971566 h 5929534"/>
              <a:gd name="connsiteX6" fmla="*/ 232739 w 6462699"/>
              <a:gd name="connsiteY6" fmla="*/ 3114000 h 5929534"/>
              <a:gd name="connsiteX0" fmla="*/ 232739 w 6462699"/>
              <a:gd name="connsiteY0" fmla="*/ 3114000 h 5929534"/>
              <a:gd name="connsiteX1" fmla="*/ 3346739 w 6462699"/>
              <a:gd name="connsiteY1" fmla="*/ 0 h 5929534"/>
              <a:gd name="connsiteX2" fmla="*/ 6460739 w 6462699"/>
              <a:gd name="connsiteY2" fmla="*/ 3114000 h 5929534"/>
              <a:gd name="connsiteX3" fmla="*/ 4731155 w 6462699"/>
              <a:gd name="connsiteY3" fmla="*/ 5921390 h 5929534"/>
              <a:gd name="connsiteX4" fmla="*/ 4624210 w 6462699"/>
              <a:gd name="connsiteY4" fmla="*/ 3968895 h 5929534"/>
              <a:gd name="connsiteX5" fmla="*/ 333965 w 6462699"/>
              <a:gd name="connsiteY5" fmla="*/ 3971566 h 5929534"/>
              <a:gd name="connsiteX6" fmla="*/ 232739 w 6462699"/>
              <a:gd name="connsiteY6" fmla="*/ 3114000 h 5929534"/>
              <a:gd name="connsiteX0" fmla="*/ 232739 w 6462699"/>
              <a:gd name="connsiteY0" fmla="*/ 3114000 h 5929534"/>
              <a:gd name="connsiteX1" fmla="*/ 3346739 w 6462699"/>
              <a:gd name="connsiteY1" fmla="*/ 0 h 5929534"/>
              <a:gd name="connsiteX2" fmla="*/ 6460739 w 6462699"/>
              <a:gd name="connsiteY2" fmla="*/ 3114000 h 5929534"/>
              <a:gd name="connsiteX3" fmla="*/ 4731155 w 6462699"/>
              <a:gd name="connsiteY3" fmla="*/ 5921390 h 5929534"/>
              <a:gd name="connsiteX4" fmla="*/ 4624210 w 6462699"/>
              <a:gd name="connsiteY4" fmla="*/ 3968895 h 5929534"/>
              <a:gd name="connsiteX5" fmla="*/ 333965 w 6462699"/>
              <a:gd name="connsiteY5" fmla="*/ 3971566 h 5929534"/>
              <a:gd name="connsiteX6" fmla="*/ 232739 w 6462699"/>
              <a:gd name="connsiteY6" fmla="*/ 3114000 h 5929534"/>
              <a:gd name="connsiteX0" fmla="*/ 3162 w 6233122"/>
              <a:gd name="connsiteY0" fmla="*/ 3114000 h 5929534"/>
              <a:gd name="connsiteX1" fmla="*/ 3117162 w 6233122"/>
              <a:gd name="connsiteY1" fmla="*/ 0 h 5929534"/>
              <a:gd name="connsiteX2" fmla="*/ 6231162 w 6233122"/>
              <a:gd name="connsiteY2" fmla="*/ 3114000 h 5929534"/>
              <a:gd name="connsiteX3" fmla="*/ 4501578 w 6233122"/>
              <a:gd name="connsiteY3" fmla="*/ 5921390 h 5929534"/>
              <a:gd name="connsiteX4" fmla="*/ 4394633 w 6233122"/>
              <a:gd name="connsiteY4" fmla="*/ 3968895 h 5929534"/>
              <a:gd name="connsiteX5" fmla="*/ 104388 w 6233122"/>
              <a:gd name="connsiteY5" fmla="*/ 3971566 h 5929534"/>
              <a:gd name="connsiteX6" fmla="*/ 3162 w 6233122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534"/>
              <a:gd name="connsiteX1" fmla="*/ 3119446 w 6235406"/>
              <a:gd name="connsiteY1" fmla="*/ 0 h 5929534"/>
              <a:gd name="connsiteX2" fmla="*/ 6233446 w 6235406"/>
              <a:gd name="connsiteY2" fmla="*/ 3114000 h 5929534"/>
              <a:gd name="connsiteX3" fmla="*/ 4503862 w 6235406"/>
              <a:gd name="connsiteY3" fmla="*/ 5921390 h 5929534"/>
              <a:gd name="connsiteX4" fmla="*/ 4396917 w 6235406"/>
              <a:gd name="connsiteY4" fmla="*/ 3968895 h 5929534"/>
              <a:gd name="connsiteX5" fmla="*/ 106672 w 6235406"/>
              <a:gd name="connsiteY5" fmla="*/ 3971566 h 5929534"/>
              <a:gd name="connsiteX6" fmla="*/ 5446 w 6235406"/>
              <a:gd name="connsiteY6" fmla="*/ 3114000 h 5929534"/>
              <a:gd name="connsiteX0" fmla="*/ 5446 w 6235406"/>
              <a:gd name="connsiteY0" fmla="*/ 3114000 h 5929650"/>
              <a:gd name="connsiteX1" fmla="*/ 3119446 w 6235406"/>
              <a:gd name="connsiteY1" fmla="*/ 0 h 5929650"/>
              <a:gd name="connsiteX2" fmla="*/ 6233446 w 6235406"/>
              <a:gd name="connsiteY2" fmla="*/ 3114000 h 5929650"/>
              <a:gd name="connsiteX3" fmla="*/ 4503862 w 6235406"/>
              <a:gd name="connsiteY3" fmla="*/ 5921390 h 5929650"/>
              <a:gd name="connsiteX4" fmla="*/ 4396917 w 6235406"/>
              <a:gd name="connsiteY4" fmla="*/ 3968895 h 5929650"/>
              <a:gd name="connsiteX5" fmla="*/ 106672 w 6235406"/>
              <a:gd name="connsiteY5" fmla="*/ 3971566 h 5929650"/>
              <a:gd name="connsiteX6" fmla="*/ 5446 w 6235406"/>
              <a:gd name="connsiteY6" fmla="*/ 3114000 h 5929650"/>
              <a:gd name="connsiteX0" fmla="*/ 5446 w 6235406"/>
              <a:gd name="connsiteY0" fmla="*/ 3114000 h 5929650"/>
              <a:gd name="connsiteX1" fmla="*/ 3119446 w 6235406"/>
              <a:gd name="connsiteY1" fmla="*/ 0 h 5929650"/>
              <a:gd name="connsiteX2" fmla="*/ 6233446 w 6235406"/>
              <a:gd name="connsiteY2" fmla="*/ 3114000 h 5929650"/>
              <a:gd name="connsiteX3" fmla="*/ 4503862 w 6235406"/>
              <a:gd name="connsiteY3" fmla="*/ 5921390 h 5929650"/>
              <a:gd name="connsiteX4" fmla="*/ 4396917 w 6235406"/>
              <a:gd name="connsiteY4" fmla="*/ 3968895 h 5929650"/>
              <a:gd name="connsiteX5" fmla="*/ 106672 w 6235406"/>
              <a:gd name="connsiteY5" fmla="*/ 3971566 h 5929650"/>
              <a:gd name="connsiteX6" fmla="*/ 5446 w 6235406"/>
              <a:gd name="connsiteY6" fmla="*/ 3114000 h 5929650"/>
              <a:gd name="connsiteX0" fmla="*/ 5446 w 6235406"/>
              <a:gd name="connsiteY0" fmla="*/ 3114000 h 5929650"/>
              <a:gd name="connsiteX1" fmla="*/ 3119446 w 6235406"/>
              <a:gd name="connsiteY1" fmla="*/ 0 h 5929650"/>
              <a:gd name="connsiteX2" fmla="*/ 6233446 w 6235406"/>
              <a:gd name="connsiteY2" fmla="*/ 3114000 h 5929650"/>
              <a:gd name="connsiteX3" fmla="*/ 4503862 w 6235406"/>
              <a:gd name="connsiteY3" fmla="*/ 5921390 h 5929650"/>
              <a:gd name="connsiteX4" fmla="*/ 4396917 w 6235406"/>
              <a:gd name="connsiteY4" fmla="*/ 3968895 h 5929650"/>
              <a:gd name="connsiteX5" fmla="*/ 106672 w 6235406"/>
              <a:gd name="connsiteY5" fmla="*/ 3971566 h 5929650"/>
              <a:gd name="connsiteX6" fmla="*/ 5446 w 6235406"/>
              <a:gd name="connsiteY6" fmla="*/ 3114000 h 5929650"/>
              <a:gd name="connsiteX0" fmla="*/ 5446 w 6235406"/>
              <a:gd name="connsiteY0" fmla="*/ 3114000 h 5921390"/>
              <a:gd name="connsiteX1" fmla="*/ 3119446 w 6235406"/>
              <a:gd name="connsiteY1" fmla="*/ 0 h 5921390"/>
              <a:gd name="connsiteX2" fmla="*/ 6233446 w 6235406"/>
              <a:gd name="connsiteY2" fmla="*/ 3114000 h 5921390"/>
              <a:gd name="connsiteX3" fmla="*/ 4503862 w 6235406"/>
              <a:gd name="connsiteY3" fmla="*/ 5921390 h 5921390"/>
              <a:gd name="connsiteX4" fmla="*/ 4396917 w 6235406"/>
              <a:gd name="connsiteY4" fmla="*/ 3968895 h 5921390"/>
              <a:gd name="connsiteX5" fmla="*/ 106672 w 6235406"/>
              <a:gd name="connsiteY5" fmla="*/ 3971566 h 5921390"/>
              <a:gd name="connsiteX6" fmla="*/ 5446 w 6235406"/>
              <a:gd name="connsiteY6" fmla="*/ 3114000 h 5921390"/>
              <a:gd name="connsiteX0" fmla="*/ 5446 w 6235406"/>
              <a:gd name="connsiteY0" fmla="*/ 3114000 h 5921390"/>
              <a:gd name="connsiteX1" fmla="*/ 3119446 w 6235406"/>
              <a:gd name="connsiteY1" fmla="*/ 0 h 5921390"/>
              <a:gd name="connsiteX2" fmla="*/ 6233446 w 6235406"/>
              <a:gd name="connsiteY2" fmla="*/ 3114000 h 5921390"/>
              <a:gd name="connsiteX3" fmla="*/ 4503862 w 6235406"/>
              <a:gd name="connsiteY3" fmla="*/ 5921390 h 5921390"/>
              <a:gd name="connsiteX4" fmla="*/ 4396917 w 6235406"/>
              <a:gd name="connsiteY4" fmla="*/ 3968895 h 5921390"/>
              <a:gd name="connsiteX5" fmla="*/ 106672 w 6235406"/>
              <a:gd name="connsiteY5" fmla="*/ 3971566 h 5921390"/>
              <a:gd name="connsiteX6" fmla="*/ 5446 w 6235406"/>
              <a:gd name="connsiteY6" fmla="*/ 3114000 h 5921390"/>
              <a:gd name="connsiteX0" fmla="*/ 5446 w 6235406"/>
              <a:gd name="connsiteY0" fmla="*/ 3114000 h 5921390"/>
              <a:gd name="connsiteX1" fmla="*/ 3119446 w 6235406"/>
              <a:gd name="connsiteY1" fmla="*/ 0 h 5921390"/>
              <a:gd name="connsiteX2" fmla="*/ 6233446 w 6235406"/>
              <a:gd name="connsiteY2" fmla="*/ 3114000 h 5921390"/>
              <a:gd name="connsiteX3" fmla="*/ 4503862 w 6235406"/>
              <a:gd name="connsiteY3" fmla="*/ 5921390 h 5921390"/>
              <a:gd name="connsiteX4" fmla="*/ 4396917 w 6235406"/>
              <a:gd name="connsiteY4" fmla="*/ 3968895 h 5921390"/>
              <a:gd name="connsiteX5" fmla="*/ 106672 w 6235406"/>
              <a:gd name="connsiteY5" fmla="*/ 3971566 h 5921390"/>
              <a:gd name="connsiteX6" fmla="*/ 5446 w 6235406"/>
              <a:gd name="connsiteY6" fmla="*/ 3114000 h 5921390"/>
              <a:gd name="connsiteX0" fmla="*/ 5446 w 6235406"/>
              <a:gd name="connsiteY0" fmla="*/ 3114000 h 5938745"/>
              <a:gd name="connsiteX1" fmla="*/ 3119446 w 6235406"/>
              <a:gd name="connsiteY1" fmla="*/ 0 h 5938745"/>
              <a:gd name="connsiteX2" fmla="*/ 6233446 w 6235406"/>
              <a:gd name="connsiteY2" fmla="*/ 3114000 h 5938745"/>
              <a:gd name="connsiteX3" fmla="*/ 4503862 w 6235406"/>
              <a:gd name="connsiteY3" fmla="*/ 5921390 h 5938745"/>
              <a:gd name="connsiteX4" fmla="*/ 4455038 w 6235406"/>
              <a:gd name="connsiteY4" fmla="*/ 4284366 h 5938745"/>
              <a:gd name="connsiteX5" fmla="*/ 4396917 w 6235406"/>
              <a:gd name="connsiteY5" fmla="*/ 3968895 h 5938745"/>
              <a:gd name="connsiteX6" fmla="*/ 106672 w 6235406"/>
              <a:gd name="connsiteY6" fmla="*/ 3971566 h 5938745"/>
              <a:gd name="connsiteX7" fmla="*/ 5446 w 6235406"/>
              <a:gd name="connsiteY7" fmla="*/ 3114000 h 5938745"/>
              <a:gd name="connsiteX0" fmla="*/ 5446 w 6235406"/>
              <a:gd name="connsiteY0" fmla="*/ 3114000 h 5938745"/>
              <a:gd name="connsiteX1" fmla="*/ 3119446 w 6235406"/>
              <a:gd name="connsiteY1" fmla="*/ 0 h 5938745"/>
              <a:gd name="connsiteX2" fmla="*/ 6233446 w 6235406"/>
              <a:gd name="connsiteY2" fmla="*/ 3114000 h 5938745"/>
              <a:gd name="connsiteX3" fmla="*/ 4503862 w 6235406"/>
              <a:gd name="connsiteY3" fmla="*/ 5921390 h 5938745"/>
              <a:gd name="connsiteX4" fmla="*/ 4455038 w 6235406"/>
              <a:gd name="connsiteY4" fmla="*/ 4284366 h 5938745"/>
              <a:gd name="connsiteX5" fmla="*/ 4396917 w 6235406"/>
              <a:gd name="connsiteY5" fmla="*/ 3968895 h 5938745"/>
              <a:gd name="connsiteX6" fmla="*/ 106672 w 6235406"/>
              <a:gd name="connsiteY6" fmla="*/ 3971566 h 5938745"/>
              <a:gd name="connsiteX7" fmla="*/ 5446 w 6235406"/>
              <a:gd name="connsiteY7" fmla="*/ 3114000 h 5938745"/>
              <a:gd name="connsiteX0" fmla="*/ 5446 w 6235406"/>
              <a:gd name="connsiteY0" fmla="*/ 3114000 h 5938745"/>
              <a:gd name="connsiteX1" fmla="*/ 3119446 w 6235406"/>
              <a:gd name="connsiteY1" fmla="*/ 0 h 5938745"/>
              <a:gd name="connsiteX2" fmla="*/ 6233446 w 6235406"/>
              <a:gd name="connsiteY2" fmla="*/ 3114000 h 5938745"/>
              <a:gd name="connsiteX3" fmla="*/ 4503862 w 6235406"/>
              <a:gd name="connsiteY3" fmla="*/ 5921390 h 5938745"/>
              <a:gd name="connsiteX4" fmla="*/ 4483173 w 6235406"/>
              <a:gd name="connsiteY4" fmla="*/ 4284366 h 5938745"/>
              <a:gd name="connsiteX5" fmla="*/ 4396917 w 6235406"/>
              <a:gd name="connsiteY5" fmla="*/ 3968895 h 5938745"/>
              <a:gd name="connsiteX6" fmla="*/ 106672 w 6235406"/>
              <a:gd name="connsiteY6" fmla="*/ 3971566 h 5938745"/>
              <a:gd name="connsiteX7" fmla="*/ 5446 w 6235406"/>
              <a:gd name="connsiteY7" fmla="*/ 3114000 h 5938745"/>
              <a:gd name="connsiteX0" fmla="*/ 5446 w 6235406"/>
              <a:gd name="connsiteY0" fmla="*/ 3114000 h 5938818"/>
              <a:gd name="connsiteX1" fmla="*/ 3119446 w 6235406"/>
              <a:gd name="connsiteY1" fmla="*/ 0 h 5938818"/>
              <a:gd name="connsiteX2" fmla="*/ 6233446 w 6235406"/>
              <a:gd name="connsiteY2" fmla="*/ 3114000 h 5938818"/>
              <a:gd name="connsiteX3" fmla="*/ 4503862 w 6235406"/>
              <a:gd name="connsiteY3" fmla="*/ 5921390 h 5938818"/>
              <a:gd name="connsiteX4" fmla="*/ 4483173 w 6235406"/>
              <a:gd name="connsiteY4" fmla="*/ 4284366 h 5938818"/>
              <a:gd name="connsiteX5" fmla="*/ 4396917 w 6235406"/>
              <a:gd name="connsiteY5" fmla="*/ 3968895 h 5938818"/>
              <a:gd name="connsiteX6" fmla="*/ 106672 w 6235406"/>
              <a:gd name="connsiteY6" fmla="*/ 3971566 h 5938818"/>
              <a:gd name="connsiteX7" fmla="*/ 5446 w 6235406"/>
              <a:gd name="connsiteY7" fmla="*/ 3114000 h 5938818"/>
              <a:gd name="connsiteX0" fmla="*/ 5446 w 6235406"/>
              <a:gd name="connsiteY0" fmla="*/ 3114000 h 5938818"/>
              <a:gd name="connsiteX1" fmla="*/ 3119446 w 6235406"/>
              <a:gd name="connsiteY1" fmla="*/ 0 h 5938818"/>
              <a:gd name="connsiteX2" fmla="*/ 6233446 w 6235406"/>
              <a:gd name="connsiteY2" fmla="*/ 3114000 h 5938818"/>
              <a:gd name="connsiteX3" fmla="*/ 4503862 w 6235406"/>
              <a:gd name="connsiteY3" fmla="*/ 5921390 h 5938818"/>
              <a:gd name="connsiteX4" fmla="*/ 4483173 w 6235406"/>
              <a:gd name="connsiteY4" fmla="*/ 4284366 h 5938818"/>
              <a:gd name="connsiteX5" fmla="*/ 4396917 w 6235406"/>
              <a:gd name="connsiteY5" fmla="*/ 3968895 h 5938818"/>
              <a:gd name="connsiteX6" fmla="*/ 106672 w 6235406"/>
              <a:gd name="connsiteY6" fmla="*/ 3971566 h 5938818"/>
              <a:gd name="connsiteX7" fmla="*/ 5446 w 6235406"/>
              <a:gd name="connsiteY7" fmla="*/ 3114000 h 5938818"/>
              <a:gd name="connsiteX0" fmla="*/ 5446 w 6235406"/>
              <a:gd name="connsiteY0" fmla="*/ 3114000 h 5938818"/>
              <a:gd name="connsiteX1" fmla="*/ 3119446 w 6235406"/>
              <a:gd name="connsiteY1" fmla="*/ 0 h 5938818"/>
              <a:gd name="connsiteX2" fmla="*/ 6233446 w 6235406"/>
              <a:gd name="connsiteY2" fmla="*/ 3114000 h 5938818"/>
              <a:gd name="connsiteX3" fmla="*/ 4503862 w 6235406"/>
              <a:gd name="connsiteY3" fmla="*/ 5921390 h 5938818"/>
              <a:gd name="connsiteX4" fmla="*/ 4483173 w 6235406"/>
              <a:gd name="connsiteY4" fmla="*/ 4284366 h 5938818"/>
              <a:gd name="connsiteX5" fmla="*/ 4396917 w 6235406"/>
              <a:gd name="connsiteY5" fmla="*/ 3968895 h 5938818"/>
              <a:gd name="connsiteX6" fmla="*/ 106672 w 6235406"/>
              <a:gd name="connsiteY6" fmla="*/ 3971566 h 5938818"/>
              <a:gd name="connsiteX7" fmla="*/ 5446 w 6235406"/>
              <a:gd name="connsiteY7" fmla="*/ 3114000 h 5938818"/>
              <a:gd name="connsiteX0" fmla="*/ 5446 w 6235406"/>
              <a:gd name="connsiteY0" fmla="*/ 3114000 h 5938818"/>
              <a:gd name="connsiteX1" fmla="*/ 3119446 w 6235406"/>
              <a:gd name="connsiteY1" fmla="*/ 0 h 5938818"/>
              <a:gd name="connsiteX2" fmla="*/ 6233446 w 6235406"/>
              <a:gd name="connsiteY2" fmla="*/ 3114000 h 5938818"/>
              <a:gd name="connsiteX3" fmla="*/ 4503862 w 6235406"/>
              <a:gd name="connsiteY3" fmla="*/ 5921390 h 5938818"/>
              <a:gd name="connsiteX4" fmla="*/ 4483173 w 6235406"/>
              <a:gd name="connsiteY4" fmla="*/ 4284366 h 5938818"/>
              <a:gd name="connsiteX5" fmla="*/ 4396917 w 6235406"/>
              <a:gd name="connsiteY5" fmla="*/ 3968895 h 5938818"/>
              <a:gd name="connsiteX6" fmla="*/ 106672 w 6235406"/>
              <a:gd name="connsiteY6" fmla="*/ 3971566 h 5938818"/>
              <a:gd name="connsiteX7" fmla="*/ 5446 w 6235406"/>
              <a:gd name="connsiteY7" fmla="*/ 3114000 h 5938818"/>
              <a:gd name="connsiteX0" fmla="*/ 5446 w 6235406"/>
              <a:gd name="connsiteY0" fmla="*/ 3114000 h 5921941"/>
              <a:gd name="connsiteX1" fmla="*/ 3119446 w 6235406"/>
              <a:gd name="connsiteY1" fmla="*/ 0 h 5921941"/>
              <a:gd name="connsiteX2" fmla="*/ 6233446 w 6235406"/>
              <a:gd name="connsiteY2" fmla="*/ 3114000 h 5921941"/>
              <a:gd name="connsiteX3" fmla="*/ 4490214 w 6235406"/>
              <a:gd name="connsiteY3" fmla="*/ 5904331 h 5921941"/>
              <a:gd name="connsiteX4" fmla="*/ 4483173 w 6235406"/>
              <a:gd name="connsiteY4" fmla="*/ 4284366 h 5921941"/>
              <a:gd name="connsiteX5" fmla="*/ 4396917 w 6235406"/>
              <a:gd name="connsiteY5" fmla="*/ 3968895 h 5921941"/>
              <a:gd name="connsiteX6" fmla="*/ 106672 w 6235406"/>
              <a:gd name="connsiteY6" fmla="*/ 3971566 h 5921941"/>
              <a:gd name="connsiteX7" fmla="*/ 5446 w 6235406"/>
              <a:gd name="connsiteY7" fmla="*/ 3114000 h 5921941"/>
              <a:gd name="connsiteX0" fmla="*/ 5446 w 6235406"/>
              <a:gd name="connsiteY0" fmla="*/ 3114000 h 5921941"/>
              <a:gd name="connsiteX1" fmla="*/ 3119446 w 6235406"/>
              <a:gd name="connsiteY1" fmla="*/ 0 h 5921941"/>
              <a:gd name="connsiteX2" fmla="*/ 6233446 w 6235406"/>
              <a:gd name="connsiteY2" fmla="*/ 3114000 h 5921941"/>
              <a:gd name="connsiteX3" fmla="*/ 4490214 w 6235406"/>
              <a:gd name="connsiteY3" fmla="*/ 5904331 h 5921941"/>
              <a:gd name="connsiteX4" fmla="*/ 4483173 w 6235406"/>
              <a:gd name="connsiteY4" fmla="*/ 4284366 h 5921941"/>
              <a:gd name="connsiteX5" fmla="*/ 4396917 w 6235406"/>
              <a:gd name="connsiteY5" fmla="*/ 3968895 h 5921941"/>
              <a:gd name="connsiteX6" fmla="*/ 106672 w 6235406"/>
              <a:gd name="connsiteY6" fmla="*/ 3971566 h 5921941"/>
              <a:gd name="connsiteX7" fmla="*/ 5446 w 6235406"/>
              <a:gd name="connsiteY7" fmla="*/ 3114000 h 592194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3173 w 6235406"/>
              <a:gd name="connsiteY4" fmla="*/ 4284366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3173 w 6235406"/>
              <a:gd name="connsiteY4" fmla="*/ 4284366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3173 w 6235406"/>
              <a:gd name="connsiteY4" fmla="*/ 4284366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3173 w 6235406"/>
              <a:gd name="connsiteY4" fmla="*/ 4284366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6585 w 6235406"/>
              <a:gd name="connsiteY4" fmla="*/ 4137653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6585 w 6235406"/>
              <a:gd name="connsiteY4" fmla="*/ 4147888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5446 w 6235406"/>
              <a:gd name="connsiteY0" fmla="*/ 3114000 h 5904331"/>
              <a:gd name="connsiteX1" fmla="*/ 3119446 w 6235406"/>
              <a:gd name="connsiteY1" fmla="*/ 0 h 5904331"/>
              <a:gd name="connsiteX2" fmla="*/ 6233446 w 6235406"/>
              <a:gd name="connsiteY2" fmla="*/ 3114000 h 5904331"/>
              <a:gd name="connsiteX3" fmla="*/ 4490214 w 6235406"/>
              <a:gd name="connsiteY3" fmla="*/ 5904331 h 5904331"/>
              <a:gd name="connsiteX4" fmla="*/ 4486585 w 6235406"/>
              <a:gd name="connsiteY4" fmla="*/ 4147888 h 5904331"/>
              <a:gd name="connsiteX5" fmla="*/ 4396917 w 6235406"/>
              <a:gd name="connsiteY5" fmla="*/ 3968895 h 5904331"/>
              <a:gd name="connsiteX6" fmla="*/ 106672 w 6235406"/>
              <a:gd name="connsiteY6" fmla="*/ 3971566 h 5904331"/>
              <a:gd name="connsiteX7" fmla="*/ 5446 w 6235406"/>
              <a:gd name="connsiteY7" fmla="*/ 3114000 h 5904331"/>
              <a:gd name="connsiteX0" fmla="*/ 120811 w 6350771"/>
              <a:gd name="connsiteY0" fmla="*/ 3114000 h 5904331"/>
              <a:gd name="connsiteX1" fmla="*/ 3234811 w 6350771"/>
              <a:gd name="connsiteY1" fmla="*/ 0 h 5904331"/>
              <a:gd name="connsiteX2" fmla="*/ 6348811 w 6350771"/>
              <a:gd name="connsiteY2" fmla="*/ 3114000 h 5904331"/>
              <a:gd name="connsiteX3" fmla="*/ 4605579 w 6350771"/>
              <a:gd name="connsiteY3" fmla="*/ 5904331 h 5904331"/>
              <a:gd name="connsiteX4" fmla="*/ 4601950 w 6350771"/>
              <a:gd name="connsiteY4" fmla="*/ 4147888 h 5904331"/>
              <a:gd name="connsiteX5" fmla="*/ 4512282 w 6350771"/>
              <a:gd name="connsiteY5" fmla="*/ 3968895 h 5904331"/>
              <a:gd name="connsiteX6" fmla="*/ 293688 w 6350771"/>
              <a:gd name="connsiteY6" fmla="*/ 3968154 h 5904331"/>
              <a:gd name="connsiteX7" fmla="*/ 120811 w 6350771"/>
              <a:gd name="connsiteY7" fmla="*/ 3114000 h 5904331"/>
              <a:gd name="connsiteX0" fmla="*/ 120811 w 6350771"/>
              <a:gd name="connsiteY0" fmla="*/ 3114000 h 5904331"/>
              <a:gd name="connsiteX1" fmla="*/ 3234811 w 6350771"/>
              <a:gd name="connsiteY1" fmla="*/ 0 h 5904331"/>
              <a:gd name="connsiteX2" fmla="*/ 6348811 w 6350771"/>
              <a:gd name="connsiteY2" fmla="*/ 3114000 h 5904331"/>
              <a:gd name="connsiteX3" fmla="*/ 4605579 w 6350771"/>
              <a:gd name="connsiteY3" fmla="*/ 5904331 h 5904331"/>
              <a:gd name="connsiteX4" fmla="*/ 4601950 w 6350771"/>
              <a:gd name="connsiteY4" fmla="*/ 4147888 h 5904331"/>
              <a:gd name="connsiteX5" fmla="*/ 4512282 w 6350771"/>
              <a:gd name="connsiteY5" fmla="*/ 3968895 h 5904331"/>
              <a:gd name="connsiteX6" fmla="*/ 293688 w 6350771"/>
              <a:gd name="connsiteY6" fmla="*/ 3968154 h 5904331"/>
              <a:gd name="connsiteX7" fmla="*/ 120811 w 6350771"/>
              <a:gd name="connsiteY7" fmla="*/ 3114000 h 5904331"/>
              <a:gd name="connsiteX0" fmla="*/ 12 w 6229972"/>
              <a:gd name="connsiteY0" fmla="*/ 3114000 h 5904331"/>
              <a:gd name="connsiteX1" fmla="*/ 3114012 w 6229972"/>
              <a:gd name="connsiteY1" fmla="*/ 0 h 5904331"/>
              <a:gd name="connsiteX2" fmla="*/ 6228012 w 6229972"/>
              <a:gd name="connsiteY2" fmla="*/ 3114000 h 5904331"/>
              <a:gd name="connsiteX3" fmla="*/ 4484780 w 6229972"/>
              <a:gd name="connsiteY3" fmla="*/ 5904331 h 5904331"/>
              <a:gd name="connsiteX4" fmla="*/ 4481151 w 6229972"/>
              <a:gd name="connsiteY4" fmla="*/ 4147888 h 5904331"/>
              <a:gd name="connsiteX5" fmla="*/ 4391483 w 6229972"/>
              <a:gd name="connsiteY5" fmla="*/ 3968895 h 5904331"/>
              <a:gd name="connsiteX6" fmla="*/ 172889 w 6229972"/>
              <a:gd name="connsiteY6" fmla="*/ 3968154 h 5904331"/>
              <a:gd name="connsiteX7" fmla="*/ 12 w 6229972"/>
              <a:gd name="connsiteY7" fmla="*/ 3114000 h 5904331"/>
              <a:gd name="connsiteX0" fmla="*/ 12 w 6229972"/>
              <a:gd name="connsiteY0" fmla="*/ 3114000 h 5904331"/>
              <a:gd name="connsiteX1" fmla="*/ 3114012 w 6229972"/>
              <a:gd name="connsiteY1" fmla="*/ 0 h 5904331"/>
              <a:gd name="connsiteX2" fmla="*/ 6228012 w 6229972"/>
              <a:gd name="connsiteY2" fmla="*/ 3114000 h 5904331"/>
              <a:gd name="connsiteX3" fmla="*/ 4484780 w 6229972"/>
              <a:gd name="connsiteY3" fmla="*/ 5904331 h 5904331"/>
              <a:gd name="connsiteX4" fmla="*/ 4481151 w 6229972"/>
              <a:gd name="connsiteY4" fmla="*/ 4147888 h 5904331"/>
              <a:gd name="connsiteX5" fmla="*/ 4391483 w 6229972"/>
              <a:gd name="connsiteY5" fmla="*/ 3968895 h 5904331"/>
              <a:gd name="connsiteX6" fmla="*/ 172889 w 6229972"/>
              <a:gd name="connsiteY6" fmla="*/ 3968154 h 5904331"/>
              <a:gd name="connsiteX7" fmla="*/ 12 w 6229972"/>
              <a:gd name="connsiteY7" fmla="*/ 3114000 h 5904331"/>
              <a:gd name="connsiteX0" fmla="*/ 12 w 6229972"/>
              <a:gd name="connsiteY0" fmla="*/ 3114000 h 5904331"/>
              <a:gd name="connsiteX1" fmla="*/ 3114012 w 6229972"/>
              <a:gd name="connsiteY1" fmla="*/ 0 h 5904331"/>
              <a:gd name="connsiteX2" fmla="*/ 6228012 w 6229972"/>
              <a:gd name="connsiteY2" fmla="*/ 3114000 h 5904331"/>
              <a:gd name="connsiteX3" fmla="*/ 4484780 w 6229972"/>
              <a:gd name="connsiteY3" fmla="*/ 5904331 h 5904331"/>
              <a:gd name="connsiteX4" fmla="*/ 4481151 w 6229972"/>
              <a:gd name="connsiteY4" fmla="*/ 4147888 h 5904331"/>
              <a:gd name="connsiteX5" fmla="*/ 4391483 w 6229972"/>
              <a:gd name="connsiteY5" fmla="*/ 3968895 h 5904331"/>
              <a:gd name="connsiteX6" fmla="*/ 172889 w 6229972"/>
              <a:gd name="connsiteY6" fmla="*/ 3968154 h 5904331"/>
              <a:gd name="connsiteX7" fmla="*/ 12 w 6229972"/>
              <a:gd name="connsiteY7" fmla="*/ 3114000 h 5904331"/>
              <a:gd name="connsiteX0" fmla="*/ 165707 w 6395667"/>
              <a:gd name="connsiteY0" fmla="*/ 3114000 h 5904331"/>
              <a:gd name="connsiteX1" fmla="*/ 3279707 w 6395667"/>
              <a:gd name="connsiteY1" fmla="*/ 0 h 5904331"/>
              <a:gd name="connsiteX2" fmla="*/ 6393707 w 6395667"/>
              <a:gd name="connsiteY2" fmla="*/ 3114000 h 5904331"/>
              <a:gd name="connsiteX3" fmla="*/ 4650475 w 6395667"/>
              <a:gd name="connsiteY3" fmla="*/ 5904331 h 5904331"/>
              <a:gd name="connsiteX4" fmla="*/ 4646846 w 6395667"/>
              <a:gd name="connsiteY4" fmla="*/ 4147888 h 5904331"/>
              <a:gd name="connsiteX5" fmla="*/ 4557178 w 6395667"/>
              <a:gd name="connsiteY5" fmla="*/ 3968895 h 5904331"/>
              <a:gd name="connsiteX6" fmla="*/ 338584 w 6395667"/>
              <a:gd name="connsiteY6" fmla="*/ 3968154 h 5904331"/>
              <a:gd name="connsiteX7" fmla="*/ 418664 w 6395667"/>
              <a:gd name="connsiteY7" fmla="*/ 3789530 h 5904331"/>
              <a:gd name="connsiteX8" fmla="*/ 165707 w 6395667"/>
              <a:gd name="connsiteY8" fmla="*/ 3114000 h 5904331"/>
              <a:gd name="connsiteX0" fmla="*/ 165707 w 6395667"/>
              <a:gd name="connsiteY0" fmla="*/ 3114000 h 5904331"/>
              <a:gd name="connsiteX1" fmla="*/ 3279707 w 6395667"/>
              <a:gd name="connsiteY1" fmla="*/ 0 h 5904331"/>
              <a:gd name="connsiteX2" fmla="*/ 6393707 w 6395667"/>
              <a:gd name="connsiteY2" fmla="*/ 3114000 h 5904331"/>
              <a:gd name="connsiteX3" fmla="*/ 4650475 w 6395667"/>
              <a:gd name="connsiteY3" fmla="*/ 5904331 h 5904331"/>
              <a:gd name="connsiteX4" fmla="*/ 4646846 w 6395667"/>
              <a:gd name="connsiteY4" fmla="*/ 4147888 h 5904331"/>
              <a:gd name="connsiteX5" fmla="*/ 4557178 w 6395667"/>
              <a:gd name="connsiteY5" fmla="*/ 3968895 h 5904331"/>
              <a:gd name="connsiteX6" fmla="*/ 338584 w 6395667"/>
              <a:gd name="connsiteY6" fmla="*/ 3968154 h 5904331"/>
              <a:gd name="connsiteX7" fmla="*/ 418664 w 6395667"/>
              <a:gd name="connsiteY7" fmla="*/ 3789530 h 5904331"/>
              <a:gd name="connsiteX8" fmla="*/ 165707 w 6395667"/>
              <a:gd name="connsiteY8" fmla="*/ 3114000 h 5904331"/>
              <a:gd name="connsiteX0" fmla="*/ 187804 w 6417764"/>
              <a:gd name="connsiteY0" fmla="*/ 3114000 h 5904331"/>
              <a:gd name="connsiteX1" fmla="*/ 3301804 w 6417764"/>
              <a:gd name="connsiteY1" fmla="*/ 0 h 5904331"/>
              <a:gd name="connsiteX2" fmla="*/ 6415804 w 6417764"/>
              <a:gd name="connsiteY2" fmla="*/ 3114000 h 5904331"/>
              <a:gd name="connsiteX3" fmla="*/ 4672572 w 6417764"/>
              <a:gd name="connsiteY3" fmla="*/ 5904331 h 5904331"/>
              <a:gd name="connsiteX4" fmla="*/ 4668943 w 6417764"/>
              <a:gd name="connsiteY4" fmla="*/ 4147888 h 5904331"/>
              <a:gd name="connsiteX5" fmla="*/ 4579275 w 6417764"/>
              <a:gd name="connsiteY5" fmla="*/ 3968895 h 5904331"/>
              <a:gd name="connsiteX6" fmla="*/ 360681 w 6417764"/>
              <a:gd name="connsiteY6" fmla="*/ 3968154 h 5904331"/>
              <a:gd name="connsiteX7" fmla="*/ 317931 w 6417764"/>
              <a:gd name="connsiteY7" fmla="*/ 3984011 h 5904331"/>
              <a:gd name="connsiteX8" fmla="*/ 187804 w 6417764"/>
              <a:gd name="connsiteY8" fmla="*/ 3114000 h 5904331"/>
              <a:gd name="connsiteX0" fmla="*/ 187804 w 6417764"/>
              <a:gd name="connsiteY0" fmla="*/ 3114000 h 5904331"/>
              <a:gd name="connsiteX1" fmla="*/ 3301804 w 6417764"/>
              <a:gd name="connsiteY1" fmla="*/ 0 h 5904331"/>
              <a:gd name="connsiteX2" fmla="*/ 6415804 w 6417764"/>
              <a:gd name="connsiteY2" fmla="*/ 3114000 h 5904331"/>
              <a:gd name="connsiteX3" fmla="*/ 4672572 w 6417764"/>
              <a:gd name="connsiteY3" fmla="*/ 5904331 h 5904331"/>
              <a:gd name="connsiteX4" fmla="*/ 4668943 w 6417764"/>
              <a:gd name="connsiteY4" fmla="*/ 4147888 h 5904331"/>
              <a:gd name="connsiteX5" fmla="*/ 4579275 w 6417764"/>
              <a:gd name="connsiteY5" fmla="*/ 3968895 h 5904331"/>
              <a:gd name="connsiteX6" fmla="*/ 360681 w 6417764"/>
              <a:gd name="connsiteY6" fmla="*/ 3968154 h 5904331"/>
              <a:gd name="connsiteX7" fmla="*/ 317931 w 6417764"/>
              <a:gd name="connsiteY7" fmla="*/ 3984011 h 5904331"/>
              <a:gd name="connsiteX8" fmla="*/ 187804 w 6417764"/>
              <a:gd name="connsiteY8" fmla="*/ 3114000 h 5904331"/>
              <a:gd name="connsiteX0" fmla="*/ 183019 w 6412979"/>
              <a:gd name="connsiteY0" fmla="*/ 3114000 h 5904331"/>
              <a:gd name="connsiteX1" fmla="*/ 3297019 w 6412979"/>
              <a:gd name="connsiteY1" fmla="*/ 0 h 5904331"/>
              <a:gd name="connsiteX2" fmla="*/ 6411019 w 6412979"/>
              <a:gd name="connsiteY2" fmla="*/ 3114000 h 5904331"/>
              <a:gd name="connsiteX3" fmla="*/ 4667787 w 6412979"/>
              <a:gd name="connsiteY3" fmla="*/ 5904331 h 5904331"/>
              <a:gd name="connsiteX4" fmla="*/ 4664158 w 6412979"/>
              <a:gd name="connsiteY4" fmla="*/ 4147888 h 5904331"/>
              <a:gd name="connsiteX5" fmla="*/ 4574490 w 6412979"/>
              <a:gd name="connsiteY5" fmla="*/ 3968895 h 5904331"/>
              <a:gd name="connsiteX6" fmla="*/ 355896 w 6412979"/>
              <a:gd name="connsiteY6" fmla="*/ 3968154 h 5904331"/>
              <a:gd name="connsiteX7" fmla="*/ 313146 w 6412979"/>
              <a:gd name="connsiteY7" fmla="*/ 3984011 h 5904331"/>
              <a:gd name="connsiteX8" fmla="*/ 183019 w 6412979"/>
              <a:gd name="connsiteY8" fmla="*/ 3114000 h 5904331"/>
              <a:gd name="connsiteX0" fmla="*/ 144151 w 6374111"/>
              <a:gd name="connsiteY0" fmla="*/ 3114000 h 5904331"/>
              <a:gd name="connsiteX1" fmla="*/ 3258151 w 6374111"/>
              <a:gd name="connsiteY1" fmla="*/ 0 h 5904331"/>
              <a:gd name="connsiteX2" fmla="*/ 6372151 w 6374111"/>
              <a:gd name="connsiteY2" fmla="*/ 3114000 h 5904331"/>
              <a:gd name="connsiteX3" fmla="*/ 4628919 w 6374111"/>
              <a:gd name="connsiteY3" fmla="*/ 5904331 h 5904331"/>
              <a:gd name="connsiteX4" fmla="*/ 4625290 w 6374111"/>
              <a:gd name="connsiteY4" fmla="*/ 4147888 h 5904331"/>
              <a:gd name="connsiteX5" fmla="*/ 4535622 w 6374111"/>
              <a:gd name="connsiteY5" fmla="*/ 3968895 h 5904331"/>
              <a:gd name="connsiteX6" fmla="*/ 317028 w 6374111"/>
              <a:gd name="connsiteY6" fmla="*/ 3968154 h 5904331"/>
              <a:gd name="connsiteX7" fmla="*/ 274278 w 6374111"/>
              <a:gd name="connsiteY7" fmla="*/ 3984011 h 5904331"/>
              <a:gd name="connsiteX8" fmla="*/ 144151 w 6374111"/>
              <a:gd name="connsiteY8" fmla="*/ 3114000 h 5904331"/>
              <a:gd name="connsiteX0" fmla="*/ 141340 w 6371300"/>
              <a:gd name="connsiteY0" fmla="*/ 3114000 h 5904331"/>
              <a:gd name="connsiteX1" fmla="*/ 3255340 w 6371300"/>
              <a:gd name="connsiteY1" fmla="*/ 0 h 5904331"/>
              <a:gd name="connsiteX2" fmla="*/ 6369340 w 6371300"/>
              <a:gd name="connsiteY2" fmla="*/ 3114000 h 5904331"/>
              <a:gd name="connsiteX3" fmla="*/ 4626108 w 6371300"/>
              <a:gd name="connsiteY3" fmla="*/ 5904331 h 5904331"/>
              <a:gd name="connsiteX4" fmla="*/ 4622479 w 6371300"/>
              <a:gd name="connsiteY4" fmla="*/ 4147888 h 5904331"/>
              <a:gd name="connsiteX5" fmla="*/ 4532811 w 6371300"/>
              <a:gd name="connsiteY5" fmla="*/ 3968895 h 5904331"/>
              <a:gd name="connsiteX6" fmla="*/ 314217 w 6371300"/>
              <a:gd name="connsiteY6" fmla="*/ 3968154 h 5904331"/>
              <a:gd name="connsiteX7" fmla="*/ 281702 w 6371300"/>
              <a:gd name="connsiteY7" fmla="*/ 3987423 h 5904331"/>
              <a:gd name="connsiteX8" fmla="*/ 141340 w 6371300"/>
              <a:gd name="connsiteY8" fmla="*/ 3114000 h 5904331"/>
              <a:gd name="connsiteX0" fmla="*/ 181 w 6230141"/>
              <a:gd name="connsiteY0" fmla="*/ 3114000 h 5904331"/>
              <a:gd name="connsiteX1" fmla="*/ 3114181 w 6230141"/>
              <a:gd name="connsiteY1" fmla="*/ 0 h 5904331"/>
              <a:gd name="connsiteX2" fmla="*/ 6228181 w 6230141"/>
              <a:gd name="connsiteY2" fmla="*/ 3114000 h 5904331"/>
              <a:gd name="connsiteX3" fmla="*/ 4484949 w 6230141"/>
              <a:gd name="connsiteY3" fmla="*/ 5904331 h 5904331"/>
              <a:gd name="connsiteX4" fmla="*/ 4481320 w 6230141"/>
              <a:gd name="connsiteY4" fmla="*/ 4147888 h 5904331"/>
              <a:gd name="connsiteX5" fmla="*/ 4391652 w 6230141"/>
              <a:gd name="connsiteY5" fmla="*/ 3968895 h 5904331"/>
              <a:gd name="connsiteX6" fmla="*/ 173058 w 6230141"/>
              <a:gd name="connsiteY6" fmla="*/ 3968154 h 5904331"/>
              <a:gd name="connsiteX7" fmla="*/ 140543 w 6230141"/>
              <a:gd name="connsiteY7" fmla="*/ 3987423 h 5904331"/>
              <a:gd name="connsiteX8" fmla="*/ 181 w 6230141"/>
              <a:gd name="connsiteY8" fmla="*/ 3114000 h 5904331"/>
              <a:gd name="connsiteX0" fmla="*/ 199 w 6230159"/>
              <a:gd name="connsiteY0" fmla="*/ 3114000 h 5904331"/>
              <a:gd name="connsiteX1" fmla="*/ 3114199 w 6230159"/>
              <a:gd name="connsiteY1" fmla="*/ 0 h 5904331"/>
              <a:gd name="connsiteX2" fmla="*/ 6228199 w 6230159"/>
              <a:gd name="connsiteY2" fmla="*/ 3114000 h 5904331"/>
              <a:gd name="connsiteX3" fmla="*/ 4484967 w 6230159"/>
              <a:gd name="connsiteY3" fmla="*/ 5904331 h 5904331"/>
              <a:gd name="connsiteX4" fmla="*/ 4481338 w 6230159"/>
              <a:gd name="connsiteY4" fmla="*/ 4147888 h 5904331"/>
              <a:gd name="connsiteX5" fmla="*/ 4391670 w 6230159"/>
              <a:gd name="connsiteY5" fmla="*/ 3968895 h 5904331"/>
              <a:gd name="connsiteX6" fmla="*/ 173076 w 6230159"/>
              <a:gd name="connsiteY6" fmla="*/ 3968154 h 5904331"/>
              <a:gd name="connsiteX7" fmla="*/ 126914 w 6230159"/>
              <a:gd name="connsiteY7" fmla="*/ 3990835 h 5904331"/>
              <a:gd name="connsiteX8" fmla="*/ 199 w 6230159"/>
              <a:gd name="connsiteY8" fmla="*/ 3114000 h 5904331"/>
              <a:gd name="connsiteX0" fmla="*/ 199 w 6230159"/>
              <a:gd name="connsiteY0" fmla="*/ 3114000 h 5904331"/>
              <a:gd name="connsiteX1" fmla="*/ 3114199 w 6230159"/>
              <a:gd name="connsiteY1" fmla="*/ 0 h 5904331"/>
              <a:gd name="connsiteX2" fmla="*/ 6228199 w 6230159"/>
              <a:gd name="connsiteY2" fmla="*/ 3114000 h 5904331"/>
              <a:gd name="connsiteX3" fmla="*/ 4484967 w 6230159"/>
              <a:gd name="connsiteY3" fmla="*/ 5904331 h 5904331"/>
              <a:gd name="connsiteX4" fmla="*/ 4481338 w 6230159"/>
              <a:gd name="connsiteY4" fmla="*/ 4147888 h 5904331"/>
              <a:gd name="connsiteX5" fmla="*/ 4391670 w 6230159"/>
              <a:gd name="connsiteY5" fmla="*/ 3968895 h 5904331"/>
              <a:gd name="connsiteX6" fmla="*/ 173076 w 6230159"/>
              <a:gd name="connsiteY6" fmla="*/ 3968154 h 5904331"/>
              <a:gd name="connsiteX7" fmla="*/ 126914 w 6230159"/>
              <a:gd name="connsiteY7" fmla="*/ 3990835 h 5904331"/>
              <a:gd name="connsiteX8" fmla="*/ 199 w 6230159"/>
              <a:gd name="connsiteY8" fmla="*/ 3114000 h 5904331"/>
              <a:gd name="connsiteX0" fmla="*/ 199 w 6230159"/>
              <a:gd name="connsiteY0" fmla="*/ 3114000 h 5904331"/>
              <a:gd name="connsiteX1" fmla="*/ 3114199 w 6230159"/>
              <a:gd name="connsiteY1" fmla="*/ 0 h 5904331"/>
              <a:gd name="connsiteX2" fmla="*/ 6228199 w 6230159"/>
              <a:gd name="connsiteY2" fmla="*/ 3114000 h 5904331"/>
              <a:gd name="connsiteX3" fmla="*/ 4484967 w 6230159"/>
              <a:gd name="connsiteY3" fmla="*/ 5904331 h 5904331"/>
              <a:gd name="connsiteX4" fmla="*/ 4481338 w 6230159"/>
              <a:gd name="connsiteY4" fmla="*/ 4147888 h 5904331"/>
              <a:gd name="connsiteX5" fmla="*/ 4391670 w 6230159"/>
              <a:gd name="connsiteY5" fmla="*/ 3968895 h 5904331"/>
              <a:gd name="connsiteX6" fmla="*/ 194243 w 6230159"/>
              <a:gd name="connsiteY6" fmla="*/ 3968154 h 5904331"/>
              <a:gd name="connsiteX7" fmla="*/ 126914 w 6230159"/>
              <a:gd name="connsiteY7" fmla="*/ 3990835 h 5904331"/>
              <a:gd name="connsiteX8" fmla="*/ 199 w 6230159"/>
              <a:gd name="connsiteY8" fmla="*/ 3114000 h 5904331"/>
              <a:gd name="connsiteX0" fmla="*/ 199 w 6228217"/>
              <a:gd name="connsiteY0" fmla="*/ 3114000 h 5904331"/>
              <a:gd name="connsiteX1" fmla="*/ 3114199 w 6228217"/>
              <a:gd name="connsiteY1" fmla="*/ 0 h 5904331"/>
              <a:gd name="connsiteX2" fmla="*/ 6228199 w 6228217"/>
              <a:gd name="connsiteY2" fmla="*/ 3114000 h 5904331"/>
              <a:gd name="connsiteX3" fmla="*/ 4484967 w 6228217"/>
              <a:gd name="connsiteY3" fmla="*/ 5904331 h 5904331"/>
              <a:gd name="connsiteX4" fmla="*/ 4481338 w 6228217"/>
              <a:gd name="connsiteY4" fmla="*/ 4147888 h 5904331"/>
              <a:gd name="connsiteX5" fmla="*/ 4391670 w 6228217"/>
              <a:gd name="connsiteY5" fmla="*/ 3968895 h 5904331"/>
              <a:gd name="connsiteX6" fmla="*/ 194243 w 6228217"/>
              <a:gd name="connsiteY6" fmla="*/ 3968154 h 5904331"/>
              <a:gd name="connsiteX7" fmla="*/ 126914 w 6228217"/>
              <a:gd name="connsiteY7" fmla="*/ 3990835 h 5904331"/>
              <a:gd name="connsiteX8" fmla="*/ 199 w 6228217"/>
              <a:gd name="connsiteY8" fmla="*/ 3114000 h 5904331"/>
              <a:gd name="connsiteX0" fmla="*/ 199 w 6228217"/>
              <a:gd name="connsiteY0" fmla="*/ 3114000 h 5904331"/>
              <a:gd name="connsiteX1" fmla="*/ 3114199 w 6228217"/>
              <a:gd name="connsiteY1" fmla="*/ 0 h 5904331"/>
              <a:gd name="connsiteX2" fmla="*/ 6228199 w 6228217"/>
              <a:gd name="connsiteY2" fmla="*/ 3114000 h 5904331"/>
              <a:gd name="connsiteX3" fmla="*/ 4484967 w 6228217"/>
              <a:gd name="connsiteY3" fmla="*/ 5904331 h 5904331"/>
              <a:gd name="connsiteX4" fmla="*/ 4481338 w 6228217"/>
              <a:gd name="connsiteY4" fmla="*/ 4147888 h 5904331"/>
              <a:gd name="connsiteX5" fmla="*/ 4391670 w 6228217"/>
              <a:gd name="connsiteY5" fmla="*/ 3968895 h 5904331"/>
              <a:gd name="connsiteX6" fmla="*/ 194243 w 6228217"/>
              <a:gd name="connsiteY6" fmla="*/ 3968154 h 5904331"/>
              <a:gd name="connsiteX7" fmla="*/ 126914 w 6228217"/>
              <a:gd name="connsiteY7" fmla="*/ 3990835 h 5904331"/>
              <a:gd name="connsiteX8" fmla="*/ 199 w 6228217"/>
              <a:gd name="connsiteY8" fmla="*/ 3114000 h 5904331"/>
              <a:gd name="connsiteX0" fmla="*/ 199 w 6228217"/>
              <a:gd name="connsiteY0" fmla="*/ 3114000 h 5904331"/>
              <a:gd name="connsiteX1" fmla="*/ 3114199 w 6228217"/>
              <a:gd name="connsiteY1" fmla="*/ 0 h 5904331"/>
              <a:gd name="connsiteX2" fmla="*/ 6228199 w 6228217"/>
              <a:gd name="connsiteY2" fmla="*/ 3114000 h 5904331"/>
              <a:gd name="connsiteX3" fmla="*/ 4484967 w 6228217"/>
              <a:gd name="connsiteY3" fmla="*/ 5904331 h 5904331"/>
              <a:gd name="connsiteX4" fmla="*/ 4481338 w 6228217"/>
              <a:gd name="connsiteY4" fmla="*/ 4147888 h 5904331"/>
              <a:gd name="connsiteX5" fmla="*/ 4391670 w 6228217"/>
              <a:gd name="connsiteY5" fmla="*/ 3968895 h 5904331"/>
              <a:gd name="connsiteX6" fmla="*/ 194243 w 6228217"/>
              <a:gd name="connsiteY6" fmla="*/ 3968154 h 5904331"/>
              <a:gd name="connsiteX7" fmla="*/ 126914 w 6228217"/>
              <a:gd name="connsiteY7" fmla="*/ 3990835 h 5904331"/>
              <a:gd name="connsiteX8" fmla="*/ 199 w 6228217"/>
              <a:gd name="connsiteY8" fmla="*/ 3114000 h 5904331"/>
              <a:gd name="connsiteX0" fmla="*/ 199 w 6228216"/>
              <a:gd name="connsiteY0" fmla="*/ 3114000 h 5904331"/>
              <a:gd name="connsiteX1" fmla="*/ 3114199 w 6228216"/>
              <a:gd name="connsiteY1" fmla="*/ 0 h 5904331"/>
              <a:gd name="connsiteX2" fmla="*/ 6228199 w 6228216"/>
              <a:gd name="connsiteY2" fmla="*/ 3114000 h 5904331"/>
              <a:gd name="connsiteX3" fmla="*/ 4474456 w 6228216"/>
              <a:gd name="connsiteY3" fmla="*/ 5904331 h 5904331"/>
              <a:gd name="connsiteX4" fmla="*/ 4481338 w 6228216"/>
              <a:gd name="connsiteY4" fmla="*/ 4147888 h 5904331"/>
              <a:gd name="connsiteX5" fmla="*/ 4391670 w 6228216"/>
              <a:gd name="connsiteY5" fmla="*/ 3968895 h 5904331"/>
              <a:gd name="connsiteX6" fmla="*/ 194243 w 6228216"/>
              <a:gd name="connsiteY6" fmla="*/ 3968154 h 5904331"/>
              <a:gd name="connsiteX7" fmla="*/ 126914 w 6228216"/>
              <a:gd name="connsiteY7" fmla="*/ 3990835 h 5904331"/>
              <a:gd name="connsiteX8" fmla="*/ 199 w 6228216"/>
              <a:gd name="connsiteY8" fmla="*/ 3114000 h 5904331"/>
              <a:gd name="connsiteX0" fmla="*/ 199 w 6228216"/>
              <a:gd name="connsiteY0" fmla="*/ 3114000 h 5915833"/>
              <a:gd name="connsiteX1" fmla="*/ 3114199 w 6228216"/>
              <a:gd name="connsiteY1" fmla="*/ 0 h 5915833"/>
              <a:gd name="connsiteX2" fmla="*/ 6228199 w 6228216"/>
              <a:gd name="connsiteY2" fmla="*/ 3114000 h 5915833"/>
              <a:gd name="connsiteX3" fmla="*/ 4480207 w 6228216"/>
              <a:gd name="connsiteY3" fmla="*/ 5915833 h 5915833"/>
              <a:gd name="connsiteX4" fmla="*/ 4481338 w 6228216"/>
              <a:gd name="connsiteY4" fmla="*/ 4147888 h 5915833"/>
              <a:gd name="connsiteX5" fmla="*/ 4391670 w 6228216"/>
              <a:gd name="connsiteY5" fmla="*/ 3968895 h 5915833"/>
              <a:gd name="connsiteX6" fmla="*/ 194243 w 6228216"/>
              <a:gd name="connsiteY6" fmla="*/ 3968154 h 5915833"/>
              <a:gd name="connsiteX7" fmla="*/ 126914 w 6228216"/>
              <a:gd name="connsiteY7" fmla="*/ 3990835 h 5915833"/>
              <a:gd name="connsiteX8" fmla="*/ 199 w 6228216"/>
              <a:gd name="connsiteY8" fmla="*/ 3114000 h 5915833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80207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80207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76649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7"/>
              <a:gd name="connsiteY0" fmla="*/ 3114000 h 5927335"/>
              <a:gd name="connsiteX1" fmla="*/ 3114199 w 6228217"/>
              <a:gd name="connsiteY1" fmla="*/ 0 h 5927335"/>
              <a:gd name="connsiteX2" fmla="*/ 6228199 w 6228217"/>
              <a:gd name="connsiteY2" fmla="*/ 3114000 h 5927335"/>
              <a:gd name="connsiteX3" fmla="*/ 4476649 w 6228217"/>
              <a:gd name="connsiteY3" fmla="*/ 5927335 h 5927335"/>
              <a:gd name="connsiteX4" fmla="*/ 4481338 w 6228217"/>
              <a:gd name="connsiteY4" fmla="*/ 4147888 h 5927335"/>
              <a:gd name="connsiteX5" fmla="*/ 4391670 w 6228217"/>
              <a:gd name="connsiteY5" fmla="*/ 3968895 h 5927335"/>
              <a:gd name="connsiteX6" fmla="*/ 194243 w 6228217"/>
              <a:gd name="connsiteY6" fmla="*/ 3968154 h 5927335"/>
              <a:gd name="connsiteX7" fmla="*/ 126914 w 6228217"/>
              <a:gd name="connsiteY7" fmla="*/ 3990835 h 5927335"/>
              <a:gd name="connsiteX8" fmla="*/ 199 w 6228217"/>
              <a:gd name="connsiteY8" fmla="*/ 3114000 h 5927335"/>
              <a:gd name="connsiteX0" fmla="*/ 199 w 6228217"/>
              <a:gd name="connsiteY0" fmla="*/ 3114000 h 5927335"/>
              <a:gd name="connsiteX1" fmla="*/ 3114199 w 6228217"/>
              <a:gd name="connsiteY1" fmla="*/ 0 h 5927335"/>
              <a:gd name="connsiteX2" fmla="*/ 6228199 w 6228217"/>
              <a:gd name="connsiteY2" fmla="*/ 3114000 h 5927335"/>
              <a:gd name="connsiteX3" fmla="*/ 4494439 w 6228217"/>
              <a:gd name="connsiteY3" fmla="*/ 5927335 h 5927335"/>
              <a:gd name="connsiteX4" fmla="*/ 4481338 w 6228217"/>
              <a:gd name="connsiteY4" fmla="*/ 4147888 h 5927335"/>
              <a:gd name="connsiteX5" fmla="*/ 4391670 w 6228217"/>
              <a:gd name="connsiteY5" fmla="*/ 3968895 h 5927335"/>
              <a:gd name="connsiteX6" fmla="*/ 194243 w 6228217"/>
              <a:gd name="connsiteY6" fmla="*/ 3968154 h 5927335"/>
              <a:gd name="connsiteX7" fmla="*/ 126914 w 6228217"/>
              <a:gd name="connsiteY7" fmla="*/ 3990835 h 5927335"/>
              <a:gd name="connsiteX8" fmla="*/ 199 w 6228217"/>
              <a:gd name="connsiteY8" fmla="*/ 3114000 h 5927335"/>
              <a:gd name="connsiteX0" fmla="*/ 199 w 6228217"/>
              <a:gd name="connsiteY0" fmla="*/ 3114000 h 5927335"/>
              <a:gd name="connsiteX1" fmla="*/ 3114199 w 6228217"/>
              <a:gd name="connsiteY1" fmla="*/ 0 h 5927335"/>
              <a:gd name="connsiteX2" fmla="*/ 6228199 w 6228217"/>
              <a:gd name="connsiteY2" fmla="*/ 3114000 h 5927335"/>
              <a:gd name="connsiteX3" fmla="*/ 4480207 w 6228217"/>
              <a:gd name="connsiteY3" fmla="*/ 5927335 h 5927335"/>
              <a:gd name="connsiteX4" fmla="*/ 4481338 w 6228217"/>
              <a:gd name="connsiteY4" fmla="*/ 4147888 h 5927335"/>
              <a:gd name="connsiteX5" fmla="*/ 4391670 w 6228217"/>
              <a:gd name="connsiteY5" fmla="*/ 3968895 h 5927335"/>
              <a:gd name="connsiteX6" fmla="*/ 194243 w 6228217"/>
              <a:gd name="connsiteY6" fmla="*/ 3968154 h 5927335"/>
              <a:gd name="connsiteX7" fmla="*/ 126914 w 6228217"/>
              <a:gd name="connsiteY7" fmla="*/ 3990835 h 5927335"/>
              <a:gd name="connsiteX8" fmla="*/ 199 w 6228217"/>
              <a:gd name="connsiteY8" fmla="*/ 3114000 h 5927335"/>
              <a:gd name="connsiteX0" fmla="*/ 199 w 6228217"/>
              <a:gd name="connsiteY0" fmla="*/ 3114000 h 5952241"/>
              <a:gd name="connsiteX1" fmla="*/ 3114199 w 6228217"/>
              <a:gd name="connsiteY1" fmla="*/ 0 h 5952241"/>
              <a:gd name="connsiteX2" fmla="*/ 6228199 w 6228217"/>
              <a:gd name="connsiteY2" fmla="*/ 3114000 h 5952241"/>
              <a:gd name="connsiteX3" fmla="*/ 4476649 w 6228217"/>
              <a:gd name="connsiteY3" fmla="*/ 5952241 h 5952241"/>
              <a:gd name="connsiteX4" fmla="*/ 4481338 w 6228217"/>
              <a:gd name="connsiteY4" fmla="*/ 4147888 h 5952241"/>
              <a:gd name="connsiteX5" fmla="*/ 4391670 w 6228217"/>
              <a:gd name="connsiteY5" fmla="*/ 3968895 h 5952241"/>
              <a:gd name="connsiteX6" fmla="*/ 194243 w 6228217"/>
              <a:gd name="connsiteY6" fmla="*/ 3968154 h 5952241"/>
              <a:gd name="connsiteX7" fmla="*/ 126914 w 6228217"/>
              <a:gd name="connsiteY7" fmla="*/ 3990835 h 5952241"/>
              <a:gd name="connsiteX8" fmla="*/ 199 w 6228217"/>
              <a:gd name="connsiteY8" fmla="*/ 3114000 h 5952241"/>
              <a:gd name="connsiteX0" fmla="*/ 199 w 6228216"/>
              <a:gd name="connsiteY0" fmla="*/ 3114000 h 5977146"/>
              <a:gd name="connsiteX1" fmla="*/ 3114199 w 6228216"/>
              <a:gd name="connsiteY1" fmla="*/ 0 h 5977146"/>
              <a:gd name="connsiteX2" fmla="*/ 6228199 w 6228216"/>
              <a:gd name="connsiteY2" fmla="*/ 3114000 h 5977146"/>
              <a:gd name="connsiteX3" fmla="*/ 4469533 w 6228216"/>
              <a:gd name="connsiteY3" fmla="*/ 5977146 h 5977146"/>
              <a:gd name="connsiteX4" fmla="*/ 4481338 w 6228216"/>
              <a:gd name="connsiteY4" fmla="*/ 4147888 h 5977146"/>
              <a:gd name="connsiteX5" fmla="*/ 4391670 w 6228216"/>
              <a:gd name="connsiteY5" fmla="*/ 3968895 h 5977146"/>
              <a:gd name="connsiteX6" fmla="*/ 194243 w 6228216"/>
              <a:gd name="connsiteY6" fmla="*/ 3968154 h 5977146"/>
              <a:gd name="connsiteX7" fmla="*/ 126914 w 6228216"/>
              <a:gd name="connsiteY7" fmla="*/ 3990835 h 5977146"/>
              <a:gd name="connsiteX8" fmla="*/ 199 w 6228216"/>
              <a:gd name="connsiteY8" fmla="*/ 3114000 h 5977146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73091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6"/>
              <a:gd name="connsiteY0" fmla="*/ 3114000 h 5927335"/>
              <a:gd name="connsiteX1" fmla="*/ 3114199 w 6228216"/>
              <a:gd name="connsiteY1" fmla="*/ 0 h 5927335"/>
              <a:gd name="connsiteX2" fmla="*/ 6228199 w 6228216"/>
              <a:gd name="connsiteY2" fmla="*/ 3114000 h 5927335"/>
              <a:gd name="connsiteX3" fmla="*/ 4473091 w 6228216"/>
              <a:gd name="connsiteY3" fmla="*/ 5927335 h 5927335"/>
              <a:gd name="connsiteX4" fmla="*/ 4481338 w 6228216"/>
              <a:gd name="connsiteY4" fmla="*/ 4147888 h 5927335"/>
              <a:gd name="connsiteX5" fmla="*/ 4391670 w 6228216"/>
              <a:gd name="connsiteY5" fmla="*/ 3968895 h 5927335"/>
              <a:gd name="connsiteX6" fmla="*/ 194243 w 6228216"/>
              <a:gd name="connsiteY6" fmla="*/ 3968154 h 5927335"/>
              <a:gd name="connsiteX7" fmla="*/ 126914 w 6228216"/>
              <a:gd name="connsiteY7" fmla="*/ 3990835 h 5927335"/>
              <a:gd name="connsiteX8" fmla="*/ 199 w 6228216"/>
              <a:gd name="connsiteY8" fmla="*/ 3114000 h 5927335"/>
              <a:gd name="connsiteX0" fmla="*/ 199 w 6228215"/>
              <a:gd name="connsiteY0" fmla="*/ 3114000 h 5927335"/>
              <a:gd name="connsiteX1" fmla="*/ 3114199 w 6228215"/>
              <a:gd name="connsiteY1" fmla="*/ 0 h 5927335"/>
              <a:gd name="connsiteX2" fmla="*/ 6228199 w 6228215"/>
              <a:gd name="connsiteY2" fmla="*/ 3114000 h 5927335"/>
              <a:gd name="connsiteX3" fmla="*/ 4473091 w 6228215"/>
              <a:gd name="connsiteY3" fmla="*/ 5927335 h 5927335"/>
              <a:gd name="connsiteX4" fmla="*/ 4481338 w 6228215"/>
              <a:gd name="connsiteY4" fmla="*/ 4147888 h 5927335"/>
              <a:gd name="connsiteX5" fmla="*/ 4391670 w 6228215"/>
              <a:gd name="connsiteY5" fmla="*/ 3968895 h 5927335"/>
              <a:gd name="connsiteX6" fmla="*/ 194243 w 6228215"/>
              <a:gd name="connsiteY6" fmla="*/ 3968154 h 5927335"/>
              <a:gd name="connsiteX7" fmla="*/ 126914 w 6228215"/>
              <a:gd name="connsiteY7" fmla="*/ 3990835 h 5927335"/>
              <a:gd name="connsiteX8" fmla="*/ 199 w 6228215"/>
              <a:gd name="connsiteY8" fmla="*/ 3114000 h 5927335"/>
              <a:gd name="connsiteX0" fmla="*/ 199 w 6228216"/>
              <a:gd name="connsiteY0" fmla="*/ 3114000 h 5911748"/>
              <a:gd name="connsiteX1" fmla="*/ 3114199 w 6228216"/>
              <a:gd name="connsiteY1" fmla="*/ 0 h 5911748"/>
              <a:gd name="connsiteX2" fmla="*/ 6228199 w 6228216"/>
              <a:gd name="connsiteY2" fmla="*/ 3114000 h 5911748"/>
              <a:gd name="connsiteX3" fmla="*/ 4483482 w 6228216"/>
              <a:gd name="connsiteY3" fmla="*/ 5911748 h 5911748"/>
              <a:gd name="connsiteX4" fmla="*/ 4481338 w 6228216"/>
              <a:gd name="connsiteY4" fmla="*/ 4147888 h 5911748"/>
              <a:gd name="connsiteX5" fmla="*/ 4391670 w 6228216"/>
              <a:gd name="connsiteY5" fmla="*/ 3968895 h 5911748"/>
              <a:gd name="connsiteX6" fmla="*/ 194243 w 6228216"/>
              <a:gd name="connsiteY6" fmla="*/ 3968154 h 5911748"/>
              <a:gd name="connsiteX7" fmla="*/ 126914 w 6228216"/>
              <a:gd name="connsiteY7" fmla="*/ 3990835 h 5911748"/>
              <a:gd name="connsiteX8" fmla="*/ 199 w 6228216"/>
              <a:gd name="connsiteY8" fmla="*/ 3114000 h 5911748"/>
              <a:gd name="connsiteX0" fmla="*/ 199 w 6228216"/>
              <a:gd name="connsiteY0" fmla="*/ 3114000 h 5896162"/>
              <a:gd name="connsiteX1" fmla="*/ 3114199 w 6228216"/>
              <a:gd name="connsiteY1" fmla="*/ 0 h 5896162"/>
              <a:gd name="connsiteX2" fmla="*/ 6228199 w 6228216"/>
              <a:gd name="connsiteY2" fmla="*/ 3114000 h 5896162"/>
              <a:gd name="connsiteX3" fmla="*/ 4483482 w 6228216"/>
              <a:gd name="connsiteY3" fmla="*/ 5896162 h 5896162"/>
              <a:gd name="connsiteX4" fmla="*/ 4481338 w 6228216"/>
              <a:gd name="connsiteY4" fmla="*/ 4147888 h 5896162"/>
              <a:gd name="connsiteX5" fmla="*/ 4391670 w 6228216"/>
              <a:gd name="connsiteY5" fmla="*/ 3968895 h 5896162"/>
              <a:gd name="connsiteX6" fmla="*/ 194243 w 6228216"/>
              <a:gd name="connsiteY6" fmla="*/ 3968154 h 5896162"/>
              <a:gd name="connsiteX7" fmla="*/ 126914 w 6228216"/>
              <a:gd name="connsiteY7" fmla="*/ 3990835 h 5896162"/>
              <a:gd name="connsiteX8" fmla="*/ 199 w 6228216"/>
              <a:gd name="connsiteY8" fmla="*/ 3114000 h 5896162"/>
              <a:gd name="connsiteX0" fmla="*/ 199 w 6228216"/>
              <a:gd name="connsiteY0" fmla="*/ 3114000 h 5880575"/>
              <a:gd name="connsiteX1" fmla="*/ 3114199 w 6228216"/>
              <a:gd name="connsiteY1" fmla="*/ 0 h 5880575"/>
              <a:gd name="connsiteX2" fmla="*/ 6228199 w 6228216"/>
              <a:gd name="connsiteY2" fmla="*/ 3114000 h 5880575"/>
              <a:gd name="connsiteX3" fmla="*/ 4488677 w 6228216"/>
              <a:gd name="connsiteY3" fmla="*/ 5880575 h 5880575"/>
              <a:gd name="connsiteX4" fmla="*/ 4481338 w 6228216"/>
              <a:gd name="connsiteY4" fmla="*/ 4147888 h 5880575"/>
              <a:gd name="connsiteX5" fmla="*/ 4391670 w 6228216"/>
              <a:gd name="connsiteY5" fmla="*/ 3968895 h 5880575"/>
              <a:gd name="connsiteX6" fmla="*/ 194243 w 6228216"/>
              <a:gd name="connsiteY6" fmla="*/ 3968154 h 5880575"/>
              <a:gd name="connsiteX7" fmla="*/ 126914 w 6228216"/>
              <a:gd name="connsiteY7" fmla="*/ 3990835 h 5880575"/>
              <a:gd name="connsiteX8" fmla="*/ 199 w 6228216"/>
              <a:gd name="connsiteY8" fmla="*/ 3114000 h 5880575"/>
              <a:gd name="connsiteX0" fmla="*/ 199 w 6228216"/>
              <a:gd name="connsiteY0" fmla="*/ 3114000 h 5890966"/>
              <a:gd name="connsiteX1" fmla="*/ 3114199 w 6228216"/>
              <a:gd name="connsiteY1" fmla="*/ 0 h 5890966"/>
              <a:gd name="connsiteX2" fmla="*/ 6228199 w 6228216"/>
              <a:gd name="connsiteY2" fmla="*/ 3114000 h 5890966"/>
              <a:gd name="connsiteX3" fmla="*/ 4483481 w 6228216"/>
              <a:gd name="connsiteY3" fmla="*/ 5890966 h 5890966"/>
              <a:gd name="connsiteX4" fmla="*/ 4481338 w 6228216"/>
              <a:gd name="connsiteY4" fmla="*/ 4147888 h 5890966"/>
              <a:gd name="connsiteX5" fmla="*/ 4391670 w 6228216"/>
              <a:gd name="connsiteY5" fmla="*/ 3968895 h 5890966"/>
              <a:gd name="connsiteX6" fmla="*/ 194243 w 6228216"/>
              <a:gd name="connsiteY6" fmla="*/ 3968154 h 5890966"/>
              <a:gd name="connsiteX7" fmla="*/ 126914 w 6228216"/>
              <a:gd name="connsiteY7" fmla="*/ 3990835 h 5890966"/>
              <a:gd name="connsiteX8" fmla="*/ 199 w 6228216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91678 w 6228224"/>
              <a:gd name="connsiteY5" fmla="*/ 3968895 h 5890966"/>
              <a:gd name="connsiteX6" fmla="*/ 194251 w 6228224"/>
              <a:gd name="connsiteY6" fmla="*/ 3968154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91678 w 6228224"/>
              <a:gd name="connsiteY5" fmla="*/ 3968895 h 5890966"/>
              <a:gd name="connsiteX6" fmla="*/ 199447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199447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199447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199447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13232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13232 w 6228224"/>
              <a:gd name="connsiteY6" fmla="*/ 394737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27017 w 6228224"/>
              <a:gd name="connsiteY6" fmla="*/ 3938182 h 5890966"/>
              <a:gd name="connsiteX7" fmla="*/ 121726 w 6228224"/>
              <a:gd name="connsiteY7" fmla="*/ 3970053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27017 w 6228224"/>
              <a:gd name="connsiteY6" fmla="*/ 3938182 h 5890966"/>
              <a:gd name="connsiteX7" fmla="*/ 121726 w 6228224"/>
              <a:gd name="connsiteY7" fmla="*/ 3965458 h 5890966"/>
              <a:gd name="connsiteX8" fmla="*/ 207 w 6228224"/>
              <a:gd name="connsiteY8" fmla="*/ 3114000 h 5890966"/>
              <a:gd name="connsiteX0" fmla="*/ 207 w 6228224"/>
              <a:gd name="connsiteY0" fmla="*/ 3114000 h 5890966"/>
              <a:gd name="connsiteX1" fmla="*/ 3114207 w 6228224"/>
              <a:gd name="connsiteY1" fmla="*/ 0 h 5890966"/>
              <a:gd name="connsiteX2" fmla="*/ 6228207 w 6228224"/>
              <a:gd name="connsiteY2" fmla="*/ 3114000 h 5890966"/>
              <a:gd name="connsiteX3" fmla="*/ 4483489 w 6228224"/>
              <a:gd name="connsiteY3" fmla="*/ 5890966 h 5890966"/>
              <a:gd name="connsiteX4" fmla="*/ 4481346 w 6228224"/>
              <a:gd name="connsiteY4" fmla="*/ 4147888 h 5890966"/>
              <a:gd name="connsiteX5" fmla="*/ 4370896 w 6228224"/>
              <a:gd name="connsiteY5" fmla="*/ 3953309 h 5890966"/>
              <a:gd name="connsiteX6" fmla="*/ 227017 w 6228224"/>
              <a:gd name="connsiteY6" fmla="*/ 3938182 h 5890966"/>
              <a:gd name="connsiteX7" fmla="*/ 121726 w 6228224"/>
              <a:gd name="connsiteY7" fmla="*/ 3965458 h 5890966"/>
              <a:gd name="connsiteX8" fmla="*/ 207 w 6228224"/>
              <a:gd name="connsiteY8" fmla="*/ 3114000 h 5890966"/>
              <a:gd name="connsiteX0" fmla="*/ 214 w 6228231"/>
              <a:gd name="connsiteY0" fmla="*/ 3114000 h 5890966"/>
              <a:gd name="connsiteX1" fmla="*/ 3114214 w 6228231"/>
              <a:gd name="connsiteY1" fmla="*/ 0 h 5890966"/>
              <a:gd name="connsiteX2" fmla="*/ 6228214 w 6228231"/>
              <a:gd name="connsiteY2" fmla="*/ 3114000 h 5890966"/>
              <a:gd name="connsiteX3" fmla="*/ 4483496 w 6228231"/>
              <a:gd name="connsiteY3" fmla="*/ 5890966 h 5890966"/>
              <a:gd name="connsiteX4" fmla="*/ 4481353 w 6228231"/>
              <a:gd name="connsiteY4" fmla="*/ 4147888 h 5890966"/>
              <a:gd name="connsiteX5" fmla="*/ 4370903 w 6228231"/>
              <a:gd name="connsiteY5" fmla="*/ 3953309 h 5890966"/>
              <a:gd name="connsiteX6" fmla="*/ 227024 w 6228231"/>
              <a:gd name="connsiteY6" fmla="*/ 3938182 h 5890966"/>
              <a:gd name="connsiteX7" fmla="*/ 117138 w 6228231"/>
              <a:gd name="connsiteY7" fmla="*/ 3956268 h 5890966"/>
              <a:gd name="connsiteX8" fmla="*/ 214 w 6228231"/>
              <a:gd name="connsiteY8" fmla="*/ 3114000 h 5890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28231" h="5890966">
                <a:moveTo>
                  <a:pt x="214" y="3114000"/>
                </a:moveTo>
                <a:cubicBezTo>
                  <a:pt x="-4330" y="1411998"/>
                  <a:pt x="1394399" y="0"/>
                  <a:pt x="3114214" y="0"/>
                </a:cubicBezTo>
                <a:cubicBezTo>
                  <a:pt x="4834029" y="0"/>
                  <a:pt x="6228009" y="1324528"/>
                  <a:pt x="6228214" y="3114000"/>
                </a:cubicBezTo>
                <a:cubicBezTo>
                  <a:pt x="6232591" y="4448745"/>
                  <a:pt x="5391347" y="5466913"/>
                  <a:pt x="4483496" y="5890966"/>
                </a:cubicBezTo>
                <a:cubicBezTo>
                  <a:pt x="4470286" y="5884723"/>
                  <a:pt x="4490830" y="4173263"/>
                  <a:pt x="4481353" y="4147888"/>
                </a:cubicBezTo>
                <a:cubicBezTo>
                  <a:pt x="4476337" y="4153536"/>
                  <a:pt x="4500847" y="3989338"/>
                  <a:pt x="4370903" y="3953309"/>
                </a:cubicBezTo>
                <a:lnTo>
                  <a:pt x="227024" y="3938182"/>
                </a:lnTo>
                <a:cubicBezTo>
                  <a:pt x="229896" y="3935584"/>
                  <a:pt x="121453" y="3950046"/>
                  <a:pt x="117138" y="3956268"/>
                </a:cubicBezTo>
                <a:cubicBezTo>
                  <a:pt x="115621" y="3943562"/>
                  <a:pt x="-5779" y="3527224"/>
                  <a:pt x="214" y="3114000"/>
                </a:cubicBezTo>
                <a:close/>
              </a:path>
            </a:pathLst>
          </a:custGeom>
        </p:spPr>
        <p:txBody>
          <a:bodyPr/>
          <a:lstStyle>
            <a:lvl1pPr algn="ctr">
              <a:defRPr sz="1400" b="0">
                <a:solidFill>
                  <a:schemeClr val="bg1"/>
                </a:solidFill>
              </a:defRPr>
            </a:lvl1pPr>
          </a:lstStyle>
          <a:p>
            <a:endParaRPr lang="pt-BR"/>
          </a:p>
          <a:p>
            <a:r>
              <a:rPr lang="pt-BR"/>
              <a:t>Imagem</a:t>
            </a:r>
            <a:br>
              <a:rPr lang="pt-BR"/>
            </a:br>
            <a:r>
              <a:rPr lang="pt-BR"/>
              <a:t>(opcional)</a:t>
            </a:r>
          </a:p>
        </p:txBody>
      </p:sp>
      <p:sp>
        <p:nvSpPr>
          <p:cNvPr id="45" name="Espaço Reservado para Texto 44">
            <a:extLst>
              <a:ext uri="{FF2B5EF4-FFF2-40B4-BE49-F238E27FC236}">
                <a16:creationId xmlns:a16="http://schemas.microsoft.com/office/drawing/2014/main" id="{06E30179-074A-9B58-6298-46634017239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238366" y="1329766"/>
            <a:ext cx="3385184" cy="1534684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defRPr lang="pt-BR" sz="1200" b="0" i="0" u="none" strike="noStrike" kern="1200" cap="none" dirty="0" smtClean="0">
                <a:solidFill>
                  <a:schemeClr val="bg1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Freeform: Shape 24">
            <a:extLst>
              <a:ext uri="{FF2B5EF4-FFF2-40B4-BE49-F238E27FC236}">
                <a16:creationId xmlns:a16="http://schemas.microsoft.com/office/drawing/2014/main" id="{FD415740-21AF-903C-1A5A-37F7E5CC6A3C}"/>
              </a:ext>
            </a:extLst>
          </p:cNvPr>
          <p:cNvSpPr/>
          <p:nvPr userDrawn="1"/>
        </p:nvSpPr>
        <p:spPr>
          <a:xfrm>
            <a:off x="2" y="3886414"/>
            <a:ext cx="2848573" cy="2965721"/>
          </a:xfrm>
          <a:custGeom>
            <a:avLst/>
            <a:gdLst>
              <a:gd name="connsiteX0" fmla="*/ 1162912 w 2848573"/>
              <a:gd name="connsiteY0" fmla="*/ 0 h 2965721"/>
              <a:gd name="connsiteX1" fmla="*/ 2848573 w 2848573"/>
              <a:gd name="connsiteY1" fmla="*/ 1685661 h 2965721"/>
              <a:gd name="connsiteX2" fmla="*/ 2354855 w 2848573"/>
              <a:gd name="connsiteY2" fmla="*/ 2877604 h 2965721"/>
              <a:gd name="connsiteX3" fmla="*/ 2257901 w 2848573"/>
              <a:gd name="connsiteY3" fmla="*/ 2965721 h 2965721"/>
              <a:gd name="connsiteX4" fmla="*/ 67924 w 2848573"/>
              <a:gd name="connsiteY4" fmla="*/ 2965721 h 2965721"/>
              <a:gd name="connsiteX5" fmla="*/ 0 w 2848573"/>
              <a:gd name="connsiteY5" fmla="*/ 2903988 h 2965721"/>
              <a:gd name="connsiteX6" fmla="*/ 0 w 2848573"/>
              <a:gd name="connsiteY6" fmla="*/ 467334 h 2965721"/>
              <a:gd name="connsiteX7" fmla="*/ 90675 w 2848573"/>
              <a:gd name="connsiteY7" fmla="*/ 384923 h 2965721"/>
              <a:gd name="connsiteX8" fmla="*/ 1162912 w 2848573"/>
              <a:gd name="connsiteY8" fmla="*/ 0 h 2965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48573" h="2965721">
                <a:moveTo>
                  <a:pt x="1162912" y="0"/>
                </a:moveTo>
                <a:cubicBezTo>
                  <a:pt x="2093877" y="0"/>
                  <a:pt x="2848573" y="754696"/>
                  <a:pt x="2848573" y="1685661"/>
                </a:cubicBezTo>
                <a:cubicBezTo>
                  <a:pt x="2848573" y="2151144"/>
                  <a:pt x="2659899" y="2572559"/>
                  <a:pt x="2354855" y="2877604"/>
                </a:cubicBezTo>
                <a:lnTo>
                  <a:pt x="2257901" y="2965721"/>
                </a:lnTo>
                <a:lnTo>
                  <a:pt x="67924" y="2965721"/>
                </a:lnTo>
                <a:lnTo>
                  <a:pt x="0" y="2903988"/>
                </a:lnTo>
                <a:lnTo>
                  <a:pt x="0" y="467334"/>
                </a:lnTo>
                <a:lnTo>
                  <a:pt x="90675" y="384923"/>
                </a:lnTo>
                <a:cubicBezTo>
                  <a:pt x="382057" y="144454"/>
                  <a:pt x="755615" y="0"/>
                  <a:pt x="1162912" y="0"/>
                </a:cubicBez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28" name="Espaço Reservado para Imagem 27">
            <a:extLst>
              <a:ext uri="{FF2B5EF4-FFF2-40B4-BE49-F238E27FC236}">
                <a16:creationId xmlns:a16="http://schemas.microsoft.com/office/drawing/2014/main" id="{548B2331-2676-10C2-7E01-D10F6FB4AAA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481687" y="995363"/>
            <a:ext cx="793750" cy="793750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pt-BR"/>
              <a:t>Ícone</a:t>
            </a:r>
          </a:p>
        </p:txBody>
      </p:sp>
      <p:sp>
        <p:nvSpPr>
          <p:cNvPr id="38" name="Título">
            <a:extLst>
              <a:ext uri="{FF2B5EF4-FFF2-40B4-BE49-F238E27FC236}">
                <a16:creationId xmlns:a16="http://schemas.microsoft.com/office/drawing/2014/main" id="{ADB15B2B-2001-9E64-8B66-5FAC0E2E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3244" y="1270707"/>
            <a:ext cx="4158456" cy="1281113"/>
          </a:xfrm>
        </p:spPr>
        <p:txBody>
          <a:bodyPr>
            <a:noAutofit/>
          </a:bodyPr>
          <a:lstStyle>
            <a:lvl1pPr marR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3600" b="1" i="0" u="none" strike="noStrike" cap="none" spc="-100" dirty="0">
                <a:solidFill>
                  <a:schemeClr val="accent1"/>
                </a:solidFill>
                <a:latin typeface="+mj-lt"/>
                <a:ea typeface="Arial"/>
                <a:cs typeface="Arial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0" name="Espaço Reservado para Texto 39">
            <a:extLst>
              <a:ext uri="{FF2B5EF4-FFF2-40B4-BE49-F238E27FC236}">
                <a16:creationId xmlns:a16="http://schemas.microsoft.com/office/drawing/2014/main" id="{A1760A25-CD4E-1960-08EE-258535BF939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823244" y="926629"/>
            <a:ext cx="4180096" cy="323211"/>
          </a:xfrm>
        </p:spPr>
        <p:txBody>
          <a:bodyPr lIns="126000">
            <a:noAutofit/>
          </a:bodyPr>
          <a:lstStyle>
            <a:lvl1pPr>
              <a:defRPr lang="pt-BR" sz="11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</a:t>
            </a:r>
          </a:p>
        </p:txBody>
      </p:sp>
      <p:sp>
        <p:nvSpPr>
          <p:cNvPr id="8" name="Rectangle: Rounded Corners 9">
            <a:extLst>
              <a:ext uri="{FF2B5EF4-FFF2-40B4-BE49-F238E27FC236}">
                <a16:creationId xmlns:a16="http://schemas.microsoft.com/office/drawing/2014/main" id="{19FBD3DF-538E-7884-58FD-04DC57DB7E80}"/>
              </a:ext>
            </a:extLst>
          </p:cNvPr>
          <p:cNvSpPr/>
          <p:nvPr userDrawn="1"/>
        </p:nvSpPr>
        <p:spPr>
          <a:xfrm>
            <a:off x="1568450" y="3571620"/>
            <a:ext cx="4434893" cy="2405063"/>
          </a:xfrm>
          <a:prstGeom prst="roundRect">
            <a:avLst>
              <a:gd name="adj" fmla="val 6259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9" name="Rectangle: Rounded Corners 10">
            <a:extLst>
              <a:ext uri="{FF2B5EF4-FFF2-40B4-BE49-F238E27FC236}">
                <a16:creationId xmlns:a16="http://schemas.microsoft.com/office/drawing/2014/main" id="{AE95629A-85FB-D0D9-6F6F-A142203545A5}"/>
              </a:ext>
            </a:extLst>
          </p:cNvPr>
          <p:cNvSpPr/>
          <p:nvPr userDrawn="1"/>
        </p:nvSpPr>
        <p:spPr>
          <a:xfrm>
            <a:off x="6222183" y="3545643"/>
            <a:ext cx="4435200" cy="2431040"/>
          </a:xfrm>
          <a:custGeom>
            <a:avLst/>
            <a:gdLst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284667 w 4435200"/>
              <a:gd name="connsiteY2" fmla="*/ 0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279472 w 4435200"/>
              <a:gd name="connsiteY2" fmla="*/ 0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253494 w 4435200"/>
              <a:gd name="connsiteY2" fmla="*/ 10391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295058 w 4435200"/>
              <a:gd name="connsiteY2" fmla="*/ 5195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0533 h 2405063"/>
              <a:gd name="connsiteX1" fmla="*/ 150533 w 4435200"/>
              <a:gd name="connsiteY1" fmla="*/ 0 h 2405063"/>
              <a:gd name="connsiteX2" fmla="*/ 4315839 w 4435200"/>
              <a:gd name="connsiteY2" fmla="*/ 5195 h 2405063"/>
              <a:gd name="connsiteX3" fmla="*/ 4435200 w 4435200"/>
              <a:gd name="connsiteY3" fmla="*/ 150533 h 2405063"/>
              <a:gd name="connsiteX4" fmla="*/ 4435200 w 4435200"/>
              <a:gd name="connsiteY4" fmla="*/ 2254530 h 2405063"/>
              <a:gd name="connsiteX5" fmla="*/ 4284667 w 4435200"/>
              <a:gd name="connsiteY5" fmla="*/ 2405063 h 2405063"/>
              <a:gd name="connsiteX6" fmla="*/ 150533 w 4435200"/>
              <a:gd name="connsiteY6" fmla="*/ 2405063 h 2405063"/>
              <a:gd name="connsiteX7" fmla="*/ 0 w 4435200"/>
              <a:gd name="connsiteY7" fmla="*/ 2254530 h 2405063"/>
              <a:gd name="connsiteX8" fmla="*/ 0 w 4435200"/>
              <a:gd name="connsiteY8" fmla="*/ 150533 h 2405063"/>
              <a:gd name="connsiteX0" fmla="*/ 0 w 4435200"/>
              <a:gd name="connsiteY0" fmla="*/ 155729 h 2410259"/>
              <a:gd name="connsiteX1" fmla="*/ 150533 w 4435200"/>
              <a:gd name="connsiteY1" fmla="*/ 0 h 2410259"/>
              <a:gd name="connsiteX2" fmla="*/ 4315839 w 4435200"/>
              <a:gd name="connsiteY2" fmla="*/ 10391 h 2410259"/>
              <a:gd name="connsiteX3" fmla="*/ 4435200 w 4435200"/>
              <a:gd name="connsiteY3" fmla="*/ 155729 h 2410259"/>
              <a:gd name="connsiteX4" fmla="*/ 4435200 w 4435200"/>
              <a:gd name="connsiteY4" fmla="*/ 2259726 h 2410259"/>
              <a:gd name="connsiteX5" fmla="*/ 4284667 w 4435200"/>
              <a:gd name="connsiteY5" fmla="*/ 2410259 h 2410259"/>
              <a:gd name="connsiteX6" fmla="*/ 150533 w 4435200"/>
              <a:gd name="connsiteY6" fmla="*/ 2410259 h 2410259"/>
              <a:gd name="connsiteX7" fmla="*/ 0 w 4435200"/>
              <a:gd name="connsiteY7" fmla="*/ 2259726 h 2410259"/>
              <a:gd name="connsiteX8" fmla="*/ 0 w 4435200"/>
              <a:gd name="connsiteY8" fmla="*/ 155729 h 2410259"/>
              <a:gd name="connsiteX0" fmla="*/ 0 w 4435200"/>
              <a:gd name="connsiteY0" fmla="*/ 155729 h 2410259"/>
              <a:gd name="connsiteX1" fmla="*/ 150533 w 4435200"/>
              <a:gd name="connsiteY1" fmla="*/ 0 h 2410259"/>
              <a:gd name="connsiteX2" fmla="*/ 4315839 w 4435200"/>
              <a:gd name="connsiteY2" fmla="*/ 5196 h 2410259"/>
              <a:gd name="connsiteX3" fmla="*/ 4435200 w 4435200"/>
              <a:gd name="connsiteY3" fmla="*/ 155729 h 2410259"/>
              <a:gd name="connsiteX4" fmla="*/ 4435200 w 4435200"/>
              <a:gd name="connsiteY4" fmla="*/ 2259726 h 2410259"/>
              <a:gd name="connsiteX5" fmla="*/ 4284667 w 4435200"/>
              <a:gd name="connsiteY5" fmla="*/ 2410259 h 2410259"/>
              <a:gd name="connsiteX6" fmla="*/ 150533 w 4435200"/>
              <a:gd name="connsiteY6" fmla="*/ 2410259 h 2410259"/>
              <a:gd name="connsiteX7" fmla="*/ 0 w 4435200"/>
              <a:gd name="connsiteY7" fmla="*/ 2259726 h 2410259"/>
              <a:gd name="connsiteX8" fmla="*/ 0 w 4435200"/>
              <a:gd name="connsiteY8" fmla="*/ 155729 h 2410259"/>
              <a:gd name="connsiteX0" fmla="*/ 0 w 4435200"/>
              <a:gd name="connsiteY0" fmla="*/ 160924 h 2415454"/>
              <a:gd name="connsiteX1" fmla="*/ 150533 w 4435200"/>
              <a:gd name="connsiteY1" fmla="*/ 5195 h 2415454"/>
              <a:gd name="connsiteX2" fmla="*/ 4321035 w 4435200"/>
              <a:gd name="connsiteY2" fmla="*/ 0 h 2415454"/>
              <a:gd name="connsiteX3" fmla="*/ 4435200 w 4435200"/>
              <a:gd name="connsiteY3" fmla="*/ 160924 h 2415454"/>
              <a:gd name="connsiteX4" fmla="*/ 4435200 w 4435200"/>
              <a:gd name="connsiteY4" fmla="*/ 2264921 h 2415454"/>
              <a:gd name="connsiteX5" fmla="*/ 4284667 w 4435200"/>
              <a:gd name="connsiteY5" fmla="*/ 2415454 h 2415454"/>
              <a:gd name="connsiteX6" fmla="*/ 150533 w 4435200"/>
              <a:gd name="connsiteY6" fmla="*/ 2415454 h 2415454"/>
              <a:gd name="connsiteX7" fmla="*/ 0 w 4435200"/>
              <a:gd name="connsiteY7" fmla="*/ 2264921 h 2415454"/>
              <a:gd name="connsiteX8" fmla="*/ 0 w 4435200"/>
              <a:gd name="connsiteY8" fmla="*/ 160924 h 2415454"/>
              <a:gd name="connsiteX0" fmla="*/ 0 w 4435200"/>
              <a:gd name="connsiteY0" fmla="*/ 176510 h 2431040"/>
              <a:gd name="connsiteX1" fmla="*/ 155729 w 4435200"/>
              <a:gd name="connsiteY1" fmla="*/ 0 h 2431040"/>
              <a:gd name="connsiteX2" fmla="*/ 4321035 w 4435200"/>
              <a:gd name="connsiteY2" fmla="*/ 15586 h 2431040"/>
              <a:gd name="connsiteX3" fmla="*/ 4435200 w 4435200"/>
              <a:gd name="connsiteY3" fmla="*/ 176510 h 2431040"/>
              <a:gd name="connsiteX4" fmla="*/ 4435200 w 4435200"/>
              <a:gd name="connsiteY4" fmla="*/ 2280507 h 2431040"/>
              <a:gd name="connsiteX5" fmla="*/ 4284667 w 4435200"/>
              <a:gd name="connsiteY5" fmla="*/ 2431040 h 2431040"/>
              <a:gd name="connsiteX6" fmla="*/ 150533 w 4435200"/>
              <a:gd name="connsiteY6" fmla="*/ 2431040 h 2431040"/>
              <a:gd name="connsiteX7" fmla="*/ 0 w 4435200"/>
              <a:gd name="connsiteY7" fmla="*/ 2280507 h 2431040"/>
              <a:gd name="connsiteX8" fmla="*/ 0 w 4435200"/>
              <a:gd name="connsiteY8" fmla="*/ 176510 h 2431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35200" h="2431040">
                <a:moveTo>
                  <a:pt x="0" y="176510"/>
                </a:moveTo>
                <a:cubicBezTo>
                  <a:pt x="0" y="93373"/>
                  <a:pt x="72592" y="0"/>
                  <a:pt x="155729" y="0"/>
                </a:cubicBezTo>
                <a:lnTo>
                  <a:pt x="4321035" y="15586"/>
                </a:lnTo>
                <a:cubicBezTo>
                  <a:pt x="4404172" y="15586"/>
                  <a:pt x="4435200" y="93373"/>
                  <a:pt x="4435200" y="176510"/>
                </a:cubicBezTo>
                <a:lnTo>
                  <a:pt x="4435200" y="2280507"/>
                </a:lnTo>
                <a:cubicBezTo>
                  <a:pt x="4435200" y="2363644"/>
                  <a:pt x="4367804" y="2431040"/>
                  <a:pt x="4284667" y="2431040"/>
                </a:cubicBezTo>
                <a:lnTo>
                  <a:pt x="150533" y="2431040"/>
                </a:lnTo>
                <a:cubicBezTo>
                  <a:pt x="67396" y="2431040"/>
                  <a:pt x="0" y="2363644"/>
                  <a:pt x="0" y="2280507"/>
                </a:cubicBezTo>
                <a:lnTo>
                  <a:pt x="0" y="1765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77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25" name="Espaço Reservado para Texto 24">
            <a:extLst>
              <a:ext uri="{FF2B5EF4-FFF2-40B4-BE49-F238E27FC236}">
                <a16:creationId xmlns:a16="http://schemas.microsoft.com/office/drawing/2014/main" id="{F23AF8C6-F807-A43D-E470-FC73BC02AD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2698751"/>
            <a:ext cx="1949844" cy="1052513"/>
          </a:xfrm>
        </p:spPr>
        <p:txBody>
          <a:bodyPr lIns="0">
            <a:no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6000" b="1" i="0" u="none" strike="noStrike" cap="none" dirty="0">
                <a:solidFill>
                  <a:srgbClr val="DAD8D8"/>
                </a:solidFill>
                <a:latin typeface="+mj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30" name="Espaço Reservado para Texto 29">
            <a:extLst>
              <a:ext uri="{FF2B5EF4-FFF2-40B4-BE49-F238E27FC236}">
                <a16:creationId xmlns:a16="http://schemas.microsoft.com/office/drawing/2014/main" id="{9D491E22-92EA-618D-BAF8-776849CE7C7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11338" y="3911570"/>
            <a:ext cx="3516312" cy="312738"/>
          </a:xfrm>
        </p:spPr>
        <p:txBody>
          <a:bodyPr>
            <a:normAutofit/>
          </a:bodyPr>
          <a:lstStyle>
            <a:lvl1pPr marR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400" b="1" i="0" u="none" strike="noStrike" cap="none" dirty="0" smtClean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</a:t>
            </a:r>
          </a:p>
        </p:txBody>
      </p:sp>
      <p:sp>
        <p:nvSpPr>
          <p:cNvPr id="31" name="Espaço Reservado para Texto 29">
            <a:extLst>
              <a:ext uri="{FF2B5EF4-FFF2-40B4-BE49-F238E27FC236}">
                <a16:creationId xmlns:a16="http://schemas.microsoft.com/office/drawing/2014/main" id="{BDD87BC4-5DA3-8DE4-6EB4-09DF200DC5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32764" y="3911570"/>
            <a:ext cx="3516312" cy="312738"/>
          </a:xfrm>
        </p:spPr>
        <p:txBody>
          <a:bodyPr>
            <a:normAutofit/>
          </a:bodyPr>
          <a:lstStyle>
            <a:lvl1pPr marR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400" b="1" i="0" u="none" strike="noStrike" cap="none" dirty="0" smtClean="0">
                <a:solidFill>
                  <a:schemeClr val="tx2"/>
                </a:solidFill>
                <a:latin typeface="+mj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</a:t>
            </a:r>
          </a:p>
        </p:txBody>
      </p:sp>
      <p:sp>
        <p:nvSpPr>
          <p:cNvPr id="33" name="Espaço Reservado para Texto 32">
            <a:extLst>
              <a:ext uri="{FF2B5EF4-FFF2-40B4-BE49-F238E27FC236}">
                <a16:creationId xmlns:a16="http://schemas.microsoft.com/office/drawing/2014/main" id="{5B90BA16-3647-7EE4-E8E7-A0663719D6B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23244" y="4284878"/>
            <a:ext cx="3516312" cy="1370013"/>
          </a:xfrm>
        </p:spPr>
        <p:txBody>
          <a:bodyPr>
            <a:norm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4" name="Espaço Reservado para Texto 32">
            <a:extLst>
              <a:ext uri="{FF2B5EF4-FFF2-40B4-BE49-F238E27FC236}">
                <a16:creationId xmlns:a16="http://schemas.microsoft.com/office/drawing/2014/main" id="{20BD869A-4B19-32B8-B2D1-E173FCFC996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32315" y="4284878"/>
            <a:ext cx="3516312" cy="1370013"/>
          </a:xfrm>
        </p:spPr>
        <p:txBody>
          <a:bodyPr>
            <a:norm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6" name="Espaço Reservado para Imagem 35">
            <a:extLst>
              <a:ext uri="{FF2B5EF4-FFF2-40B4-BE49-F238E27FC236}">
                <a16:creationId xmlns:a16="http://schemas.microsoft.com/office/drawing/2014/main" id="{BDB52A58-E55C-9C98-C52A-346308CB97D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397500" y="3803683"/>
            <a:ext cx="481013" cy="479425"/>
          </a:xfrm>
        </p:spPr>
        <p:txBody>
          <a:bodyPr>
            <a:normAutofit/>
          </a:bodyPr>
          <a:lstStyle>
            <a:lvl1pPr algn="ctr">
              <a:defRPr sz="800"/>
            </a:lvl1pPr>
          </a:lstStyle>
          <a:p>
            <a:r>
              <a:rPr lang="pt-BR"/>
              <a:t>Ícone</a:t>
            </a:r>
          </a:p>
        </p:txBody>
      </p:sp>
      <p:sp>
        <p:nvSpPr>
          <p:cNvPr id="37" name="Espaço Reservado para Imagem 35">
            <a:extLst>
              <a:ext uri="{FF2B5EF4-FFF2-40B4-BE49-F238E27FC236}">
                <a16:creationId xmlns:a16="http://schemas.microsoft.com/office/drawing/2014/main" id="{C1628873-D7CE-181B-53FE-C45F4CA950A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957144" y="3803683"/>
            <a:ext cx="481013" cy="479425"/>
          </a:xfrm>
        </p:spPr>
        <p:txBody>
          <a:bodyPr>
            <a:normAutofit/>
          </a:bodyPr>
          <a:lstStyle>
            <a:lvl1pPr algn="ctr">
              <a:defRPr sz="800"/>
            </a:lvl1pPr>
          </a:lstStyle>
          <a:p>
            <a:r>
              <a:rPr lang="pt-BR"/>
              <a:t>Ícone</a:t>
            </a:r>
          </a:p>
        </p:txBody>
      </p:sp>
      <p:sp>
        <p:nvSpPr>
          <p:cNvPr id="26" name="Espaço Reservado para Texto 24">
            <a:extLst>
              <a:ext uri="{FF2B5EF4-FFF2-40B4-BE49-F238E27FC236}">
                <a16:creationId xmlns:a16="http://schemas.microsoft.com/office/drawing/2014/main" id="{78C5B9BC-23BA-9D40-0EFB-FD4839B9D6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23289" y="2698751"/>
            <a:ext cx="1971675" cy="1052513"/>
          </a:xfrm>
        </p:spPr>
        <p:txBody>
          <a:bodyPr lIns="0">
            <a:noAutofit/>
          </a:bodyPr>
          <a:lstStyle>
            <a:lvl1pPr marR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6000" b="1" i="0" u="none" strike="noStrike" cap="none" dirty="0">
                <a:solidFill>
                  <a:srgbClr val="DAD8D8"/>
                </a:solidFill>
                <a:latin typeface="+mj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195C0EA-8668-632B-6E8C-C7C8464EF94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824038" y="2372411"/>
            <a:ext cx="4157662" cy="727075"/>
          </a:xfrm>
        </p:spPr>
        <p:txBody>
          <a:bodyPr>
            <a:norm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503266311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25" y="602332"/>
            <a:ext cx="6832600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endParaRPr lang="pt-BR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0" y="865524"/>
            <a:ext cx="6832600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0" y="2090738"/>
            <a:ext cx="683260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endParaRPr lang="pt-BR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A8EC6370-4927-C92F-ACF0-D1E7FF52C1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31040" y="-591489"/>
            <a:ext cx="8040978" cy="804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332848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2C50B055-D4D1-8B28-58F6-A4E7EE06C736}"/>
              </a:ext>
            </a:extLst>
          </p:cNvPr>
          <p:cNvSpPr/>
          <p:nvPr userDrawn="1"/>
        </p:nvSpPr>
        <p:spPr>
          <a:xfrm>
            <a:off x="9740900" y="4254388"/>
            <a:ext cx="3476175" cy="3476175"/>
          </a:xfrm>
          <a:prstGeom prst="ellipse">
            <a:avLst/>
          </a:prstGeom>
          <a:solidFill>
            <a:srgbClr val="F3AB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25" y="602332"/>
            <a:ext cx="6832600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endParaRPr lang="pt-BR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0" y="865524"/>
            <a:ext cx="6832600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0" y="2090738"/>
            <a:ext cx="683260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endParaRPr lang="pt-BR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A8EC6370-4927-C92F-ACF0-D1E7FF52C1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31040" y="-591489"/>
            <a:ext cx="8040978" cy="804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980723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25" y="602332"/>
            <a:ext cx="6832600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endParaRPr lang="pt-BR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0" y="865524"/>
            <a:ext cx="6832600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0" y="2090738"/>
            <a:ext cx="683260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endParaRPr lang="pt-BR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35E7C3AD-E15C-80F2-4FED-5155F41E38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092580" y="650458"/>
            <a:ext cx="4716432" cy="5541795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4EBD6769-77D4-163B-AC96-F0F1CB1F70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972" y="-1239748"/>
            <a:ext cx="2726056" cy="2726056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D64BC587-E1BC-D84B-13E1-280D52F92B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0864" y="6346864"/>
            <a:ext cx="1022272" cy="102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059785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1338" y="602332"/>
            <a:ext cx="5919787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endParaRPr lang="pt-BR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213" y="865524"/>
            <a:ext cx="5919787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35E7C3AD-E15C-80F2-4FED-5155F41E38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26167" y="650458"/>
            <a:ext cx="4716432" cy="5541795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4EBD6769-77D4-163B-AC96-F0F1CB1F70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972" y="-1239748"/>
            <a:ext cx="2726056" cy="2726056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D64BC587-E1BC-D84B-13E1-280D52F92B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0864" y="6346864"/>
            <a:ext cx="1022272" cy="1022272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842E5A5A-7704-2F48-8702-A3E6101A002E}"/>
              </a:ext>
            </a:extLst>
          </p:cNvPr>
          <p:cNvSpPr/>
          <p:nvPr userDrawn="1"/>
        </p:nvSpPr>
        <p:spPr>
          <a:xfrm>
            <a:off x="1828046" y="2954787"/>
            <a:ext cx="2952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spaço Reservado para Texto 3">
            <a:extLst>
              <a:ext uri="{FF2B5EF4-FFF2-40B4-BE49-F238E27FC236}">
                <a16:creationId xmlns:a16="http://schemas.microsoft.com/office/drawing/2014/main" id="{CDF90CEE-BDF2-3D8C-A60C-9E9609E82B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825882" y="1920603"/>
            <a:ext cx="5922962" cy="727075"/>
          </a:xfrm>
        </p:spPr>
        <p:txBody>
          <a:bodyPr>
            <a:norm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pt-BR" sz="1200" b="0" i="0" u="none" strike="noStrike" cap="none" dirty="0" smtClean="0">
                <a:solidFill>
                  <a:schemeClr val="tx2"/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99F7F299-B9F4-BC9F-95FF-5ED073B643B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24038" y="3315150"/>
            <a:ext cx="2952000" cy="2901500"/>
          </a:xfrm>
          <a:solidFill>
            <a:srgbClr val="2D3D70">
              <a:alpha val="90000"/>
              <a:tint val="40000"/>
              <a:hueOff val="0"/>
              <a:satOff val="0"/>
              <a:lumOff val="0"/>
              <a:alphaOff val="0"/>
            </a:srgbClr>
          </a:solidFill>
          <a:ln w="12700" cap="flat" cmpd="sng" algn="ctr">
            <a:solidFill>
              <a:srgbClr val="2D3D7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prstDash val="solid"/>
            <a:miter lim="800000"/>
          </a:ln>
          <a:effectLst/>
        </p:spPr>
        <p:txBody>
          <a:bodyPr spcFirstLastPara="0" vert="horz" wrap="square" lIns="180000" tIns="261366" rIns="180000" bIns="392049" numCol="1" spcCol="1270" anchor="t" anchorCtr="0">
            <a:noAutofit/>
          </a:bodyPr>
          <a:lstStyle>
            <a:lvl1pPr marR="0" algn="l" rtl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/>
              <a:defRPr lang="pt-BR" sz="1300" b="0" i="0" u="none" strike="noStrike" cap="none" dirty="0">
                <a:solidFill>
                  <a:schemeClr val="tx1"/>
                </a:solidFill>
                <a:latin typeface="+mn-lt"/>
                <a:ea typeface="Arial"/>
                <a:cs typeface="Arial"/>
                <a:sym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Espaço Reservado para Texto 5">
            <a:extLst>
              <a:ext uri="{FF2B5EF4-FFF2-40B4-BE49-F238E27FC236}">
                <a16:creationId xmlns:a16="http://schemas.microsoft.com/office/drawing/2014/main" id="{79E14420-1845-E853-61FD-FA2963FDC8F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099050" y="3315150"/>
            <a:ext cx="2952000" cy="2901500"/>
          </a:xfrm>
          <a:solidFill>
            <a:srgbClr val="2D3D70">
              <a:alpha val="90000"/>
              <a:tint val="40000"/>
              <a:hueOff val="0"/>
              <a:satOff val="0"/>
              <a:lumOff val="0"/>
              <a:alphaOff val="0"/>
            </a:srgbClr>
          </a:solidFill>
          <a:ln w="12700" cap="flat" cmpd="sng" algn="ctr">
            <a:solidFill>
              <a:srgbClr val="2D3D7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prstDash val="solid"/>
            <a:miter lim="800000"/>
          </a:ln>
          <a:effectLst/>
        </p:spPr>
        <p:txBody>
          <a:bodyPr spcFirstLastPara="0" vert="horz" wrap="square" lIns="180000" tIns="261366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dirty="0">
                <a:solidFill>
                  <a:schemeClr val="tx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12" name="Espaço Reservado para Texto 5">
            <a:extLst>
              <a:ext uri="{FF2B5EF4-FFF2-40B4-BE49-F238E27FC236}">
                <a16:creationId xmlns:a16="http://schemas.microsoft.com/office/drawing/2014/main" id="{913B9138-B8EB-3199-7F11-1E6E66F0F89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25600" y="3315150"/>
            <a:ext cx="2952000" cy="2901500"/>
          </a:xfrm>
          <a:solidFill>
            <a:srgbClr val="2D3D70">
              <a:alpha val="90000"/>
              <a:tint val="40000"/>
              <a:hueOff val="0"/>
              <a:satOff val="0"/>
              <a:lumOff val="0"/>
              <a:alphaOff val="0"/>
            </a:srgbClr>
          </a:solidFill>
          <a:ln w="12700" cap="flat" cmpd="sng" algn="ctr">
            <a:solidFill>
              <a:srgbClr val="2D3D7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prstDash val="solid"/>
            <a:miter lim="800000"/>
          </a:ln>
          <a:effectLst/>
        </p:spPr>
        <p:txBody>
          <a:bodyPr spcFirstLastPara="0" vert="horz" wrap="square" lIns="180000" tIns="261366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dirty="0">
                <a:solidFill>
                  <a:schemeClr val="tx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 de texto Mestres</a:t>
            </a:r>
          </a:p>
        </p:txBody>
      </p:sp>
      <p:sp>
        <p:nvSpPr>
          <p:cNvPr id="13" name="Espaço Reservado para Texto 5">
            <a:extLst>
              <a:ext uri="{FF2B5EF4-FFF2-40B4-BE49-F238E27FC236}">
                <a16:creationId xmlns:a16="http://schemas.microsoft.com/office/drawing/2014/main" id="{B8F1D9A9-B7F4-BE71-F7ED-0A07DA24A98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824038" y="2961188"/>
            <a:ext cx="2952000" cy="353377"/>
          </a:xfrm>
          <a:solidFill>
            <a:schemeClr val="accent1">
              <a:alpha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180000" tIns="180000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spc="-40" baseline="0" dirty="0">
                <a:solidFill>
                  <a:schemeClr val="bg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</a:t>
            </a:r>
          </a:p>
        </p:txBody>
      </p:sp>
      <p:sp>
        <p:nvSpPr>
          <p:cNvPr id="19" name="Espaço Reservado para Texto 5">
            <a:extLst>
              <a:ext uri="{FF2B5EF4-FFF2-40B4-BE49-F238E27FC236}">
                <a16:creationId xmlns:a16="http://schemas.microsoft.com/office/drawing/2014/main" id="{980425ED-7FEC-0C8E-25E6-739799A4066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099050" y="2961188"/>
            <a:ext cx="2952000" cy="353377"/>
          </a:xfrm>
          <a:solidFill>
            <a:schemeClr val="accent1">
              <a:alpha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180000" tIns="180000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spc="-40" baseline="0" dirty="0">
                <a:solidFill>
                  <a:schemeClr val="bg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</a:t>
            </a:r>
          </a:p>
        </p:txBody>
      </p:sp>
      <p:sp>
        <p:nvSpPr>
          <p:cNvPr id="20" name="Espaço Reservado para Texto 5">
            <a:extLst>
              <a:ext uri="{FF2B5EF4-FFF2-40B4-BE49-F238E27FC236}">
                <a16:creationId xmlns:a16="http://schemas.microsoft.com/office/drawing/2014/main" id="{C5B6446B-3A90-952C-4B30-11612A5C500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325600" y="2961188"/>
            <a:ext cx="2952000" cy="353377"/>
          </a:xfrm>
          <a:solidFill>
            <a:schemeClr val="accent1">
              <a:alpha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180000" tIns="180000" rIns="180000" bIns="392049" numCol="1" spcCol="1270" rtlCol="0" anchor="t" anchorCtr="0">
            <a:noAutofit/>
          </a:bodyPr>
          <a:lstStyle>
            <a:lvl1pPr>
              <a:defRPr lang="pt-BR" sz="1300" b="0" i="0" u="none" strike="noStrike" cap="none" spc="-40" baseline="0" dirty="0">
                <a:solidFill>
                  <a:schemeClr val="bg1"/>
                </a:solidFill>
                <a:ea typeface="Arial"/>
                <a:cs typeface="Arial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pt-BR"/>
              <a:t>Clique para editar os estilos</a:t>
            </a:r>
          </a:p>
        </p:txBody>
      </p:sp>
    </p:spTree>
    <p:extLst>
      <p:ext uri="{BB962C8B-B14F-4D97-AF65-F5344CB8AC3E}">
        <p14:creationId xmlns:p14="http://schemas.microsoft.com/office/powerpoint/2010/main" val="2678756689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E3206E-0AB7-B63C-651D-884C11379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50" y="2090737"/>
            <a:ext cx="6832600" cy="2674937"/>
          </a:xfrm>
        </p:spPr>
        <p:txBody>
          <a:bodyPr anchor="ctr"/>
          <a:lstStyle>
            <a:lvl1pPr>
              <a:lnSpc>
                <a:spcPct val="80000"/>
              </a:lnSpc>
              <a:defRPr lang="pt-BR" sz="4400" b="1" i="0" u="none" strike="noStrike" kern="1200" cap="none" spc="-10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título</a:t>
            </a:r>
          </a:p>
        </p:txBody>
      </p:sp>
      <p:sp>
        <p:nvSpPr>
          <p:cNvPr id="7" name="Espaço Reservado para Texto 4">
            <a:extLst>
              <a:ext uri="{FF2B5EF4-FFF2-40B4-BE49-F238E27FC236}">
                <a16:creationId xmlns:a16="http://schemas.microsoft.com/office/drawing/2014/main" id="{B9457824-AFC5-539D-B4C1-7A3A5E03DD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8538" y="4268788"/>
            <a:ext cx="6892925" cy="496887"/>
          </a:xfrm>
        </p:spPr>
        <p:txBody>
          <a:bodyPr lIns="108000" anchor="ctr">
            <a:normAutofit/>
          </a:bodyPr>
          <a:lstStyle>
            <a:lvl1pPr>
              <a:defRPr sz="1100" b="0" cap="all" spc="100" baseline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575969D-0F0E-88B6-17B4-F083C94DB6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438651" y="0"/>
            <a:ext cx="6858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CE54C1C0-D953-09FC-46AB-1CD803756B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362" y="4357257"/>
            <a:ext cx="1577057" cy="1853043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15B50A3B-6C12-DE17-8536-FE3F8B4AA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619279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Layout Personalizad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E3206E-0AB7-B63C-651D-884C11379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50" y="2090737"/>
            <a:ext cx="6832600" cy="2674937"/>
          </a:xfrm>
        </p:spPr>
        <p:txBody>
          <a:bodyPr anchor="ctr"/>
          <a:lstStyle>
            <a:lvl1pPr>
              <a:lnSpc>
                <a:spcPct val="80000"/>
              </a:lnSpc>
              <a:defRPr lang="pt-BR" sz="4400" b="1" i="0" u="none" strike="noStrike" kern="1200" cap="none" spc="-1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título</a:t>
            </a:r>
          </a:p>
        </p:txBody>
      </p:sp>
      <p:sp>
        <p:nvSpPr>
          <p:cNvPr id="7" name="Espaço Reservado para Texto 4">
            <a:extLst>
              <a:ext uri="{FF2B5EF4-FFF2-40B4-BE49-F238E27FC236}">
                <a16:creationId xmlns:a16="http://schemas.microsoft.com/office/drawing/2014/main" id="{B9457824-AFC5-539D-B4C1-7A3A5E03DD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8538" y="4268788"/>
            <a:ext cx="6892925" cy="496887"/>
          </a:xfrm>
        </p:spPr>
        <p:txBody>
          <a:bodyPr lIns="108000" anchor="ctr">
            <a:normAutofit/>
          </a:bodyPr>
          <a:lstStyle>
            <a:lvl1pPr>
              <a:defRPr sz="1100" b="0" cap="all" spc="100" baseline="0">
                <a:solidFill>
                  <a:schemeClr val="bg2"/>
                </a:solidFill>
              </a:defRPr>
            </a:lvl1pPr>
          </a:lstStyle>
          <a:p>
            <a:endParaRPr lang="pt-BR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575969D-0F0E-88B6-17B4-F083C94DB6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438651" y="0"/>
            <a:ext cx="6858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CE54C1C0-D953-09FC-46AB-1CD803756B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362" y="4357257"/>
            <a:ext cx="1577057" cy="1853043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15B50A3B-6C12-DE17-8536-FE3F8B4AA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" r="32"/>
          <a:stretch/>
        </p:blipFill>
        <p:spPr>
          <a:xfrm>
            <a:off x="1038386" y="476863"/>
            <a:ext cx="1411800" cy="82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041089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Layout Personalizad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E3206E-0AB7-B63C-651D-884C11379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50" y="2090737"/>
            <a:ext cx="6832600" cy="2674937"/>
          </a:xfrm>
        </p:spPr>
        <p:txBody>
          <a:bodyPr anchor="ctr"/>
          <a:lstStyle>
            <a:lvl1pPr>
              <a:lnSpc>
                <a:spcPct val="80000"/>
              </a:lnSpc>
              <a:defRPr lang="pt-BR" sz="4400" b="1" i="0" u="none" strike="noStrike" kern="1200" cap="none" spc="-1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título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575969D-0F0E-88B6-17B4-F083C94DB6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438651" y="0"/>
            <a:ext cx="6858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CE54C1C0-D953-09FC-46AB-1CD803756B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362" y="4357257"/>
            <a:ext cx="1577057" cy="1853043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15B50A3B-6C12-DE17-8536-FE3F8B4AA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" r="32"/>
          <a:stretch/>
        </p:blipFill>
        <p:spPr>
          <a:xfrm>
            <a:off x="1038386" y="476863"/>
            <a:ext cx="1411800" cy="829797"/>
          </a:xfrm>
          <a:prstGeom prst="rect">
            <a:avLst/>
          </a:prstGeom>
        </p:spPr>
      </p:pic>
      <p:sp>
        <p:nvSpPr>
          <p:cNvPr id="19" name="Espaço Reservado para Texto 4">
            <a:extLst>
              <a:ext uri="{FF2B5EF4-FFF2-40B4-BE49-F238E27FC236}">
                <a16:creationId xmlns:a16="http://schemas.microsoft.com/office/drawing/2014/main" id="{4D87E33E-59D6-DAD1-29AD-45184F79D6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8538" y="4268788"/>
            <a:ext cx="6892925" cy="496887"/>
          </a:xfrm>
        </p:spPr>
        <p:txBody>
          <a:bodyPr lIns="108000" anchor="ctr">
            <a:normAutofit/>
          </a:bodyPr>
          <a:lstStyle>
            <a:lvl1pPr>
              <a:defRPr sz="1100" b="0" cap="all" spc="100" baseline="0">
                <a:solidFill>
                  <a:schemeClr val="bg2"/>
                </a:solidFill>
              </a:defRPr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9680198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0300" y="634416"/>
            <a:ext cx="5067325" cy="447675"/>
          </a:xfrm>
        </p:spPr>
        <p:txBody>
          <a:bodyPr lIns="108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929692"/>
            <a:ext cx="5067325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9506" y="2090738"/>
            <a:ext cx="5068094" cy="412591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endParaRPr lang="pt-BR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BD69C575-C0B5-1DAA-55F9-8E736B506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3853" y="1514150"/>
            <a:ext cx="3494354" cy="3494354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117249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5194" y="634416"/>
            <a:ext cx="5067325" cy="447675"/>
          </a:xfrm>
        </p:spPr>
        <p:txBody>
          <a:bodyPr lIns="108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194" y="929692"/>
            <a:ext cx="5067325" cy="447676"/>
          </a:xfrm>
        </p:spPr>
        <p:txBody>
          <a:bodyPr anchor="t">
            <a:noAutofit/>
          </a:bodyPr>
          <a:lstStyle>
            <a:lvl1pPr>
              <a:defRPr sz="32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090738"/>
            <a:ext cx="5068094" cy="412591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endParaRPr lang="pt-BR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BD69C575-C0B5-1DAA-55F9-8E736B50604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37373" y="2652353"/>
            <a:ext cx="3215912" cy="3215912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en-ID" err="1"/>
              <a:t>Imagem</a:t>
            </a:r>
            <a:endParaRPr lang="en-ID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A49AEE0D-5540-3547-BC5A-EEFF6F6E43A8}"/>
              </a:ext>
            </a:extLst>
          </p:cNvPr>
          <p:cNvSpPr/>
          <p:nvPr userDrawn="1"/>
        </p:nvSpPr>
        <p:spPr>
          <a:xfrm>
            <a:off x="6063916" y="1579387"/>
            <a:ext cx="5362826" cy="5362826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637D6D3-823D-5CA1-E4DB-1EBD83A6E131}"/>
              </a:ext>
            </a:extLst>
          </p:cNvPr>
          <p:cNvSpPr/>
          <p:nvPr userDrawn="1"/>
        </p:nvSpPr>
        <p:spPr>
          <a:xfrm>
            <a:off x="7111110" y="786063"/>
            <a:ext cx="1600274" cy="1600274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80B72A2-436E-D9FD-0AF7-648ADA0BB41E}"/>
              </a:ext>
            </a:extLst>
          </p:cNvPr>
          <p:cNvSpPr/>
          <p:nvPr userDrawn="1"/>
        </p:nvSpPr>
        <p:spPr>
          <a:xfrm>
            <a:off x="10338588" y="4967534"/>
            <a:ext cx="1243812" cy="1243812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E9ECFA41-67A9-E4A3-C1EE-58B458E21D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972" y="-1239748"/>
            <a:ext cx="2726056" cy="2726056"/>
          </a:xfrm>
          <a:prstGeom prst="rect">
            <a:avLst/>
          </a:prstGeom>
        </p:spPr>
      </p:pic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78140DF-A908-BA68-B4C7-7132F96883C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28107" y="1003061"/>
            <a:ext cx="1166279" cy="1166279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en-ID" err="1"/>
              <a:t>Imagem</a:t>
            </a:r>
            <a:endParaRPr lang="en-ID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BE0A0048-DD3B-B964-36C4-C7F672FEE75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567923" y="5196870"/>
            <a:ext cx="785141" cy="785141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en-ID" err="1"/>
              <a:t>Imagem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39207357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ad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0300" y="1398588"/>
            <a:ext cx="5067325" cy="447676"/>
          </a:xfrm>
        </p:spPr>
        <p:txBody>
          <a:bodyPr anchor="t">
            <a:noAutofit/>
          </a:bodyPr>
          <a:lstStyle>
            <a:lvl1pPr>
              <a:defRPr sz="3000" b="1" spc="-100" baseline="0">
                <a:solidFill>
                  <a:schemeClr val="bg1"/>
                </a:solidFill>
              </a:defRPr>
            </a:lvl1pPr>
          </a:lstStyle>
          <a:p>
            <a:r>
              <a:rPr lang="pt-BR"/>
              <a:t>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9506" y="2090738"/>
            <a:ext cx="5068094" cy="412591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500" b="1" u="none">
                <a:solidFill>
                  <a:schemeClr val="accent2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300">
                <a:solidFill>
                  <a:schemeClr val="bg1"/>
                </a:solidFill>
              </a:defRPr>
            </a:lvl2pPr>
            <a:lvl3pPr marL="792000" indent="-28800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bg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endParaRPr lang="pt-BR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0A5879CF-3A57-F8C5-5DB7-0DDBF0702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38510" y="1335128"/>
            <a:ext cx="1022272" cy="1022272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65263578-CBA1-22C2-E629-7BBA7BA793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888620" y="-1239748"/>
            <a:ext cx="2726056" cy="2726056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139BA4FB-8314-FDEC-15F0-E08569D9D4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09642" y="5660305"/>
            <a:ext cx="681514" cy="681514"/>
          </a:xfrm>
          <a:prstGeom prst="rect">
            <a:avLst/>
          </a:prstGeom>
        </p:spPr>
      </p:pic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BD69C575-C0B5-1DAA-55F9-8E736B506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9568" y="1642454"/>
            <a:ext cx="4061502" cy="4061502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endParaRPr lang="en-ID"/>
          </a:p>
        </p:txBody>
      </p:sp>
      <p:sp>
        <p:nvSpPr>
          <p:cNvPr id="12" name="Espaço Reservado para Imagem 10">
            <a:extLst>
              <a:ext uri="{FF2B5EF4-FFF2-40B4-BE49-F238E27FC236}">
                <a16:creationId xmlns:a16="http://schemas.microsoft.com/office/drawing/2014/main" id="{82EDB949-E31F-851E-8023-22D09B234E0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74745" y="1494631"/>
            <a:ext cx="1190998" cy="1395317"/>
          </a:xfrm>
        </p:spPr>
        <p:txBody>
          <a:bodyPr/>
          <a:lstStyle>
            <a:lvl1pPr>
              <a:defRPr spc="-50" baseline="0"/>
            </a:lvl1pPr>
          </a:lstStyle>
          <a:p>
            <a:r>
              <a:rPr lang="pt-BR"/>
              <a:t>Grafismo</a:t>
            </a:r>
            <a:br>
              <a:rPr lang="pt-BR"/>
            </a:br>
            <a:r>
              <a:rPr lang="pt-BR"/>
              <a:t>(opcional)</a:t>
            </a:r>
          </a:p>
        </p:txBody>
      </p:sp>
    </p:spTree>
    <p:extLst>
      <p:ext uri="{BB962C8B-B14F-4D97-AF65-F5344CB8AC3E}">
        <p14:creationId xmlns:p14="http://schemas.microsoft.com/office/powerpoint/2010/main" val="3601667564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ad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6">
            <a:extLst>
              <a:ext uri="{FF2B5EF4-FFF2-40B4-BE49-F238E27FC236}">
                <a16:creationId xmlns:a16="http://schemas.microsoft.com/office/drawing/2014/main" id="{834422CA-98D0-C42F-0C28-8A89C29CEF93}"/>
              </a:ext>
            </a:extLst>
          </p:cNvPr>
          <p:cNvSpPr/>
          <p:nvPr userDrawn="1"/>
        </p:nvSpPr>
        <p:spPr>
          <a:xfrm>
            <a:off x="-279474" y="3770819"/>
            <a:ext cx="2140804" cy="2135020"/>
          </a:xfrm>
          <a:prstGeom prst="ellipse">
            <a:avLst/>
          </a:pr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E1A1E57D-5415-FF9C-C2D4-D14B577592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35006" y="1136650"/>
            <a:ext cx="1712170" cy="1707542"/>
          </a:xfrm>
          <a:prstGeom prst="rect">
            <a:avLst/>
          </a:prstGeom>
        </p:spPr>
      </p:pic>
      <p:sp>
        <p:nvSpPr>
          <p:cNvPr id="5" name="Oval 5">
            <a:extLst>
              <a:ext uri="{FF2B5EF4-FFF2-40B4-BE49-F238E27FC236}">
                <a16:creationId xmlns:a16="http://schemas.microsoft.com/office/drawing/2014/main" id="{A501F69B-8309-1299-025A-632B85EADA6F}"/>
              </a:ext>
            </a:extLst>
          </p:cNvPr>
          <p:cNvSpPr/>
          <p:nvPr userDrawn="1"/>
        </p:nvSpPr>
        <p:spPr>
          <a:xfrm>
            <a:off x="949082" y="1438270"/>
            <a:ext cx="3633370" cy="362354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0300" y="634416"/>
            <a:ext cx="5067325" cy="447675"/>
          </a:xfrm>
        </p:spPr>
        <p:txBody>
          <a:bodyPr lIns="108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929692"/>
            <a:ext cx="5067325" cy="447676"/>
          </a:xfrm>
        </p:spPr>
        <p:txBody>
          <a:bodyPr anchor="t">
            <a:noAutofit/>
          </a:bodyPr>
          <a:lstStyle>
            <a:lvl1pPr>
              <a:defRPr sz="3600" b="1" spc="-100" baseline="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9506" y="2090738"/>
            <a:ext cx="5068094" cy="413284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400">
                <a:solidFill>
                  <a:schemeClr val="bg1"/>
                </a:solidFill>
              </a:defRPr>
            </a:lvl2pPr>
            <a:lvl3pPr marL="792000" indent="-28800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300">
                <a:solidFill>
                  <a:schemeClr val="bg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endParaRPr lang="pt-BR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01BE0EC9-7069-DF75-D503-4A156A6520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3853" y="1505358"/>
            <a:ext cx="3494354" cy="3494354"/>
          </a:xfrm>
          <a:custGeom>
            <a:avLst/>
            <a:gdLst>
              <a:gd name="connsiteX0" fmla="*/ 3543300 w 7086600"/>
              <a:gd name="connsiteY0" fmla="*/ 0 h 7086600"/>
              <a:gd name="connsiteX1" fmla="*/ 7086600 w 7086600"/>
              <a:gd name="connsiteY1" fmla="*/ 3543300 h 7086600"/>
              <a:gd name="connsiteX2" fmla="*/ 3543300 w 7086600"/>
              <a:gd name="connsiteY2" fmla="*/ 7086600 h 7086600"/>
              <a:gd name="connsiteX3" fmla="*/ 0 w 7086600"/>
              <a:gd name="connsiteY3" fmla="*/ 3543300 h 7086600"/>
              <a:gd name="connsiteX4" fmla="*/ 3543300 w 7086600"/>
              <a:gd name="connsiteY4" fmla="*/ 0 h 708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7086600">
                <a:moveTo>
                  <a:pt x="3543300" y="0"/>
                </a:moveTo>
                <a:cubicBezTo>
                  <a:pt x="5500211" y="0"/>
                  <a:pt x="7086600" y="1586389"/>
                  <a:pt x="7086600" y="3543300"/>
                </a:cubicBezTo>
                <a:cubicBezTo>
                  <a:pt x="7086600" y="5500211"/>
                  <a:pt x="5500211" y="7086600"/>
                  <a:pt x="3543300" y="7086600"/>
                </a:cubicBezTo>
                <a:cubicBezTo>
                  <a:pt x="1586389" y="7086600"/>
                  <a:pt x="0" y="5500211"/>
                  <a:pt x="0" y="3543300"/>
                </a:cubicBezTo>
                <a:cubicBezTo>
                  <a:pt x="0" y="1586389"/>
                  <a:pt x="1586389" y="0"/>
                  <a:pt x="35433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14288782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D7E6FD-C4DA-F588-E77A-C8DBEDF91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9426D3-4E19-986D-846B-503FE9472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555FC61-4954-E68E-3679-F6B0250BF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247456220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E12D4-690A-0F87-A603-8BADEE0A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A62373F-9A2F-0755-558D-BC41F23DD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D91843-CA13-7080-4F10-850D261F1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974161601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áfico 20">
            <a:extLst>
              <a:ext uri="{FF2B5EF4-FFF2-40B4-BE49-F238E27FC236}">
                <a16:creationId xmlns:a16="http://schemas.microsoft.com/office/drawing/2014/main" id="{8FC6E60B-071E-D350-BC6F-C0CD9604C7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60999" y="2586446"/>
            <a:ext cx="2101026" cy="2101026"/>
          </a:xfrm>
          <a:prstGeom prst="rect">
            <a:avLst/>
          </a:prstGeom>
        </p:spPr>
      </p:pic>
      <p:sp>
        <p:nvSpPr>
          <p:cNvPr id="22" name="Freeform: Shape 24">
            <a:extLst>
              <a:ext uri="{FF2B5EF4-FFF2-40B4-BE49-F238E27FC236}">
                <a16:creationId xmlns:a16="http://schemas.microsoft.com/office/drawing/2014/main" id="{55589210-86D7-6986-4F2E-47E6E193B276}"/>
              </a:ext>
            </a:extLst>
          </p:cNvPr>
          <p:cNvSpPr/>
          <p:nvPr userDrawn="1"/>
        </p:nvSpPr>
        <p:spPr>
          <a:xfrm>
            <a:off x="1" y="5491163"/>
            <a:ext cx="1460543" cy="1360974"/>
          </a:xfrm>
          <a:custGeom>
            <a:avLst/>
            <a:gdLst>
              <a:gd name="connsiteX0" fmla="*/ 618317 w 1778972"/>
              <a:gd name="connsiteY0" fmla="*/ 0 h 1657695"/>
              <a:gd name="connsiteX1" fmla="*/ 1778972 w 1778972"/>
              <a:gd name="connsiteY1" fmla="*/ 1160655 h 1657695"/>
              <a:gd name="connsiteX2" fmla="*/ 1687762 w 1778972"/>
              <a:gd name="connsiteY2" fmla="*/ 1612435 h 1657695"/>
              <a:gd name="connsiteX3" fmla="*/ 1663196 w 1778972"/>
              <a:gd name="connsiteY3" fmla="*/ 1657695 h 1657695"/>
              <a:gd name="connsiteX4" fmla="*/ 0 w 1778972"/>
              <a:gd name="connsiteY4" fmla="*/ 1657695 h 1657695"/>
              <a:gd name="connsiteX5" fmla="*/ 0 w 1778972"/>
              <a:gd name="connsiteY5" fmla="*/ 179622 h 1657695"/>
              <a:gd name="connsiteX6" fmla="*/ 65080 w 1778972"/>
              <a:gd name="connsiteY6" fmla="*/ 140085 h 1657695"/>
              <a:gd name="connsiteX7" fmla="*/ 618317 w 1778972"/>
              <a:gd name="connsiteY7" fmla="*/ 0 h 165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78972" h="1657695">
                <a:moveTo>
                  <a:pt x="618317" y="0"/>
                </a:moveTo>
                <a:cubicBezTo>
                  <a:pt x="1259329" y="0"/>
                  <a:pt x="1778972" y="519643"/>
                  <a:pt x="1778972" y="1160655"/>
                </a:cubicBezTo>
                <a:cubicBezTo>
                  <a:pt x="1778972" y="1320908"/>
                  <a:pt x="1746495" y="1473576"/>
                  <a:pt x="1687762" y="1612435"/>
                </a:cubicBezTo>
                <a:lnTo>
                  <a:pt x="1663196" y="1657695"/>
                </a:lnTo>
                <a:lnTo>
                  <a:pt x="0" y="1657695"/>
                </a:lnTo>
                <a:lnTo>
                  <a:pt x="0" y="179622"/>
                </a:lnTo>
                <a:lnTo>
                  <a:pt x="65080" y="140085"/>
                </a:lnTo>
                <a:cubicBezTo>
                  <a:pt x="229537" y="50747"/>
                  <a:pt x="418001" y="0"/>
                  <a:pt x="618317" y="0"/>
                </a:cubicBezTo>
                <a:close/>
              </a:path>
            </a:pathLst>
          </a:custGeom>
          <a:solidFill>
            <a:srgbClr val="F46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FE12D4-690A-0F87-A603-8BADEE0A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978" y="1142317"/>
            <a:ext cx="5044671" cy="920750"/>
          </a:xfrm>
        </p:spPr>
        <p:txBody>
          <a:bodyPr anchor="t">
            <a:noAutofit/>
          </a:bodyPr>
          <a:lstStyle>
            <a:lvl1pPr algn="ctr"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D91843-CA13-7080-4F10-850D261F1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79700" y="2239906"/>
            <a:ext cx="6832600" cy="951402"/>
          </a:xfrm>
        </p:spPr>
        <p:txBody>
          <a:bodyPr>
            <a:normAutofit/>
          </a:bodyPr>
          <a:lstStyle>
            <a:lvl1pPr marL="0" marR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11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Texto 6">
            <a:extLst>
              <a:ext uri="{FF2B5EF4-FFF2-40B4-BE49-F238E27FC236}">
                <a16:creationId xmlns:a16="http://schemas.microsoft.com/office/drawing/2014/main" id="{F65EBF6C-485C-17DD-8EC2-C13A19FCC4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67000" y="773884"/>
            <a:ext cx="5067325" cy="354597"/>
          </a:xfrm>
        </p:spPr>
        <p:txBody>
          <a:bodyPr lIns="108000" anchor="b">
            <a:normAutofit/>
          </a:bodyPr>
          <a:lstStyle>
            <a:lvl1pPr algn="ctr">
              <a:lnSpc>
                <a:spcPct val="100000"/>
              </a:lnSpc>
              <a:defRPr sz="1100" b="0" cap="all" spc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 err="1"/>
              <a:t>TítulO</a:t>
            </a:r>
            <a:endParaRPr lang="pt-BR"/>
          </a:p>
        </p:txBody>
      </p:sp>
      <p:sp>
        <p:nvSpPr>
          <p:cNvPr id="7" name="Freeform: Shape 26">
            <a:extLst>
              <a:ext uri="{FF2B5EF4-FFF2-40B4-BE49-F238E27FC236}">
                <a16:creationId xmlns:a16="http://schemas.microsoft.com/office/drawing/2014/main" id="{5E95BECC-9D3F-5219-68DD-89416A67263D}"/>
              </a:ext>
            </a:extLst>
          </p:cNvPr>
          <p:cNvSpPr/>
          <p:nvPr userDrawn="1"/>
        </p:nvSpPr>
        <p:spPr>
          <a:xfrm>
            <a:off x="3360987" y="3762124"/>
            <a:ext cx="4638820" cy="3090011"/>
          </a:xfrm>
          <a:custGeom>
            <a:avLst/>
            <a:gdLst>
              <a:gd name="connsiteX0" fmla="*/ 2319410 w 4638820"/>
              <a:gd name="connsiteY0" fmla="*/ 0 h 3090010"/>
              <a:gd name="connsiteX1" fmla="*/ 4638820 w 4638820"/>
              <a:gd name="connsiteY1" fmla="*/ 2319408 h 3090010"/>
              <a:gd name="connsiteX2" fmla="*/ 4534544 w 4638820"/>
              <a:gd name="connsiteY2" fmla="*/ 3009129 h 3090010"/>
              <a:gd name="connsiteX3" fmla="*/ 4504942 w 4638820"/>
              <a:gd name="connsiteY3" fmla="*/ 3090010 h 3090010"/>
              <a:gd name="connsiteX4" fmla="*/ 133879 w 4638820"/>
              <a:gd name="connsiteY4" fmla="*/ 3090010 h 3090010"/>
              <a:gd name="connsiteX5" fmla="*/ 104276 w 4638820"/>
              <a:gd name="connsiteY5" fmla="*/ 3009129 h 3090010"/>
              <a:gd name="connsiteX6" fmla="*/ 0 w 4638820"/>
              <a:gd name="connsiteY6" fmla="*/ 2319408 h 3090010"/>
              <a:gd name="connsiteX7" fmla="*/ 2319410 w 4638820"/>
              <a:gd name="connsiteY7" fmla="*/ 0 h 309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38820" h="3090010">
                <a:moveTo>
                  <a:pt x="2319410" y="0"/>
                </a:moveTo>
                <a:cubicBezTo>
                  <a:pt x="3600385" y="0"/>
                  <a:pt x="4638820" y="1038434"/>
                  <a:pt x="4638820" y="2319408"/>
                </a:cubicBezTo>
                <a:cubicBezTo>
                  <a:pt x="4638820" y="2559591"/>
                  <a:pt x="4602313" y="2791247"/>
                  <a:pt x="4534544" y="3009129"/>
                </a:cubicBezTo>
                <a:lnTo>
                  <a:pt x="4504942" y="3090010"/>
                </a:lnTo>
                <a:lnTo>
                  <a:pt x="133879" y="3090010"/>
                </a:lnTo>
                <a:lnTo>
                  <a:pt x="104276" y="3009129"/>
                </a:lnTo>
                <a:cubicBezTo>
                  <a:pt x="36508" y="2791247"/>
                  <a:pt x="0" y="2559591"/>
                  <a:pt x="0" y="2319408"/>
                </a:cubicBezTo>
                <a:cubicBezTo>
                  <a:pt x="0" y="1038434"/>
                  <a:pt x="1038435" y="0"/>
                  <a:pt x="231941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1"/>
          </a:p>
        </p:txBody>
      </p:sp>
      <p:sp>
        <p:nvSpPr>
          <p:cNvPr id="9" name="Oval 1">
            <a:extLst>
              <a:ext uri="{FF2B5EF4-FFF2-40B4-BE49-F238E27FC236}">
                <a16:creationId xmlns:a16="http://schemas.microsoft.com/office/drawing/2014/main" id="{0B03E640-E3BB-FB17-5537-862E75ABF681}"/>
              </a:ext>
            </a:extLst>
          </p:cNvPr>
          <p:cNvSpPr/>
          <p:nvPr userDrawn="1"/>
        </p:nvSpPr>
        <p:spPr>
          <a:xfrm>
            <a:off x="1409433" y="3372318"/>
            <a:ext cx="2844331" cy="284433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dist="38100" dir="8100000" algn="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B9DBEBF6-24A2-17AF-03D7-D3A1A2315E42}"/>
              </a:ext>
            </a:extLst>
          </p:cNvPr>
          <p:cNvSpPr/>
          <p:nvPr userDrawn="1"/>
        </p:nvSpPr>
        <p:spPr>
          <a:xfrm>
            <a:off x="4673835" y="3372318"/>
            <a:ext cx="2844331" cy="284433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dist="38100" dir="8100000" algn="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7AFB69F1-EC89-0D88-F743-AB0CCD4E607B}"/>
              </a:ext>
            </a:extLst>
          </p:cNvPr>
          <p:cNvSpPr/>
          <p:nvPr userDrawn="1"/>
        </p:nvSpPr>
        <p:spPr>
          <a:xfrm>
            <a:off x="7998729" y="3372318"/>
            <a:ext cx="2844331" cy="284433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dist="38100" dir="8100000" algn="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1"/>
          </a:p>
        </p:txBody>
      </p:sp>
      <p:sp>
        <p:nvSpPr>
          <p:cNvPr id="18" name="Espaço Reservado para Imagem 27">
            <a:extLst>
              <a:ext uri="{FF2B5EF4-FFF2-40B4-BE49-F238E27FC236}">
                <a16:creationId xmlns:a16="http://schemas.microsoft.com/office/drawing/2014/main" id="{6DE3F598-43D3-1E44-57FB-17EFD4D9254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512131" y="3631564"/>
            <a:ext cx="638934" cy="638934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pt-BR"/>
              <a:t>Ícone</a:t>
            </a:r>
          </a:p>
        </p:txBody>
      </p:sp>
      <p:sp>
        <p:nvSpPr>
          <p:cNvPr id="19" name="Espaço Reservado para Imagem 27">
            <a:extLst>
              <a:ext uri="{FF2B5EF4-FFF2-40B4-BE49-F238E27FC236}">
                <a16:creationId xmlns:a16="http://schemas.microsoft.com/office/drawing/2014/main" id="{E0926438-798E-F72E-EFC9-39EF87CE363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96186" y="3631564"/>
            <a:ext cx="638934" cy="638934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pt-BR"/>
              <a:t>Ícone</a:t>
            </a:r>
          </a:p>
        </p:txBody>
      </p:sp>
      <p:sp>
        <p:nvSpPr>
          <p:cNvPr id="20" name="Espaço Reservado para Imagem 27">
            <a:extLst>
              <a:ext uri="{FF2B5EF4-FFF2-40B4-BE49-F238E27FC236}">
                <a16:creationId xmlns:a16="http://schemas.microsoft.com/office/drawing/2014/main" id="{E07D2C1F-D30D-2277-57A7-14955984FC8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101966" y="3631564"/>
            <a:ext cx="638934" cy="638934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pt-BR"/>
              <a:t>Ícone</a:t>
            </a:r>
          </a:p>
        </p:txBody>
      </p:sp>
      <p:sp>
        <p:nvSpPr>
          <p:cNvPr id="25" name="Espaço Reservado para Texto 23">
            <a:extLst>
              <a:ext uri="{FF2B5EF4-FFF2-40B4-BE49-F238E27FC236}">
                <a16:creationId xmlns:a16="http://schemas.microsoft.com/office/drawing/2014/main" id="{10FAB265-50D2-444E-770C-DF530276BE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16450" y="4339221"/>
            <a:ext cx="2419408" cy="355592"/>
          </a:xfrm>
        </p:spPr>
        <p:txBody>
          <a:bodyPr>
            <a:normAutofit/>
          </a:bodyPr>
          <a:lstStyle>
            <a:lvl1pPr algn="ctr">
              <a:defRPr sz="14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27" name="Espaço Reservado para Texto 23">
            <a:extLst>
              <a:ext uri="{FF2B5EF4-FFF2-40B4-BE49-F238E27FC236}">
                <a16:creationId xmlns:a16="http://schemas.microsoft.com/office/drawing/2014/main" id="{A60E8CAA-48D5-61E9-C74D-2CCEB3E3A7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86296" y="4339221"/>
            <a:ext cx="2419408" cy="355592"/>
          </a:xfrm>
        </p:spPr>
        <p:txBody>
          <a:bodyPr>
            <a:normAutofit/>
          </a:bodyPr>
          <a:lstStyle>
            <a:lvl1pPr algn="ctr">
              <a:defRPr sz="14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29" name="Espaço Reservado para Texto 23">
            <a:extLst>
              <a:ext uri="{FF2B5EF4-FFF2-40B4-BE49-F238E27FC236}">
                <a16:creationId xmlns:a16="http://schemas.microsoft.com/office/drawing/2014/main" id="{73876383-9A46-664A-7697-809108EB46B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11409" y="4339221"/>
            <a:ext cx="2419408" cy="355592"/>
          </a:xfrm>
        </p:spPr>
        <p:txBody>
          <a:bodyPr>
            <a:normAutofit/>
          </a:bodyPr>
          <a:lstStyle>
            <a:lvl1pPr algn="ctr">
              <a:defRPr sz="14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37" name="Espaço Reservado para Texto 36">
            <a:extLst>
              <a:ext uri="{FF2B5EF4-FFF2-40B4-BE49-F238E27FC236}">
                <a16:creationId xmlns:a16="http://schemas.microsoft.com/office/drawing/2014/main" id="{F5EC3AD8-AE40-5DF3-5734-FF5CE486586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610496" y="4704373"/>
            <a:ext cx="2444373" cy="920750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1100" b="0">
                <a:solidFill>
                  <a:schemeClr val="tx2"/>
                </a:solidFill>
              </a:defRPr>
            </a:lvl1pPr>
            <a:lvl2pPr algn="ctr">
              <a:defRPr sz="1100">
                <a:solidFill>
                  <a:schemeClr val="tx2"/>
                </a:solidFill>
              </a:defRPr>
            </a:lvl2pPr>
            <a:lvl3pPr algn="ctr">
              <a:defRPr sz="1100">
                <a:solidFill>
                  <a:schemeClr val="tx2"/>
                </a:solidFill>
              </a:defRPr>
            </a:lvl3pPr>
            <a:lvl4pPr algn="ctr">
              <a:defRPr sz="1100">
                <a:solidFill>
                  <a:schemeClr val="tx2"/>
                </a:solidFill>
              </a:defRPr>
            </a:lvl4pPr>
            <a:lvl5pPr algn="ctr">
              <a:defRPr sz="11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38" name="Espaço Reservado para Texto 36">
            <a:extLst>
              <a:ext uri="{FF2B5EF4-FFF2-40B4-BE49-F238E27FC236}">
                <a16:creationId xmlns:a16="http://schemas.microsoft.com/office/drawing/2014/main" id="{D2DAA205-1F5B-0E76-2E89-35678D12406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878915" y="4704373"/>
            <a:ext cx="2444373" cy="920750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1100" b="0">
                <a:solidFill>
                  <a:schemeClr val="tx2"/>
                </a:solidFill>
              </a:defRPr>
            </a:lvl1pPr>
            <a:lvl2pPr algn="ctr">
              <a:defRPr sz="1100">
                <a:solidFill>
                  <a:schemeClr val="tx2"/>
                </a:solidFill>
              </a:defRPr>
            </a:lvl2pPr>
            <a:lvl3pPr algn="ctr">
              <a:defRPr sz="1100">
                <a:solidFill>
                  <a:schemeClr val="tx2"/>
                </a:solidFill>
              </a:defRPr>
            </a:lvl3pPr>
            <a:lvl4pPr algn="ctr">
              <a:defRPr sz="1100">
                <a:solidFill>
                  <a:schemeClr val="tx2"/>
                </a:solidFill>
              </a:defRPr>
            </a:lvl4pPr>
            <a:lvl5pPr algn="ctr">
              <a:defRPr sz="11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39" name="Espaço Reservado para Texto 36">
            <a:extLst>
              <a:ext uri="{FF2B5EF4-FFF2-40B4-BE49-F238E27FC236}">
                <a16:creationId xmlns:a16="http://schemas.microsoft.com/office/drawing/2014/main" id="{EC8C1CAA-95F3-AE44-1F31-7D912F1B861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199247" y="4704373"/>
            <a:ext cx="2444373" cy="920750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1100" b="0">
                <a:solidFill>
                  <a:schemeClr val="tx2"/>
                </a:solidFill>
              </a:defRPr>
            </a:lvl1pPr>
            <a:lvl2pPr algn="ctr">
              <a:defRPr sz="1100">
                <a:solidFill>
                  <a:schemeClr val="tx2"/>
                </a:solidFill>
              </a:defRPr>
            </a:lvl2pPr>
            <a:lvl3pPr algn="ctr">
              <a:defRPr sz="1100">
                <a:solidFill>
                  <a:schemeClr val="tx2"/>
                </a:solidFill>
              </a:defRPr>
            </a:lvl3pPr>
            <a:lvl4pPr algn="ctr">
              <a:defRPr sz="1100">
                <a:solidFill>
                  <a:schemeClr val="tx2"/>
                </a:solidFill>
              </a:defRPr>
            </a:lvl4pPr>
            <a:lvl5pPr algn="ctr">
              <a:defRPr sz="11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708256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5536CC76-6171-B09D-FDF3-59407A1352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00" y="-1751088"/>
            <a:ext cx="2647804" cy="311117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5C99EB3E-B5D8-9B44-1758-975265A41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77559" y="3052763"/>
            <a:ext cx="5182891" cy="60899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BDA759A-9915-56A7-B65A-20AE4C2B5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391" y="1668084"/>
            <a:ext cx="3046009" cy="1281113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6">
            <a:extLst>
              <a:ext uri="{FF2B5EF4-FFF2-40B4-BE49-F238E27FC236}">
                <a16:creationId xmlns:a16="http://schemas.microsoft.com/office/drawing/2014/main" id="{5A69258F-54AB-711A-8C68-B0EDF4C7EF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71669" y="1313487"/>
            <a:ext cx="3044731" cy="354597"/>
          </a:xfrm>
        </p:spPr>
        <p:txBody>
          <a:bodyPr lIns="108000" anchor="b">
            <a:normAutofit/>
          </a:bodyPr>
          <a:lstStyle>
            <a:lvl1pPr algn="l"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 err="1"/>
              <a:t>TítulO</a:t>
            </a:r>
            <a:endParaRPr lang="pt-BR"/>
          </a:p>
        </p:txBody>
      </p:sp>
      <p:sp>
        <p:nvSpPr>
          <p:cNvPr id="28" name="Espaço Reservado para Texto 26">
            <a:extLst>
              <a:ext uri="{FF2B5EF4-FFF2-40B4-BE49-F238E27FC236}">
                <a16:creationId xmlns:a16="http://schemas.microsoft.com/office/drawing/2014/main" id="{48FFDDFF-D427-23B0-5392-54A4F7DC0D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73601" y="1566862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35" name="Espaço Reservado para Texto 26">
            <a:extLst>
              <a:ext uri="{FF2B5EF4-FFF2-40B4-BE49-F238E27FC236}">
                <a16:creationId xmlns:a16="http://schemas.microsoft.com/office/drawing/2014/main" id="{434FF1FA-B54B-D941-7236-4AB73CE07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73601" y="2546240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36" name="Espaço Reservado para Texto 26">
            <a:extLst>
              <a:ext uri="{FF2B5EF4-FFF2-40B4-BE49-F238E27FC236}">
                <a16:creationId xmlns:a16="http://schemas.microsoft.com/office/drawing/2014/main" id="{94BBE6CA-1C8D-0C0E-98B1-F0C9675FB2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73601" y="3507581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37" name="Espaço Reservado para Texto 26">
            <a:extLst>
              <a:ext uri="{FF2B5EF4-FFF2-40B4-BE49-F238E27FC236}">
                <a16:creationId xmlns:a16="http://schemas.microsoft.com/office/drawing/2014/main" id="{802FF599-8D20-63CA-9E5C-86076C60E4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73601" y="4461884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1" name="Espaço Reservado para Texto 26">
            <a:extLst>
              <a:ext uri="{FF2B5EF4-FFF2-40B4-BE49-F238E27FC236}">
                <a16:creationId xmlns:a16="http://schemas.microsoft.com/office/drawing/2014/main" id="{57A346B4-11F9-01EB-210A-4A70946F8E0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97850" y="1566862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2" name="Espaço Reservado para Texto 26">
            <a:extLst>
              <a:ext uri="{FF2B5EF4-FFF2-40B4-BE49-F238E27FC236}">
                <a16:creationId xmlns:a16="http://schemas.microsoft.com/office/drawing/2014/main" id="{EC3DE48F-0EBD-2A68-925F-8A0EF020E6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97850" y="2546240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3" name="Espaço Reservado para Texto 26">
            <a:extLst>
              <a:ext uri="{FF2B5EF4-FFF2-40B4-BE49-F238E27FC236}">
                <a16:creationId xmlns:a16="http://schemas.microsoft.com/office/drawing/2014/main" id="{FF173AB6-483B-5C2C-0E35-74B8CFC072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97850" y="3507581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4" name="Espaço Reservado para Texto 26">
            <a:extLst>
              <a:ext uri="{FF2B5EF4-FFF2-40B4-BE49-F238E27FC236}">
                <a16:creationId xmlns:a16="http://schemas.microsoft.com/office/drawing/2014/main" id="{67ADE121-C2B0-51E4-A497-3BB512AA41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4461884"/>
            <a:ext cx="654050" cy="656199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accent1"/>
                </a:solidFill>
                <a:latin typeface="+mj-lt"/>
              </a:defRPr>
            </a:lvl1pPr>
            <a:lvl2pPr>
              <a:defRPr sz="3600">
                <a:solidFill>
                  <a:schemeClr val="accent1"/>
                </a:solidFill>
                <a:latin typeface="+mj-lt"/>
              </a:defRPr>
            </a:lvl2pPr>
            <a:lvl3pPr>
              <a:defRPr sz="3600">
                <a:solidFill>
                  <a:schemeClr val="accent1"/>
                </a:solidFill>
                <a:latin typeface="+mj-lt"/>
              </a:defRPr>
            </a:lvl3pPr>
            <a:lvl4pPr>
              <a:defRPr sz="36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48" name="Espaço Reservado para Texto 45">
            <a:extLst>
              <a:ext uri="{FF2B5EF4-FFF2-40B4-BE49-F238E27FC236}">
                <a16:creationId xmlns:a16="http://schemas.microsoft.com/office/drawing/2014/main" id="{AA0A1508-379C-FE57-7F02-B2F7615EF5C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230813" y="1607419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50" name="Espaço Reservado para Texto 45">
            <a:extLst>
              <a:ext uri="{FF2B5EF4-FFF2-40B4-BE49-F238E27FC236}">
                <a16:creationId xmlns:a16="http://schemas.microsoft.com/office/drawing/2014/main" id="{90EFF4E9-FB08-5C1A-9AE1-FC5E00F8336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30813" y="2579309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56" name="Espaço Reservado para Texto 45">
            <a:extLst>
              <a:ext uri="{FF2B5EF4-FFF2-40B4-BE49-F238E27FC236}">
                <a16:creationId xmlns:a16="http://schemas.microsoft.com/office/drawing/2014/main" id="{69EED1E0-BCD6-F969-095D-CB3F4281C4C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230813" y="4500843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57" name="Espaço Reservado para Texto 45">
            <a:extLst>
              <a:ext uri="{FF2B5EF4-FFF2-40B4-BE49-F238E27FC236}">
                <a16:creationId xmlns:a16="http://schemas.microsoft.com/office/drawing/2014/main" id="{FC661200-4B00-8BE8-EBFB-A1ADFE405EB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230813" y="3533705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58" name="Espaço Reservado para Texto 45">
            <a:extLst>
              <a:ext uri="{FF2B5EF4-FFF2-40B4-BE49-F238E27FC236}">
                <a16:creationId xmlns:a16="http://schemas.microsoft.com/office/drawing/2014/main" id="{345D7696-2F1D-1E51-5609-E3C0EBA299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756650" y="1607419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59" name="Espaço Reservado para Texto 45">
            <a:extLst>
              <a:ext uri="{FF2B5EF4-FFF2-40B4-BE49-F238E27FC236}">
                <a16:creationId xmlns:a16="http://schemas.microsoft.com/office/drawing/2014/main" id="{22E326E2-1473-4ABD-2CF9-3D37955704C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756650" y="2579309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60" name="Espaço Reservado para Texto 45">
            <a:extLst>
              <a:ext uri="{FF2B5EF4-FFF2-40B4-BE49-F238E27FC236}">
                <a16:creationId xmlns:a16="http://schemas.microsoft.com/office/drawing/2014/main" id="{5A6A8A0A-A9DC-57C3-F49B-D204B25F3ED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756650" y="4500843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61" name="Espaço Reservado para Texto 45">
            <a:extLst>
              <a:ext uri="{FF2B5EF4-FFF2-40B4-BE49-F238E27FC236}">
                <a16:creationId xmlns:a16="http://schemas.microsoft.com/office/drawing/2014/main" id="{D3BE16D6-E390-D1BC-569E-B7C8A4BAC1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756650" y="3533705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tx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62" name="Espaço Reservado para Texto 3">
            <a:extLst>
              <a:ext uri="{FF2B5EF4-FFF2-40B4-BE49-F238E27FC236}">
                <a16:creationId xmlns:a16="http://schemas.microsoft.com/office/drawing/2014/main" id="{79D8D897-387E-A66E-3D4D-C6E8F6F70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70391" y="3235508"/>
            <a:ext cx="3044731" cy="951402"/>
          </a:xfrm>
        </p:spPr>
        <p:txBody>
          <a:bodyPr>
            <a:normAutofit/>
          </a:bodyPr>
          <a:lstStyle>
            <a:lvl1pPr marL="0" marR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pt-BR" sz="11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  <a:cs typeface="Arial"/>
                <a:sym typeface="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674674981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m Branc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5536CC76-6171-B09D-FDF3-59407A1352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00" y="-1751088"/>
            <a:ext cx="2647804" cy="311117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5C99EB3E-B5D8-9B44-1758-975265A41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77559" y="3052763"/>
            <a:ext cx="5182891" cy="60899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BDA759A-9915-56A7-B65A-20AE4C2B5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391" y="1668084"/>
            <a:ext cx="3046009" cy="1281113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6">
            <a:extLst>
              <a:ext uri="{FF2B5EF4-FFF2-40B4-BE49-F238E27FC236}">
                <a16:creationId xmlns:a16="http://schemas.microsoft.com/office/drawing/2014/main" id="{5A69258F-54AB-711A-8C68-B0EDF4C7EF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71669" y="1313487"/>
            <a:ext cx="3044731" cy="354597"/>
          </a:xfrm>
        </p:spPr>
        <p:txBody>
          <a:bodyPr lIns="108000" anchor="b">
            <a:normAutofit/>
          </a:bodyPr>
          <a:lstStyle>
            <a:lvl1pPr algn="l">
              <a:lnSpc>
                <a:spcPct val="100000"/>
              </a:lnSpc>
              <a:defRPr sz="1100" b="0" cap="all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err="1"/>
              <a:t>TítulO</a:t>
            </a:r>
            <a:endParaRPr lang="pt-BR"/>
          </a:p>
        </p:txBody>
      </p:sp>
      <p:sp>
        <p:nvSpPr>
          <p:cNvPr id="48" name="Espaço Reservado para Texto 45">
            <a:extLst>
              <a:ext uri="{FF2B5EF4-FFF2-40B4-BE49-F238E27FC236}">
                <a16:creationId xmlns:a16="http://schemas.microsoft.com/office/drawing/2014/main" id="{AA0A1508-379C-FE57-7F02-B2F7615EF5C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230813" y="1607419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50" name="Espaço Reservado para Texto 45">
            <a:extLst>
              <a:ext uri="{FF2B5EF4-FFF2-40B4-BE49-F238E27FC236}">
                <a16:creationId xmlns:a16="http://schemas.microsoft.com/office/drawing/2014/main" id="{90EFF4E9-FB08-5C1A-9AE1-FC5E00F8336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30813" y="2579309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56" name="Espaço Reservado para Texto 45">
            <a:extLst>
              <a:ext uri="{FF2B5EF4-FFF2-40B4-BE49-F238E27FC236}">
                <a16:creationId xmlns:a16="http://schemas.microsoft.com/office/drawing/2014/main" id="{69EED1E0-BCD6-F969-095D-CB3F4281C4C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230813" y="4500843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57" name="Espaço Reservado para Texto 45">
            <a:extLst>
              <a:ext uri="{FF2B5EF4-FFF2-40B4-BE49-F238E27FC236}">
                <a16:creationId xmlns:a16="http://schemas.microsoft.com/office/drawing/2014/main" id="{FC661200-4B00-8BE8-EBFB-A1ADFE405EB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230813" y="3533705"/>
            <a:ext cx="27447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58" name="Espaço Reservado para Texto 45">
            <a:extLst>
              <a:ext uri="{FF2B5EF4-FFF2-40B4-BE49-F238E27FC236}">
                <a16:creationId xmlns:a16="http://schemas.microsoft.com/office/drawing/2014/main" id="{345D7696-2F1D-1E51-5609-E3C0EBA299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756650" y="1607419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59" name="Espaço Reservado para Texto 45">
            <a:extLst>
              <a:ext uri="{FF2B5EF4-FFF2-40B4-BE49-F238E27FC236}">
                <a16:creationId xmlns:a16="http://schemas.microsoft.com/office/drawing/2014/main" id="{22E326E2-1473-4ABD-2CF9-3D37955704C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756650" y="2579309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60" name="Espaço Reservado para Texto 45">
            <a:extLst>
              <a:ext uri="{FF2B5EF4-FFF2-40B4-BE49-F238E27FC236}">
                <a16:creationId xmlns:a16="http://schemas.microsoft.com/office/drawing/2014/main" id="{5A6A8A0A-A9DC-57C3-F49B-D204B25F3ED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756650" y="4500843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61" name="Espaço Reservado para Texto 45">
            <a:extLst>
              <a:ext uri="{FF2B5EF4-FFF2-40B4-BE49-F238E27FC236}">
                <a16:creationId xmlns:a16="http://schemas.microsoft.com/office/drawing/2014/main" id="{D3BE16D6-E390-D1BC-569E-B7C8A4BAC1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756650" y="3533705"/>
            <a:ext cx="2516187" cy="625475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400" b="0">
                <a:solidFill>
                  <a:schemeClr val="bg2"/>
                </a:solidFill>
              </a:defRPr>
            </a:lvl1pPr>
            <a:lvl2pPr>
              <a:lnSpc>
                <a:spcPct val="130000"/>
              </a:lnSpc>
              <a:defRPr sz="1300">
                <a:solidFill>
                  <a:schemeClr val="tx2"/>
                </a:solidFill>
              </a:defRPr>
            </a:lvl2pPr>
            <a:lvl3pPr>
              <a:lnSpc>
                <a:spcPct val="130000"/>
              </a:lnSpc>
              <a:defRPr sz="1300">
                <a:solidFill>
                  <a:schemeClr val="tx2"/>
                </a:solidFill>
              </a:defRPr>
            </a:lvl3pPr>
            <a:lvl4pPr>
              <a:lnSpc>
                <a:spcPct val="130000"/>
              </a:lnSpc>
              <a:defRPr sz="1300">
                <a:solidFill>
                  <a:schemeClr val="tx2"/>
                </a:solidFill>
              </a:defRPr>
            </a:lvl4pPr>
            <a:lvl5pPr marL="1828800" indent="0">
              <a:lnSpc>
                <a:spcPct val="130000"/>
              </a:lnSpc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endParaRPr lang="pt-BR"/>
          </a:p>
        </p:txBody>
      </p:sp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9F790EC3-C462-56AD-2B08-F7FF72508A8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576763" y="1571153"/>
            <a:ext cx="654050" cy="654050"/>
          </a:xfrm>
          <a:prstGeom prst="ellipse">
            <a:avLst/>
          </a:prstGeom>
        </p:spPr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9" name="Espaço Reservado para Imagem 6">
            <a:extLst>
              <a:ext uri="{FF2B5EF4-FFF2-40B4-BE49-F238E27FC236}">
                <a16:creationId xmlns:a16="http://schemas.microsoft.com/office/drawing/2014/main" id="{117F00D3-8A9D-BA5C-B4D6-56F53DABE081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76763" y="4468922"/>
            <a:ext cx="654050" cy="654050"/>
          </a:xfrm>
          <a:prstGeom prst="ellipse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1" name="Espaço Reservado para Imagem 6">
            <a:extLst>
              <a:ext uri="{FF2B5EF4-FFF2-40B4-BE49-F238E27FC236}">
                <a16:creationId xmlns:a16="http://schemas.microsoft.com/office/drawing/2014/main" id="{C63AF8FD-7A31-97C0-140D-F6C27992E08A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576763" y="3507444"/>
            <a:ext cx="654050" cy="654050"/>
          </a:xfrm>
          <a:prstGeom prst="ellipse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3" name="Espaço Reservado para Imagem 6">
            <a:extLst>
              <a:ext uri="{FF2B5EF4-FFF2-40B4-BE49-F238E27FC236}">
                <a16:creationId xmlns:a16="http://schemas.microsoft.com/office/drawing/2014/main" id="{F1E03703-2380-F3EB-4FA7-CE7A98BD8A4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576763" y="2545093"/>
            <a:ext cx="654050" cy="654050"/>
          </a:xfrm>
          <a:prstGeom prst="ellipse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8" name="Espaço Reservado para Imagem 6">
            <a:extLst>
              <a:ext uri="{FF2B5EF4-FFF2-40B4-BE49-F238E27FC236}">
                <a16:creationId xmlns:a16="http://schemas.microsoft.com/office/drawing/2014/main" id="{F2561D0A-B2DA-2E1A-6F9F-4F820557716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102600" y="1571153"/>
            <a:ext cx="654050" cy="654050"/>
          </a:xfrm>
          <a:prstGeom prst="ellipse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9" name="Espaço Reservado para Imagem 6">
            <a:extLst>
              <a:ext uri="{FF2B5EF4-FFF2-40B4-BE49-F238E27FC236}">
                <a16:creationId xmlns:a16="http://schemas.microsoft.com/office/drawing/2014/main" id="{5FF9A836-CC47-5A5F-1F9F-77925A1F4580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102600" y="4468922"/>
            <a:ext cx="654050" cy="654050"/>
          </a:xfrm>
          <a:prstGeom prst="ellipse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20" name="Espaço Reservado para Imagem 6">
            <a:extLst>
              <a:ext uri="{FF2B5EF4-FFF2-40B4-BE49-F238E27FC236}">
                <a16:creationId xmlns:a16="http://schemas.microsoft.com/office/drawing/2014/main" id="{6B2CA7E3-B922-EC4D-43CF-64B5C722AF4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102600" y="3507444"/>
            <a:ext cx="654050" cy="654050"/>
          </a:xfrm>
          <a:prstGeom prst="ellipse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21" name="Espaço Reservado para Imagem 6">
            <a:extLst>
              <a:ext uri="{FF2B5EF4-FFF2-40B4-BE49-F238E27FC236}">
                <a16:creationId xmlns:a16="http://schemas.microsoft.com/office/drawing/2014/main" id="{59009F60-9F6B-1234-55D4-BBD6C8FA18B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8102600" y="2545093"/>
            <a:ext cx="654050" cy="654050"/>
          </a:xfrm>
          <a:prstGeom prst="ellipse">
            <a:avLst/>
          </a:pr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9485135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6624844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6F85BE3-183D-1F4D-9986-5566BC059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25" y="602332"/>
            <a:ext cx="6832600" cy="447675"/>
          </a:xfrm>
        </p:spPr>
        <p:txBody>
          <a:bodyPr lIns="126000">
            <a:normAutofit/>
          </a:bodyPr>
          <a:lstStyle>
            <a:lvl1pPr>
              <a:lnSpc>
                <a:spcPct val="100000"/>
              </a:lnSpc>
              <a:defRPr sz="1100" b="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50B399A-346B-51E3-1A92-253CADB7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0" y="865524"/>
            <a:ext cx="6832600" cy="447676"/>
          </a:xfrm>
        </p:spPr>
        <p:txBody>
          <a:bodyPr anchor="t">
            <a:noAutofit/>
          </a:bodyPr>
          <a:lstStyle>
            <a:lvl1pPr>
              <a:defRPr sz="3600" b="1" spc="-100" baseline="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4BD41B5-820C-FB18-CD31-121F93FBE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5000" y="2090738"/>
            <a:ext cx="6832600" cy="413284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20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u="none">
                <a:solidFill>
                  <a:schemeClr val="accent2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lvl2pPr>
            <a:lvl3pPr marL="792000" indent="-288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>
                <a:solidFill>
                  <a:schemeClr val="tx2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A8EC6370-4927-C92F-ACF0-D1E7FF52C1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31040" y="-591489"/>
            <a:ext cx="8040978" cy="804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561188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>
            <a:extLst>
              <a:ext uri="{FF2B5EF4-FFF2-40B4-BE49-F238E27FC236}">
                <a16:creationId xmlns:a16="http://schemas.microsoft.com/office/drawing/2014/main" id="{6774E64E-98E1-4015-BA74-F96D89B5CA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03089056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421" imgH="420" progId="TCLayout.ActiveDocument.1">
                  <p:embed/>
                </p:oleObj>
              </mc:Choice>
              <mc:Fallback>
                <p:oleObj name="Slide do think-cell" r:id="rId4" imgW="421" imgH="420" progId="TCLayout.ActiveDocument.1">
                  <p:embed/>
                  <p:pic>
                    <p:nvPicPr>
                      <p:cNvPr id="3" name="Objeto 2" hidden="1">
                        <a:extLst>
                          <a:ext uri="{FF2B5EF4-FFF2-40B4-BE49-F238E27FC236}">
                            <a16:creationId xmlns:a16="http://schemas.microsoft.com/office/drawing/2014/main" id="{6774E64E-98E1-4015-BA74-F96D89B5CA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3F7C2E3A-8C26-4E4E-B07A-D7004BA2AC2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158750"/>
          </a:xfrm>
          <a:prstGeom prst="rect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pt-BR" sz="2800" b="1" i="0" baseline="0"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" name="Title 1"/>
          <p:cNvSpPr>
            <a:spLocks noGrp="1" noChangeAspect="1"/>
          </p:cNvSpPr>
          <p:nvPr>
            <p:ph type="title" hasCustomPrompt="1"/>
          </p:nvPr>
        </p:nvSpPr>
        <p:spPr>
          <a:xfrm>
            <a:off x="192000" y="314480"/>
            <a:ext cx="10003339" cy="430887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algn="l">
              <a:defRPr sz="2800" b="1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title</a:t>
            </a:r>
            <a:r>
              <a:rPr lang="pt-BR"/>
              <a:t> </a:t>
            </a:r>
            <a:r>
              <a:rPr lang="pt-BR" err="1"/>
              <a:t>style</a:t>
            </a:r>
            <a:endParaRPr lang="pt-BR"/>
          </a:p>
        </p:txBody>
      </p:sp>
      <p:pic>
        <p:nvPicPr>
          <p:cNvPr id="9" name="Picture 9" descr="A close up of a sign&#10;&#10;Description generated with high confidence">
            <a:extLst>
              <a:ext uri="{FF2B5EF4-FFF2-40B4-BE49-F238E27FC236}">
                <a16:creationId xmlns:a16="http://schemas.microsoft.com/office/drawing/2014/main" id="{B7FBD7B5-DFE2-4F92-A0E8-D6D498D5058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2799" y="98306"/>
            <a:ext cx="1137535" cy="543173"/>
          </a:xfrm>
          <a:prstGeom prst="rect">
            <a:avLst/>
          </a:prstGeom>
        </p:spPr>
      </p:pic>
      <p:sp>
        <p:nvSpPr>
          <p:cNvPr id="10" name="Rectangle 19">
            <a:extLst>
              <a:ext uri="{FF2B5EF4-FFF2-40B4-BE49-F238E27FC236}">
                <a16:creationId xmlns:a16="http://schemas.microsoft.com/office/drawing/2014/main" id="{833F5791-7030-4D0E-AD53-9A0778EB5A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604838" y="0"/>
            <a:ext cx="533400" cy="542925"/>
          </a:xfrm>
          <a:prstGeom prst="rect">
            <a:avLst/>
          </a:prstGeom>
          <a:solidFill>
            <a:srgbClr val="2D3D7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en-US" sz="900" b="1">
                <a:solidFill>
                  <a:schemeClr val="bg1"/>
                </a:solidFill>
              </a:rPr>
              <a:t>45</a:t>
            </a:r>
          </a:p>
          <a:p>
            <a:pPr algn="r"/>
            <a:r>
              <a:rPr lang="en-US" sz="900" b="1">
                <a:solidFill>
                  <a:schemeClr val="bg1"/>
                </a:solidFill>
              </a:rPr>
              <a:t>61</a:t>
            </a:r>
          </a:p>
          <a:p>
            <a:pPr algn="r"/>
            <a:r>
              <a:rPr lang="en-US" sz="900" b="1">
                <a:solidFill>
                  <a:schemeClr val="bg1"/>
                </a:solidFill>
              </a:rPr>
              <a:t>112</a:t>
            </a:r>
          </a:p>
        </p:txBody>
      </p:sp>
      <p:sp>
        <p:nvSpPr>
          <p:cNvPr id="11" name="Rectangle 20">
            <a:extLst>
              <a:ext uri="{FF2B5EF4-FFF2-40B4-BE49-F238E27FC236}">
                <a16:creationId xmlns:a16="http://schemas.microsoft.com/office/drawing/2014/main" id="{E7D851CD-7743-4E71-AF94-083A15CC938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604838" y="621506"/>
            <a:ext cx="533400" cy="533400"/>
          </a:xfrm>
          <a:prstGeom prst="rect">
            <a:avLst/>
          </a:prstGeom>
          <a:solidFill>
            <a:srgbClr val="3C478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en-US" sz="900" b="1">
                <a:solidFill>
                  <a:schemeClr val="bg1"/>
                </a:solidFill>
              </a:rPr>
              <a:t>60</a:t>
            </a:r>
          </a:p>
          <a:p>
            <a:pPr algn="r"/>
            <a:r>
              <a:rPr lang="en-US" sz="900" b="1">
                <a:solidFill>
                  <a:schemeClr val="bg1"/>
                </a:solidFill>
              </a:rPr>
              <a:t>71</a:t>
            </a:r>
          </a:p>
          <a:p>
            <a:pPr algn="r"/>
            <a:r>
              <a:rPr lang="en-US" sz="900" b="1">
                <a:solidFill>
                  <a:schemeClr val="bg1"/>
                </a:solidFill>
              </a:rPr>
              <a:t>136</a:t>
            </a:r>
          </a:p>
        </p:txBody>
      </p:sp>
      <p:sp>
        <p:nvSpPr>
          <p:cNvPr id="12" name="Rectangle 21">
            <a:extLst>
              <a:ext uri="{FF2B5EF4-FFF2-40B4-BE49-F238E27FC236}">
                <a16:creationId xmlns:a16="http://schemas.microsoft.com/office/drawing/2014/main" id="{B92FD153-B1CC-4B58-B170-C3E87D3DBC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604838" y="1233487"/>
            <a:ext cx="533400" cy="542925"/>
          </a:xfrm>
          <a:prstGeom prst="rect">
            <a:avLst/>
          </a:prstGeom>
          <a:solidFill>
            <a:srgbClr val="6F7EC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en-US" sz="900" b="1">
                <a:solidFill>
                  <a:schemeClr val="bg1"/>
                </a:solidFill>
              </a:rPr>
              <a:t>111</a:t>
            </a:r>
          </a:p>
          <a:p>
            <a:pPr algn="r"/>
            <a:r>
              <a:rPr lang="en-US" sz="900" b="1">
                <a:solidFill>
                  <a:schemeClr val="bg1"/>
                </a:solidFill>
              </a:rPr>
              <a:t>126</a:t>
            </a:r>
          </a:p>
          <a:p>
            <a:pPr algn="r"/>
            <a:r>
              <a:rPr lang="en-US" sz="900" b="1">
                <a:solidFill>
                  <a:schemeClr val="bg1"/>
                </a:solidFill>
              </a:rPr>
              <a:t>192</a:t>
            </a:r>
          </a:p>
        </p:txBody>
      </p:sp>
      <p:sp>
        <p:nvSpPr>
          <p:cNvPr id="13" name="Rectangle 22">
            <a:extLst>
              <a:ext uri="{FF2B5EF4-FFF2-40B4-BE49-F238E27FC236}">
                <a16:creationId xmlns:a16="http://schemas.microsoft.com/office/drawing/2014/main" id="{BB8B7645-65AD-469A-A7CE-F294BA63A5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604838" y="1854993"/>
            <a:ext cx="533400" cy="542925"/>
          </a:xfrm>
          <a:prstGeom prst="rect">
            <a:avLst/>
          </a:prstGeom>
          <a:solidFill>
            <a:srgbClr val="F4614D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en-US" sz="900" b="1">
                <a:solidFill>
                  <a:schemeClr val="bg1"/>
                </a:solidFill>
                <a:latin typeface="Arial" panose="020B0604020202020204" pitchFamily="34" charset="0"/>
              </a:rPr>
              <a:t>244</a:t>
            </a:r>
          </a:p>
          <a:p>
            <a:pPr algn="r"/>
            <a:r>
              <a:rPr lang="en-US" sz="900" b="1">
                <a:solidFill>
                  <a:schemeClr val="bg1"/>
                </a:solidFill>
                <a:latin typeface="Arial" panose="020B0604020202020204" pitchFamily="34" charset="0"/>
              </a:rPr>
              <a:t>97</a:t>
            </a:r>
          </a:p>
          <a:p>
            <a:pPr algn="r"/>
            <a:r>
              <a:rPr lang="en-US" sz="900" b="1">
                <a:solidFill>
                  <a:schemeClr val="bg1"/>
                </a:solidFill>
                <a:latin typeface="Arial" panose="020B0604020202020204" pitchFamily="34" charset="0"/>
              </a:rPr>
              <a:t>77</a:t>
            </a:r>
          </a:p>
        </p:txBody>
      </p:sp>
      <p:sp>
        <p:nvSpPr>
          <p:cNvPr id="15" name="Rectangle 23">
            <a:extLst>
              <a:ext uri="{FF2B5EF4-FFF2-40B4-BE49-F238E27FC236}">
                <a16:creationId xmlns:a16="http://schemas.microsoft.com/office/drawing/2014/main" id="{0774986D-5963-4635-947A-E4B5B9D0B7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604838" y="2476499"/>
            <a:ext cx="533400" cy="542925"/>
          </a:xfrm>
          <a:prstGeom prst="rect">
            <a:avLst/>
          </a:prstGeom>
          <a:solidFill>
            <a:srgbClr val="FF94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en-US" sz="900" b="1">
                <a:solidFill>
                  <a:schemeClr val="bg1"/>
                </a:solidFill>
              </a:rPr>
              <a:t>255</a:t>
            </a:r>
          </a:p>
          <a:p>
            <a:pPr algn="r"/>
            <a:r>
              <a:rPr lang="en-US" sz="900" b="1">
                <a:solidFill>
                  <a:schemeClr val="bg1"/>
                </a:solidFill>
              </a:rPr>
              <a:t>148</a:t>
            </a:r>
          </a:p>
          <a:p>
            <a:pPr algn="r"/>
            <a:r>
              <a:rPr lang="en-US" sz="900" b="1">
                <a:solidFill>
                  <a:schemeClr val="bg1"/>
                </a:solidFill>
              </a:rPr>
              <a:t>119</a:t>
            </a:r>
          </a:p>
        </p:txBody>
      </p:sp>
      <p:sp>
        <p:nvSpPr>
          <p:cNvPr id="16" name="Rectangle 24">
            <a:extLst>
              <a:ext uri="{FF2B5EF4-FFF2-40B4-BE49-F238E27FC236}">
                <a16:creationId xmlns:a16="http://schemas.microsoft.com/office/drawing/2014/main" id="{151DDD9E-D0BA-4DFA-9B2F-140D416BDE8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604838" y="3098005"/>
            <a:ext cx="533400" cy="533400"/>
          </a:xfrm>
          <a:prstGeom prst="rect">
            <a:avLst/>
          </a:prstGeom>
          <a:solidFill>
            <a:srgbClr val="9F89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en-US" sz="900" b="1">
                <a:solidFill>
                  <a:schemeClr val="bg1"/>
                </a:solidFill>
              </a:rPr>
              <a:t>159</a:t>
            </a:r>
          </a:p>
          <a:p>
            <a:pPr algn="r"/>
            <a:r>
              <a:rPr lang="en-US" sz="900" b="1">
                <a:solidFill>
                  <a:schemeClr val="bg1"/>
                </a:solidFill>
              </a:rPr>
              <a:t>137</a:t>
            </a:r>
          </a:p>
          <a:p>
            <a:pPr algn="r"/>
            <a:r>
              <a:rPr lang="en-US" sz="900" b="1">
                <a:solidFill>
                  <a:schemeClr val="bg1"/>
                </a:solidFill>
              </a:rPr>
              <a:t>113</a:t>
            </a:r>
          </a:p>
        </p:txBody>
      </p:sp>
      <p:sp>
        <p:nvSpPr>
          <p:cNvPr id="17" name="Rectangle 25">
            <a:extLst>
              <a:ext uri="{FF2B5EF4-FFF2-40B4-BE49-F238E27FC236}">
                <a16:creationId xmlns:a16="http://schemas.microsoft.com/office/drawing/2014/main" id="{0222C69F-7E21-4EEE-B57C-5000D3DDE1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604838" y="3709986"/>
            <a:ext cx="533400" cy="542925"/>
          </a:xfrm>
          <a:prstGeom prst="rect">
            <a:avLst/>
          </a:prstGeom>
          <a:solidFill>
            <a:srgbClr val="E5D0B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en-US" sz="900" b="1">
                <a:solidFill>
                  <a:schemeClr val="bg1"/>
                </a:solidFill>
              </a:rPr>
              <a:t>229</a:t>
            </a:r>
          </a:p>
          <a:p>
            <a:pPr algn="r"/>
            <a:r>
              <a:rPr lang="en-US" sz="900" b="1">
                <a:solidFill>
                  <a:schemeClr val="bg1"/>
                </a:solidFill>
              </a:rPr>
              <a:t>208</a:t>
            </a:r>
          </a:p>
          <a:p>
            <a:pPr algn="r"/>
            <a:r>
              <a:rPr lang="en-US" sz="900" b="1">
                <a:solidFill>
                  <a:schemeClr val="bg1"/>
                </a:solidFill>
              </a:rPr>
              <a:t>184</a:t>
            </a:r>
          </a:p>
        </p:txBody>
      </p:sp>
      <p:sp>
        <p:nvSpPr>
          <p:cNvPr id="18" name="Rectangle 26">
            <a:extLst>
              <a:ext uri="{FF2B5EF4-FFF2-40B4-BE49-F238E27FC236}">
                <a16:creationId xmlns:a16="http://schemas.microsoft.com/office/drawing/2014/main" id="{7B87B0A6-0013-4DF5-891C-3472BE9554A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604838" y="4331492"/>
            <a:ext cx="533400" cy="542925"/>
          </a:xfrm>
          <a:prstGeom prst="rect">
            <a:avLst/>
          </a:prstGeom>
          <a:solidFill>
            <a:srgbClr val="C1C0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en-US" sz="900" b="1">
                <a:solidFill>
                  <a:schemeClr val="bg1"/>
                </a:solidFill>
              </a:rPr>
              <a:t>193</a:t>
            </a:r>
          </a:p>
          <a:p>
            <a:pPr algn="r"/>
            <a:r>
              <a:rPr lang="en-US" sz="900" b="1">
                <a:solidFill>
                  <a:schemeClr val="bg1"/>
                </a:solidFill>
              </a:rPr>
              <a:t>192</a:t>
            </a:r>
          </a:p>
          <a:p>
            <a:pPr algn="r"/>
            <a:r>
              <a:rPr lang="en-US" sz="900" b="1">
                <a:solidFill>
                  <a:schemeClr val="bg1"/>
                </a:solidFill>
              </a:rPr>
              <a:t>191</a:t>
            </a:r>
          </a:p>
        </p:txBody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5EE65E32-8DAA-4680-AACB-1293EA348D8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604838" y="4953001"/>
            <a:ext cx="533400" cy="5429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en-US" sz="900" b="1">
                <a:solidFill>
                  <a:schemeClr val="bg1"/>
                </a:solidFill>
              </a:rPr>
              <a:t>127</a:t>
            </a:r>
          </a:p>
          <a:p>
            <a:pPr algn="r"/>
            <a:r>
              <a:rPr lang="en-US" sz="900" b="1">
                <a:solidFill>
                  <a:schemeClr val="bg1"/>
                </a:solidFill>
              </a:rPr>
              <a:t>127</a:t>
            </a:r>
          </a:p>
          <a:p>
            <a:pPr algn="r"/>
            <a:r>
              <a:rPr lang="en-US" sz="900" b="1">
                <a:solidFill>
                  <a:schemeClr val="bg1"/>
                </a:solidFill>
              </a:rPr>
              <a:t>127</a:t>
            </a:r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E7384C56-968F-43B9-BE87-CBBC2C3867E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604838" y="5574510"/>
            <a:ext cx="533400" cy="542925"/>
          </a:xfrm>
          <a:prstGeom prst="rect">
            <a:avLst/>
          </a:prstGeom>
          <a:solidFill>
            <a:srgbClr val="B0B7C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en-US" sz="900" b="1">
                <a:solidFill>
                  <a:schemeClr val="bg1"/>
                </a:solidFill>
              </a:rPr>
              <a:t>176</a:t>
            </a:r>
          </a:p>
          <a:p>
            <a:pPr algn="r"/>
            <a:r>
              <a:rPr lang="en-US" sz="900" b="1">
                <a:solidFill>
                  <a:schemeClr val="bg1"/>
                </a:solidFill>
              </a:rPr>
              <a:t>183</a:t>
            </a:r>
          </a:p>
          <a:p>
            <a:pPr algn="r"/>
            <a:r>
              <a:rPr lang="en-US" sz="900" b="1">
                <a:solidFill>
                  <a:schemeClr val="bg1"/>
                </a:solidFill>
              </a:rPr>
              <a:t>193</a:t>
            </a:r>
          </a:p>
        </p:txBody>
      </p:sp>
    </p:spTree>
    <p:extLst>
      <p:ext uri="{BB962C8B-B14F-4D97-AF65-F5344CB8AC3E}">
        <p14:creationId xmlns:p14="http://schemas.microsoft.com/office/powerpoint/2010/main" val="921012582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+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>
            <a:extLst>
              <a:ext uri="{FF2B5EF4-FFF2-40B4-BE49-F238E27FC236}">
                <a16:creationId xmlns:a16="http://schemas.microsoft.com/office/drawing/2014/main" id="{5F44D272-F42D-4378-A5AB-34A1FCC636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91165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5" imgH="424" progId="TCLayout.ActiveDocument.1">
                  <p:embed/>
                </p:oleObj>
              </mc:Choice>
              <mc:Fallback>
                <p:oleObj name="Slide do think-cell" r:id="rId3" imgW="425" imgH="424" progId="TCLayout.ActiveDocument.1">
                  <p:embed/>
                  <p:pic>
                    <p:nvPicPr>
                      <p:cNvPr id="3" name="Objeto 2" hidden="1">
                        <a:extLst>
                          <a:ext uri="{FF2B5EF4-FFF2-40B4-BE49-F238E27FC236}">
                            <a16:creationId xmlns:a16="http://schemas.microsoft.com/office/drawing/2014/main" id="{5F44D272-F42D-4378-A5AB-34A1FCC636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E4E1D4-AB1A-48D1-9A59-F20EE335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99951704-927B-4A22-8579-F84376718AE5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3" name="Espaço Reservado para Texto 2">
            <a:extLst>
              <a:ext uri="{FF2B5EF4-FFF2-40B4-BE49-F238E27FC236}">
                <a16:creationId xmlns:a16="http://schemas.microsoft.com/office/drawing/2014/main" id="{B66346A9-9466-407E-A0B6-D5718A5A7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362" y="1701799"/>
            <a:ext cx="11470959" cy="4608690"/>
          </a:xfrm>
          <a:prstGeom prst="rect">
            <a:avLst/>
          </a:prstGeom>
        </p:spPr>
        <p:txBody>
          <a:bodyPr anchor="t"/>
          <a:lstStyle>
            <a:lvl1pPr marL="0" indent="0" algn="just" rtl="0">
              <a:buNone/>
              <a:defRPr sz="1600">
                <a:solidFill>
                  <a:srgbClr val="7F7F7F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Espaço Reservado para Texto 2">
            <a:extLst>
              <a:ext uri="{FF2B5EF4-FFF2-40B4-BE49-F238E27FC236}">
                <a16:creationId xmlns:a16="http://schemas.microsoft.com/office/drawing/2014/main" id="{84216B22-24C4-4F2C-BD2F-46A234CB2D68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60362" y="1168240"/>
            <a:ext cx="11470959" cy="415026"/>
          </a:xfrm>
          <a:prstGeom prst="rect">
            <a:avLst/>
          </a:prstGeom>
        </p:spPr>
        <p:txBody>
          <a:bodyPr anchor="t"/>
          <a:lstStyle>
            <a:lvl1pPr marL="0" indent="0" algn="l" rtl="0">
              <a:buNone/>
              <a:defRPr sz="2400">
                <a:solidFill>
                  <a:schemeClr val="accent2"/>
                </a:solidFill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19FD41-B7F1-4F62-A04F-BCB264DDA08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rtl="0">
              <a:defRPr/>
            </a:lvl1pPr>
          </a:lstStyle>
          <a:p>
            <a:endParaRPr lang="pt-BR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BA3AE21A-2A07-4712-94B7-214061DFC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7321" y="351897"/>
            <a:ext cx="9144000" cy="621770"/>
          </a:xfrm>
          <a:prstGeom prst="rect">
            <a:avLst/>
          </a:prstGeom>
        </p:spPr>
        <p:txBody>
          <a:bodyPr vert="horz" anchor="t"/>
          <a:lstStyle>
            <a:lvl1pPr algn="r" rtl="0">
              <a:defRPr sz="2800" b="0">
                <a:solidFill>
                  <a:schemeClr val="accent3">
                    <a:lumMod val="75000"/>
                  </a:schemeClr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767225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E3206E-0AB7-B63C-651D-884C11379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50" y="2090737"/>
            <a:ext cx="6832600" cy="2674937"/>
          </a:xfrm>
        </p:spPr>
        <p:txBody>
          <a:bodyPr anchor="ctr"/>
          <a:lstStyle>
            <a:lvl1pPr>
              <a:lnSpc>
                <a:spcPct val="80000"/>
              </a:lnSpc>
              <a:defRPr lang="pt-BR" sz="4400" b="1" i="0" u="none" strike="noStrike" kern="1200" cap="none" spc="-10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7" name="Espaço Reservado para Texto 4">
            <a:extLst>
              <a:ext uri="{FF2B5EF4-FFF2-40B4-BE49-F238E27FC236}">
                <a16:creationId xmlns:a16="http://schemas.microsoft.com/office/drawing/2014/main" id="{B9457824-AFC5-539D-B4C1-7A3A5E03DD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8538" y="4268788"/>
            <a:ext cx="6892925" cy="496887"/>
          </a:xfrm>
        </p:spPr>
        <p:txBody>
          <a:bodyPr lIns="108000" anchor="ctr">
            <a:normAutofit/>
          </a:bodyPr>
          <a:lstStyle>
            <a:lvl1pPr>
              <a:defRPr sz="1100" b="0" cap="all" spc="1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575969D-0F0E-88B6-17B4-F083C94DB6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438651" y="0"/>
            <a:ext cx="6858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CE54C1C0-D953-09FC-46AB-1CD803756B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362" y="4357257"/>
            <a:ext cx="1577057" cy="1853043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15B50A3B-6C12-DE17-8536-FE3F8B4AA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01422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339FF7-E679-BC64-FE01-C490964293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562" y="2848767"/>
            <a:ext cx="6832600" cy="1281113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lang="pt-BR" sz="5400" b="1" i="0" u="none" strike="noStrike" kern="1200" cap="all" spc="-10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pt-BR"/>
              <a:t>Clique para editar o </a:t>
            </a:r>
            <a:r>
              <a:rPr lang="pt-BR" err="1"/>
              <a:t>títulO</a:t>
            </a:r>
            <a:endParaRPr lang="pt-BR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74D81A32-4C7C-0CCE-4AE1-180F087D3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386" y="476863"/>
            <a:ext cx="1412714" cy="82979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9BD457A8-84E7-7430-6D08-43149ED43C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43448" y="4877887"/>
            <a:ext cx="1577057" cy="1853043"/>
          </a:xfrm>
          <a:prstGeom prst="rect">
            <a:avLst/>
          </a:prstGeom>
        </p:spPr>
      </p:pic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0D810081-EA73-009A-C87B-3D42044833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449218"/>
            <a:ext cx="6832600" cy="447675"/>
          </a:xfrm>
        </p:spPr>
        <p:txBody>
          <a:bodyPr lIns="144000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C8458586-A2E0-FAC7-BE44-2EA68F6CF9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4205706"/>
            <a:ext cx="6832600" cy="447675"/>
          </a:xfrm>
        </p:spPr>
        <p:txBody>
          <a:bodyPr lIns="144000" anchor="t">
            <a:norm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500"/>
              </a:spcAft>
              <a:buClrTx/>
              <a:buFont typeface="Arial" panose="020B0604020202020204" pitchFamily="34" charset="0"/>
              <a:buNone/>
              <a:defRPr lang="pt-BR" sz="1500" b="0" i="0" u="none" strike="noStrike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24C9451C-4B61-4874-1435-D78622F233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5600" y="-2844501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770438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0DC1DD-E8A4-88E1-CC3A-FEE51DEEC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ADF15B-536F-DB73-C0B8-749D12973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57C971-7991-A86C-0E82-0A1121274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2E970-C8D0-405F-B15A-8F3633D252D8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4E8FE5-64EE-7E4C-141E-847746D22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AB8C6E-60A1-73FB-A09B-D0CCD21C9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BB78-10A9-42CE-B314-73A42A18C2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9460656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1D5E61-4E85-818D-769D-1CB79BB53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D1CF6B-4DB2-A58A-5C8D-8444AD0F2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33D323-913C-A81A-4EB9-7825DA3E1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2E970-C8D0-405F-B15A-8F3633D252D8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A7D326-A4F9-C103-8E00-77AB06BD7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83C7AA-D5E4-B83B-92CB-BEF92AD58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BB78-10A9-42CE-B314-73A42A18C2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9691731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1517C-74E9-4896-2C9C-0FD236762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E8AA36-1604-B0E8-4521-3275B7F39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EC8E94-8E79-048D-E2BC-DDF27C4FE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2E970-C8D0-405F-B15A-8F3633D252D8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C649A2-BB81-1374-76E9-2B4738BF5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701814-8DEA-1FCF-0753-B75DB59EB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BB78-10A9-42CE-B314-73A42A18C2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8081707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9B3E86-6AD9-FB1F-75E6-91DE51288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B5E066-F1C3-E0D3-0503-C39A495452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56FA79E-D66B-D539-0EB0-8173442DB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CDEBFEF-1D92-5A81-ADFB-478D0EFE4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2E970-C8D0-405F-B15A-8F3633D252D8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B1D22E9-324D-F094-0018-6E48B331D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89BF85E-5A49-F4DF-934F-163448340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BB78-10A9-42CE-B314-73A42A18C2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8999010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89F2A5-DFFF-F8BF-AA0A-787797CC9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114CD6C-0269-8CC2-A22A-6EB24BFB4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C496EE3-A1E5-6882-BCD6-09C3454DB6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CC15A1C-3FB3-6CF1-C176-44F8F70297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D0DB17F-37E2-0D0C-3F74-A11F92A29F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ECC4F96-FD30-9D69-6E5C-C478C5DA9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2E970-C8D0-405F-B15A-8F3633D252D8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00870A4-B3B3-1708-780E-3DF4FF4C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D982A11-76EF-14C0-FCAC-A67D19F6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BB78-10A9-42CE-B314-73A42A18C2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2255373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B6E1EB-C1D5-66F9-80C3-B079E21B3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07EFCEB-8D70-797A-5504-011BEAB7C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2E970-C8D0-405F-B15A-8F3633D252D8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8CE99BD-613E-0A49-92F8-87A2A10F2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91203E1-DDAE-AA36-9D5C-03408AB1F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BB78-10A9-42CE-B314-73A42A18C2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9049804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6C9BAE2-EC5C-E48A-2833-62533B7DE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2E970-C8D0-405F-B15A-8F3633D252D8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DDD6B88-5428-7F18-EE56-740E106D5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47FBA7-8A57-8E31-98F1-54866E75C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BB78-10A9-42CE-B314-73A42A18C2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9224901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34B5A7-098A-5D0D-772E-E8EEF172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797993-D90A-C888-EA83-159617DDB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5B17320-78E9-41B1-8AC5-45D7771631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6CA08E7-B695-C4A3-8337-216550514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2E970-C8D0-405F-B15A-8F3633D252D8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CB0485-CE72-D060-23A0-936BB2263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7EEA872-11FD-762B-495E-4388B6B24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BB78-10A9-42CE-B314-73A42A18C2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2510252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9C26DC-85D1-808F-EAFF-81286B139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1FE3206-D01D-0C8F-F579-73722ECCF5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C9CB674-374D-F5AE-9917-FCBE55BF63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6E8F64-908F-B382-2A2A-46DBA9192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2E970-C8D0-405F-B15A-8F3633D252D8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8427561-16A7-BA42-9B92-C87550F36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9D17D0-8A2D-DE52-3B72-149D8B442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BB78-10A9-42CE-B314-73A42A18C2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6379107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E9DEF1-9D42-17B6-07E2-F10ED4DA3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1050DAC-7C03-0E92-B21F-D4CBC657B9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30DF99-6D0B-5715-9A69-4A98CBE8E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2E970-C8D0-405F-B15A-8F3633D252D8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575938-D09F-FF69-31C5-62ACD06F9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DEF7E1-0FA8-6F4A-F5C1-8599A8C66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BB78-10A9-42CE-B314-73A42A18C2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0052802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7E1CFB8-67B6-2112-C419-61DEC0EDCB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FF1B5D1-51B2-DD20-FBE9-5D422BD858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30A222-7E10-2586-D1EC-954E96F31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2E970-C8D0-405F-B15A-8F3633D252D8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1B942-E105-DA50-0A58-F1C08B19A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58C423-60E4-26FA-8C6C-EA35A2508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CBB78-10A9-42CE-B314-73A42A18C2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9613806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>
            <a:extLst>
              <a:ext uri="{FF2B5EF4-FFF2-40B4-BE49-F238E27FC236}">
                <a16:creationId xmlns:a16="http://schemas.microsoft.com/office/drawing/2014/main" id="{6774E64E-98E1-4015-BA74-F96D89B5CA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19446818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421" imgH="420" progId="TCLayout.ActiveDocument.1">
                  <p:embed/>
                </p:oleObj>
              </mc:Choice>
              <mc:Fallback>
                <p:oleObj name="Slide do think-cell" r:id="rId4" imgW="421" imgH="420" progId="TCLayout.ActiveDocument.1">
                  <p:embed/>
                  <p:pic>
                    <p:nvPicPr>
                      <p:cNvPr id="3" name="Objeto 2" hidden="1">
                        <a:extLst>
                          <a:ext uri="{FF2B5EF4-FFF2-40B4-BE49-F238E27FC236}">
                            <a16:creationId xmlns:a16="http://schemas.microsoft.com/office/drawing/2014/main" id="{6774E64E-98E1-4015-BA74-F96D89B5CA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3F7C2E3A-8C26-4E4E-B07A-D7004BA2AC2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158750"/>
          </a:xfrm>
          <a:prstGeom prst="rect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pt-BR" sz="2800" b="1" i="0" baseline="0"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B0655B-FA90-4A4C-AE3C-7BA8E199F76D}"/>
              </a:ext>
            </a:extLst>
          </p:cNvPr>
          <p:cNvSpPr/>
          <p:nvPr userDrawn="1"/>
        </p:nvSpPr>
        <p:spPr>
          <a:xfrm>
            <a:off x="0" y="6407426"/>
            <a:ext cx="12192000" cy="4505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sz="1600"/>
          </a:p>
        </p:txBody>
      </p:sp>
      <p:sp>
        <p:nvSpPr>
          <p:cNvPr id="2" name="Title 1"/>
          <p:cNvSpPr>
            <a:spLocks noGrp="1" noChangeAspect="1"/>
          </p:cNvSpPr>
          <p:nvPr>
            <p:ph type="title" hasCustomPrompt="1"/>
          </p:nvPr>
        </p:nvSpPr>
        <p:spPr>
          <a:xfrm>
            <a:off x="192000" y="314480"/>
            <a:ext cx="10003339" cy="430887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algn="l" rtl="0">
              <a:defRPr sz="28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title</a:t>
            </a:r>
            <a:r>
              <a:rPr lang="pt-BR"/>
              <a:t> </a:t>
            </a:r>
            <a:r>
              <a:rPr lang="pt-BR" err="1"/>
              <a:t>style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191924" y="6555769"/>
            <a:ext cx="10992000" cy="153888"/>
          </a:xfrm>
        </p:spPr>
        <p:txBody>
          <a:bodyPr wrap="square" lIns="0" tIns="0" rIns="0" bIns="0" anchor="ctr" anchorCtr="0">
            <a:spAutoFit/>
          </a:bodyPr>
          <a:lstStyle>
            <a:lvl1pPr marL="0" indent="0" rtl="0">
              <a:spcBef>
                <a:spcPts val="0"/>
              </a:spcBef>
              <a:buNone/>
              <a:defRPr lang="en-GB" sz="1000" dirty="0"/>
            </a:lvl1pPr>
            <a:lvl2pPr marL="196850" indent="0">
              <a:buNone/>
              <a:defRPr sz="1000"/>
            </a:lvl2pPr>
            <a:lvl3pPr marL="406400" indent="0">
              <a:buNone/>
              <a:defRPr sz="1000"/>
            </a:lvl3pPr>
            <a:lvl4pPr marL="588962" indent="0">
              <a:buNone/>
              <a:defRPr sz="1000"/>
            </a:lvl4pPr>
            <a:lvl5pPr marL="817562" indent="0">
              <a:buNone/>
              <a:defRPr sz="1000"/>
            </a:lvl5pPr>
          </a:lstStyle>
          <a:p>
            <a:pPr lvl="0"/>
            <a:r>
              <a:rPr lang="pt-BR" sz="1000">
                <a:latin typeface="+mj-lt"/>
              </a:rPr>
              <a:t>Fonte:</a:t>
            </a:r>
          </a:p>
        </p:txBody>
      </p:sp>
      <p:pic>
        <p:nvPicPr>
          <p:cNvPr id="9" name="Picture 9" descr="A close up of a sign&#10;&#10;Description generated with high confidence">
            <a:extLst>
              <a:ext uri="{FF2B5EF4-FFF2-40B4-BE49-F238E27FC236}">
                <a16:creationId xmlns:a16="http://schemas.microsoft.com/office/drawing/2014/main" id="{B7FBD7B5-DFE2-4F92-A0E8-D6D498D5058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2799" y="98306"/>
            <a:ext cx="1137535" cy="543173"/>
          </a:xfrm>
          <a:prstGeom prst="rect">
            <a:avLst/>
          </a:prstGeom>
        </p:spPr>
      </p:pic>
      <p:sp>
        <p:nvSpPr>
          <p:cNvPr id="14" name="Espaço Reservado para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192088" y="914400"/>
            <a:ext cx="11830579" cy="276999"/>
          </a:xfrm>
        </p:spPr>
        <p:txBody>
          <a:bodyPr/>
          <a:lstStyle>
            <a:lvl1pPr rtl="0"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3059202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7.svg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2.svg"/><Relationship Id="rId42" Type="http://schemas.openxmlformats.org/officeDocument/2006/relationships/image" Target="../media/image10.svg"/><Relationship Id="rId47" Type="http://schemas.openxmlformats.org/officeDocument/2006/relationships/image" Target="../media/image15.svg"/><Relationship Id="rId50" Type="http://schemas.openxmlformats.org/officeDocument/2006/relationships/image" Target="../media/image18.svg"/><Relationship Id="rId55" Type="http://schemas.openxmlformats.org/officeDocument/2006/relationships/image" Target="../media/image23.sv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oleObject" Target="../embeddings/oleObject1.bin"/><Relationship Id="rId37" Type="http://schemas.openxmlformats.org/officeDocument/2006/relationships/image" Target="../media/image5.svg"/><Relationship Id="rId40" Type="http://schemas.openxmlformats.org/officeDocument/2006/relationships/image" Target="../media/image8.svg"/><Relationship Id="rId45" Type="http://schemas.openxmlformats.org/officeDocument/2006/relationships/image" Target="../media/image13.svg"/><Relationship Id="rId53" Type="http://schemas.openxmlformats.org/officeDocument/2006/relationships/image" Target="../media/image21.svg"/><Relationship Id="rId58" Type="http://schemas.openxmlformats.org/officeDocument/2006/relationships/image" Target="../media/image26.svg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Relationship Id="rId35" Type="http://schemas.openxmlformats.org/officeDocument/2006/relationships/image" Target="../media/image3.svg"/><Relationship Id="rId43" Type="http://schemas.openxmlformats.org/officeDocument/2006/relationships/image" Target="../media/image11.svg"/><Relationship Id="rId48" Type="http://schemas.openxmlformats.org/officeDocument/2006/relationships/image" Target="../media/image16.svg"/><Relationship Id="rId56" Type="http://schemas.openxmlformats.org/officeDocument/2006/relationships/image" Target="../media/image24.svg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19.sv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emf"/><Relationship Id="rId38" Type="http://schemas.openxmlformats.org/officeDocument/2006/relationships/image" Target="../media/image6.svg"/><Relationship Id="rId46" Type="http://schemas.openxmlformats.org/officeDocument/2006/relationships/image" Target="../media/image14.svg"/><Relationship Id="rId20" Type="http://schemas.openxmlformats.org/officeDocument/2006/relationships/slideLayout" Target="../slideLayouts/slideLayout20.xml"/><Relationship Id="rId41" Type="http://schemas.openxmlformats.org/officeDocument/2006/relationships/image" Target="../media/image9.svg"/><Relationship Id="rId54" Type="http://schemas.openxmlformats.org/officeDocument/2006/relationships/image" Target="../media/image2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4.svg"/><Relationship Id="rId49" Type="http://schemas.openxmlformats.org/officeDocument/2006/relationships/image" Target="../media/image17.svg"/><Relationship Id="rId57" Type="http://schemas.openxmlformats.org/officeDocument/2006/relationships/image" Target="../media/image25.svg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2.xml"/><Relationship Id="rId44" Type="http://schemas.openxmlformats.org/officeDocument/2006/relationships/image" Target="../media/image12.svg"/><Relationship Id="rId52" Type="http://schemas.openxmlformats.org/officeDocument/2006/relationships/image" Target="../media/image20.svg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50.xml"/><Relationship Id="rId42" Type="http://schemas.openxmlformats.org/officeDocument/2006/relationships/slideLayout" Target="../slideLayouts/slideLayout71.xml"/><Relationship Id="rId47" Type="http://schemas.openxmlformats.org/officeDocument/2006/relationships/slideLayout" Target="../slideLayouts/slideLayout76.xml"/><Relationship Id="rId63" Type="http://schemas.openxmlformats.org/officeDocument/2006/relationships/slideLayout" Target="../slideLayouts/slideLayout92.xml"/><Relationship Id="rId68" Type="http://schemas.openxmlformats.org/officeDocument/2006/relationships/image" Target="../media/image44.emf"/><Relationship Id="rId84" Type="http://schemas.openxmlformats.org/officeDocument/2006/relationships/image" Target="../media/image17.svg"/><Relationship Id="rId89" Type="http://schemas.openxmlformats.org/officeDocument/2006/relationships/image" Target="../media/image22.svg"/><Relationship Id="rId1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0.xml"/><Relationship Id="rId32" Type="http://schemas.openxmlformats.org/officeDocument/2006/relationships/slideLayout" Target="../slideLayouts/slideLayout61.xml"/><Relationship Id="rId37" Type="http://schemas.openxmlformats.org/officeDocument/2006/relationships/slideLayout" Target="../slideLayouts/slideLayout66.xml"/><Relationship Id="rId53" Type="http://schemas.openxmlformats.org/officeDocument/2006/relationships/slideLayout" Target="../slideLayouts/slideLayout82.xml"/><Relationship Id="rId58" Type="http://schemas.openxmlformats.org/officeDocument/2006/relationships/slideLayout" Target="../slideLayouts/slideLayout87.xml"/><Relationship Id="rId74" Type="http://schemas.openxmlformats.org/officeDocument/2006/relationships/image" Target="../media/image7.svg"/><Relationship Id="rId79" Type="http://schemas.openxmlformats.org/officeDocument/2006/relationships/image" Target="../media/image12.svg"/><Relationship Id="rId5" Type="http://schemas.openxmlformats.org/officeDocument/2006/relationships/slideLayout" Target="../slideLayouts/slideLayout34.xml"/><Relationship Id="rId90" Type="http://schemas.openxmlformats.org/officeDocument/2006/relationships/image" Target="../media/image23.svg"/><Relationship Id="rId22" Type="http://schemas.openxmlformats.org/officeDocument/2006/relationships/slideLayout" Target="../slideLayouts/slideLayout51.xml"/><Relationship Id="rId27" Type="http://schemas.openxmlformats.org/officeDocument/2006/relationships/slideLayout" Target="../slideLayouts/slideLayout56.xml"/><Relationship Id="rId43" Type="http://schemas.openxmlformats.org/officeDocument/2006/relationships/slideLayout" Target="../slideLayouts/slideLayout72.xml"/><Relationship Id="rId48" Type="http://schemas.openxmlformats.org/officeDocument/2006/relationships/slideLayout" Target="../slideLayouts/slideLayout77.xml"/><Relationship Id="rId64" Type="http://schemas.openxmlformats.org/officeDocument/2006/relationships/slideLayout" Target="../slideLayouts/slideLayout93.xml"/><Relationship Id="rId69" Type="http://schemas.openxmlformats.org/officeDocument/2006/relationships/image" Target="../media/image2.svg"/><Relationship Id="rId8" Type="http://schemas.openxmlformats.org/officeDocument/2006/relationships/slideLayout" Target="../slideLayouts/slideLayout37.xml"/><Relationship Id="rId51" Type="http://schemas.openxmlformats.org/officeDocument/2006/relationships/slideLayout" Target="../slideLayouts/slideLayout80.xml"/><Relationship Id="rId72" Type="http://schemas.openxmlformats.org/officeDocument/2006/relationships/image" Target="../media/image5.svg"/><Relationship Id="rId80" Type="http://schemas.openxmlformats.org/officeDocument/2006/relationships/image" Target="../media/image13.svg"/><Relationship Id="rId85" Type="http://schemas.openxmlformats.org/officeDocument/2006/relationships/image" Target="../media/image18.svg"/><Relationship Id="rId93" Type="http://schemas.openxmlformats.org/officeDocument/2006/relationships/image" Target="../media/image26.svg"/><Relationship Id="rId3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5" Type="http://schemas.openxmlformats.org/officeDocument/2006/relationships/slideLayout" Target="../slideLayouts/slideLayout54.xml"/><Relationship Id="rId33" Type="http://schemas.openxmlformats.org/officeDocument/2006/relationships/slideLayout" Target="../slideLayouts/slideLayout62.xml"/><Relationship Id="rId38" Type="http://schemas.openxmlformats.org/officeDocument/2006/relationships/slideLayout" Target="../slideLayouts/slideLayout67.xml"/><Relationship Id="rId46" Type="http://schemas.openxmlformats.org/officeDocument/2006/relationships/slideLayout" Target="../slideLayouts/slideLayout75.xml"/><Relationship Id="rId59" Type="http://schemas.openxmlformats.org/officeDocument/2006/relationships/slideLayout" Target="../slideLayouts/slideLayout88.xml"/><Relationship Id="rId67" Type="http://schemas.openxmlformats.org/officeDocument/2006/relationships/oleObject" Target="../embeddings/oleObject3.bin"/><Relationship Id="rId20" Type="http://schemas.openxmlformats.org/officeDocument/2006/relationships/slideLayout" Target="../slideLayouts/slideLayout49.xml"/><Relationship Id="rId41" Type="http://schemas.openxmlformats.org/officeDocument/2006/relationships/slideLayout" Target="../slideLayouts/slideLayout70.xml"/><Relationship Id="rId54" Type="http://schemas.openxmlformats.org/officeDocument/2006/relationships/slideLayout" Target="../slideLayouts/slideLayout83.xml"/><Relationship Id="rId62" Type="http://schemas.openxmlformats.org/officeDocument/2006/relationships/slideLayout" Target="../slideLayouts/slideLayout91.xml"/><Relationship Id="rId70" Type="http://schemas.openxmlformats.org/officeDocument/2006/relationships/image" Target="../media/image3.svg"/><Relationship Id="rId75" Type="http://schemas.openxmlformats.org/officeDocument/2006/relationships/image" Target="../media/image8.svg"/><Relationship Id="rId83" Type="http://schemas.openxmlformats.org/officeDocument/2006/relationships/image" Target="../media/image16.svg"/><Relationship Id="rId88" Type="http://schemas.openxmlformats.org/officeDocument/2006/relationships/image" Target="../media/image21.svg"/><Relationship Id="rId91" Type="http://schemas.openxmlformats.org/officeDocument/2006/relationships/image" Target="../media/image24.svg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4.xml"/><Relationship Id="rId23" Type="http://schemas.openxmlformats.org/officeDocument/2006/relationships/slideLayout" Target="../slideLayouts/slideLayout52.xml"/><Relationship Id="rId28" Type="http://schemas.openxmlformats.org/officeDocument/2006/relationships/slideLayout" Target="../slideLayouts/slideLayout57.xml"/><Relationship Id="rId36" Type="http://schemas.openxmlformats.org/officeDocument/2006/relationships/slideLayout" Target="../slideLayouts/slideLayout65.xml"/><Relationship Id="rId49" Type="http://schemas.openxmlformats.org/officeDocument/2006/relationships/slideLayout" Target="../slideLayouts/slideLayout78.xml"/><Relationship Id="rId57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39.xml"/><Relationship Id="rId31" Type="http://schemas.openxmlformats.org/officeDocument/2006/relationships/slideLayout" Target="../slideLayouts/slideLayout60.xml"/><Relationship Id="rId44" Type="http://schemas.openxmlformats.org/officeDocument/2006/relationships/slideLayout" Target="../slideLayouts/slideLayout73.xml"/><Relationship Id="rId52" Type="http://schemas.openxmlformats.org/officeDocument/2006/relationships/slideLayout" Target="../slideLayouts/slideLayout81.xml"/><Relationship Id="rId60" Type="http://schemas.openxmlformats.org/officeDocument/2006/relationships/slideLayout" Target="../slideLayouts/slideLayout89.xml"/><Relationship Id="rId65" Type="http://schemas.openxmlformats.org/officeDocument/2006/relationships/theme" Target="../theme/theme2.xml"/><Relationship Id="rId73" Type="http://schemas.openxmlformats.org/officeDocument/2006/relationships/image" Target="../media/image6.svg"/><Relationship Id="rId78" Type="http://schemas.openxmlformats.org/officeDocument/2006/relationships/image" Target="../media/image11.svg"/><Relationship Id="rId81" Type="http://schemas.openxmlformats.org/officeDocument/2006/relationships/image" Target="../media/image14.svg"/><Relationship Id="rId86" Type="http://schemas.openxmlformats.org/officeDocument/2006/relationships/image" Target="../media/image19.svg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68.xml"/><Relationship Id="rId34" Type="http://schemas.openxmlformats.org/officeDocument/2006/relationships/slideLayout" Target="../slideLayouts/slideLayout63.xml"/><Relationship Id="rId50" Type="http://schemas.openxmlformats.org/officeDocument/2006/relationships/slideLayout" Target="../slideLayouts/slideLayout79.xml"/><Relationship Id="rId55" Type="http://schemas.openxmlformats.org/officeDocument/2006/relationships/slideLayout" Target="../slideLayouts/slideLayout84.xml"/><Relationship Id="rId76" Type="http://schemas.openxmlformats.org/officeDocument/2006/relationships/image" Target="../media/image9.svg"/><Relationship Id="rId7" Type="http://schemas.openxmlformats.org/officeDocument/2006/relationships/slideLayout" Target="../slideLayouts/slideLayout36.xml"/><Relationship Id="rId71" Type="http://schemas.openxmlformats.org/officeDocument/2006/relationships/image" Target="../media/image4.svg"/><Relationship Id="rId92" Type="http://schemas.openxmlformats.org/officeDocument/2006/relationships/image" Target="../media/image25.svg"/><Relationship Id="rId2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58.xml"/><Relationship Id="rId24" Type="http://schemas.openxmlformats.org/officeDocument/2006/relationships/slideLayout" Target="../slideLayouts/slideLayout53.xml"/><Relationship Id="rId40" Type="http://schemas.openxmlformats.org/officeDocument/2006/relationships/slideLayout" Target="../slideLayouts/slideLayout69.xml"/><Relationship Id="rId45" Type="http://schemas.openxmlformats.org/officeDocument/2006/relationships/slideLayout" Target="../slideLayouts/slideLayout74.xml"/><Relationship Id="rId66" Type="http://schemas.openxmlformats.org/officeDocument/2006/relationships/tags" Target="../tags/tag4.xml"/><Relationship Id="rId87" Type="http://schemas.openxmlformats.org/officeDocument/2006/relationships/image" Target="../media/image20.svg"/><Relationship Id="rId61" Type="http://schemas.openxmlformats.org/officeDocument/2006/relationships/slideLayout" Target="../slideLayouts/slideLayout90.xml"/><Relationship Id="rId82" Type="http://schemas.openxmlformats.org/officeDocument/2006/relationships/image" Target="../media/image15.svg"/><Relationship Id="rId1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3.xml"/><Relationship Id="rId30" Type="http://schemas.openxmlformats.org/officeDocument/2006/relationships/slideLayout" Target="../slideLayouts/slideLayout59.xml"/><Relationship Id="rId35" Type="http://schemas.openxmlformats.org/officeDocument/2006/relationships/slideLayout" Target="../slideLayouts/slideLayout64.xml"/><Relationship Id="rId56" Type="http://schemas.openxmlformats.org/officeDocument/2006/relationships/slideLayout" Target="../slideLayouts/slideLayout85.xml"/><Relationship Id="rId77" Type="http://schemas.openxmlformats.org/officeDocument/2006/relationships/image" Target="../media/image10.svg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19.xml"/><Relationship Id="rId21" Type="http://schemas.openxmlformats.org/officeDocument/2006/relationships/slideLayout" Target="../slideLayouts/slideLayout114.xml"/><Relationship Id="rId42" Type="http://schemas.openxmlformats.org/officeDocument/2006/relationships/slideLayout" Target="../slideLayouts/slideLayout135.xml"/><Relationship Id="rId47" Type="http://schemas.openxmlformats.org/officeDocument/2006/relationships/slideLayout" Target="../slideLayouts/slideLayout140.xml"/><Relationship Id="rId63" Type="http://schemas.openxmlformats.org/officeDocument/2006/relationships/slideLayout" Target="../slideLayouts/slideLayout156.xml"/><Relationship Id="rId68" Type="http://schemas.openxmlformats.org/officeDocument/2006/relationships/image" Target="../media/image2.svg"/><Relationship Id="rId84" Type="http://schemas.openxmlformats.org/officeDocument/2006/relationships/image" Target="../media/image18.svg"/><Relationship Id="rId89" Type="http://schemas.openxmlformats.org/officeDocument/2006/relationships/image" Target="../media/image23.svg"/><Relationship Id="rId16" Type="http://schemas.openxmlformats.org/officeDocument/2006/relationships/slideLayout" Target="../slideLayouts/slideLayout109.xml"/><Relationship Id="rId11" Type="http://schemas.openxmlformats.org/officeDocument/2006/relationships/slideLayout" Target="../slideLayouts/slideLayout104.xml"/><Relationship Id="rId32" Type="http://schemas.openxmlformats.org/officeDocument/2006/relationships/slideLayout" Target="../slideLayouts/slideLayout125.xml"/><Relationship Id="rId37" Type="http://schemas.openxmlformats.org/officeDocument/2006/relationships/slideLayout" Target="../slideLayouts/slideLayout130.xml"/><Relationship Id="rId53" Type="http://schemas.openxmlformats.org/officeDocument/2006/relationships/slideLayout" Target="../slideLayouts/slideLayout146.xml"/><Relationship Id="rId58" Type="http://schemas.openxmlformats.org/officeDocument/2006/relationships/slideLayout" Target="../slideLayouts/slideLayout151.xml"/><Relationship Id="rId74" Type="http://schemas.openxmlformats.org/officeDocument/2006/relationships/image" Target="../media/image8.svg"/><Relationship Id="rId79" Type="http://schemas.openxmlformats.org/officeDocument/2006/relationships/image" Target="../media/image13.svg"/><Relationship Id="rId5" Type="http://schemas.openxmlformats.org/officeDocument/2006/relationships/slideLayout" Target="../slideLayouts/slideLayout98.xml"/><Relationship Id="rId90" Type="http://schemas.openxmlformats.org/officeDocument/2006/relationships/image" Target="../media/image24.svg"/><Relationship Id="rId14" Type="http://schemas.openxmlformats.org/officeDocument/2006/relationships/slideLayout" Target="../slideLayouts/slideLayout107.xml"/><Relationship Id="rId22" Type="http://schemas.openxmlformats.org/officeDocument/2006/relationships/slideLayout" Target="../slideLayouts/slideLayout115.xml"/><Relationship Id="rId27" Type="http://schemas.openxmlformats.org/officeDocument/2006/relationships/slideLayout" Target="../slideLayouts/slideLayout120.xml"/><Relationship Id="rId30" Type="http://schemas.openxmlformats.org/officeDocument/2006/relationships/slideLayout" Target="../slideLayouts/slideLayout123.xml"/><Relationship Id="rId35" Type="http://schemas.openxmlformats.org/officeDocument/2006/relationships/slideLayout" Target="../slideLayouts/slideLayout128.xml"/><Relationship Id="rId43" Type="http://schemas.openxmlformats.org/officeDocument/2006/relationships/slideLayout" Target="../slideLayouts/slideLayout136.xml"/><Relationship Id="rId48" Type="http://schemas.openxmlformats.org/officeDocument/2006/relationships/slideLayout" Target="../slideLayouts/slideLayout141.xml"/><Relationship Id="rId56" Type="http://schemas.openxmlformats.org/officeDocument/2006/relationships/slideLayout" Target="../slideLayouts/slideLayout149.xml"/><Relationship Id="rId64" Type="http://schemas.openxmlformats.org/officeDocument/2006/relationships/theme" Target="../theme/theme3.xml"/><Relationship Id="rId69" Type="http://schemas.openxmlformats.org/officeDocument/2006/relationships/image" Target="../media/image3.svg"/><Relationship Id="rId77" Type="http://schemas.openxmlformats.org/officeDocument/2006/relationships/image" Target="../media/image11.svg"/><Relationship Id="rId8" Type="http://schemas.openxmlformats.org/officeDocument/2006/relationships/slideLayout" Target="../slideLayouts/slideLayout101.xml"/><Relationship Id="rId51" Type="http://schemas.openxmlformats.org/officeDocument/2006/relationships/slideLayout" Target="../slideLayouts/slideLayout144.xml"/><Relationship Id="rId72" Type="http://schemas.openxmlformats.org/officeDocument/2006/relationships/image" Target="../media/image6.svg"/><Relationship Id="rId80" Type="http://schemas.openxmlformats.org/officeDocument/2006/relationships/image" Target="../media/image14.svg"/><Relationship Id="rId85" Type="http://schemas.openxmlformats.org/officeDocument/2006/relationships/image" Target="../media/image19.svg"/><Relationship Id="rId3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105.xml"/><Relationship Id="rId17" Type="http://schemas.openxmlformats.org/officeDocument/2006/relationships/slideLayout" Target="../slideLayouts/slideLayout110.xml"/><Relationship Id="rId25" Type="http://schemas.openxmlformats.org/officeDocument/2006/relationships/slideLayout" Target="../slideLayouts/slideLayout118.xml"/><Relationship Id="rId33" Type="http://schemas.openxmlformats.org/officeDocument/2006/relationships/slideLayout" Target="../slideLayouts/slideLayout126.xml"/><Relationship Id="rId38" Type="http://schemas.openxmlformats.org/officeDocument/2006/relationships/slideLayout" Target="../slideLayouts/slideLayout131.xml"/><Relationship Id="rId46" Type="http://schemas.openxmlformats.org/officeDocument/2006/relationships/slideLayout" Target="../slideLayouts/slideLayout139.xml"/><Relationship Id="rId59" Type="http://schemas.openxmlformats.org/officeDocument/2006/relationships/slideLayout" Target="../slideLayouts/slideLayout152.xml"/><Relationship Id="rId67" Type="http://schemas.openxmlformats.org/officeDocument/2006/relationships/image" Target="../media/image44.emf"/><Relationship Id="rId20" Type="http://schemas.openxmlformats.org/officeDocument/2006/relationships/slideLayout" Target="../slideLayouts/slideLayout113.xml"/><Relationship Id="rId41" Type="http://schemas.openxmlformats.org/officeDocument/2006/relationships/slideLayout" Target="../slideLayouts/slideLayout134.xml"/><Relationship Id="rId54" Type="http://schemas.openxmlformats.org/officeDocument/2006/relationships/slideLayout" Target="../slideLayouts/slideLayout147.xml"/><Relationship Id="rId62" Type="http://schemas.openxmlformats.org/officeDocument/2006/relationships/slideLayout" Target="../slideLayouts/slideLayout155.xml"/><Relationship Id="rId70" Type="http://schemas.openxmlformats.org/officeDocument/2006/relationships/image" Target="../media/image4.svg"/><Relationship Id="rId75" Type="http://schemas.openxmlformats.org/officeDocument/2006/relationships/image" Target="../media/image9.svg"/><Relationship Id="rId83" Type="http://schemas.openxmlformats.org/officeDocument/2006/relationships/image" Target="../media/image17.svg"/><Relationship Id="rId88" Type="http://schemas.openxmlformats.org/officeDocument/2006/relationships/image" Target="../media/image22.svg"/><Relationship Id="rId91" Type="http://schemas.openxmlformats.org/officeDocument/2006/relationships/image" Target="../media/image25.svg"/><Relationship Id="rId1" Type="http://schemas.openxmlformats.org/officeDocument/2006/relationships/slideLayout" Target="../slideLayouts/slideLayout94.xml"/><Relationship Id="rId6" Type="http://schemas.openxmlformats.org/officeDocument/2006/relationships/slideLayout" Target="../slideLayouts/slideLayout99.xml"/><Relationship Id="rId15" Type="http://schemas.openxmlformats.org/officeDocument/2006/relationships/slideLayout" Target="../slideLayouts/slideLayout108.xml"/><Relationship Id="rId23" Type="http://schemas.openxmlformats.org/officeDocument/2006/relationships/slideLayout" Target="../slideLayouts/slideLayout116.xml"/><Relationship Id="rId28" Type="http://schemas.openxmlformats.org/officeDocument/2006/relationships/slideLayout" Target="../slideLayouts/slideLayout121.xml"/><Relationship Id="rId36" Type="http://schemas.openxmlformats.org/officeDocument/2006/relationships/slideLayout" Target="../slideLayouts/slideLayout129.xml"/><Relationship Id="rId49" Type="http://schemas.openxmlformats.org/officeDocument/2006/relationships/slideLayout" Target="../slideLayouts/slideLayout142.xml"/><Relationship Id="rId57" Type="http://schemas.openxmlformats.org/officeDocument/2006/relationships/slideLayout" Target="../slideLayouts/slideLayout150.xml"/><Relationship Id="rId10" Type="http://schemas.openxmlformats.org/officeDocument/2006/relationships/slideLayout" Target="../slideLayouts/slideLayout103.xml"/><Relationship Id="rId31" Type="http://schemas.openxmlformats.org/officeDocument/2006/relationships/slideLayout" Target="../slideLayouts/slideLayout124.xml"/><Relationship Id="rId44" Type="http://schemas.openxmlformats.org/officeDocument/2006/relationships/slideLayout" Target="../slideLayouts/slideLayout137.xml"/><Relationship Id="rId52" Type="http://schemas.openxmlformats.org/officeDocument/2006/relationships/slideLayout" Target="../slideLayouts/slideLayout145.xml"/><Relationship Id="rId60" Type="http://schemas.openxmlformats.org/officeDocument/2006/relationships/slideLayout" Target="../slideLayouts/slideLayout153.xml"/><Relationship Id="rId65" Type="http://schemas.openxmlformats.org/officeDocument/2006/relationships/tags" Target="../tags/tag7.xml"/><Relationship Id="rId73" Type="http://schemas.openxmlformats.org/officeDocument/2006/relationships/image" Target="../media/image7.svg"/><Relationship Id="rId78" Type="http://schemas.openxmlformats.org/officeDocument/2006/relationships/image" Target="../media/image12.svg"/><Relationship Id="rId81" Type="http://schemas.openxmlformats.org/officeDocument/2006/relationships/image" Target="../media/image15.svg"/><Relationship Id="rId86" Type="http://schemas.openxmlformats.org/officeDocument/2006/relationships/image" Target="../media/image20.svg"/><Relationship Id="rId4" Type="http://schemas.openxmlformats.org/officeDocument/2006/relationships/slideLayout" Target="../slideLayouts/slideLayout97.xml"/><Relationship Id="rId9" Type="http://schemas.openxmlformats.org/officeDocument/2006/relationships/slideLayout" Target="../slideLayouts/slideLayout102.xml"/><Relationship Id="rId13" Type="http://schemas.openxmlformats.org/officeDocument/2006/relationships/slideLayout" Target="../slideLayouts/slideLayout106.xml"/><Relationship Id="rId18" Type="http://schemas.openxmlformats.org/officeDocument/2006/relationships/slideLayout" Target="../slideLayouts/slideLayout111.xml"/><Relationship Id="rId39" Type="http://schemas.openxmlformats.org/officeDocument/2006/relationships/slideLayout" Target="../slideLayouts/slideLayout132.xml"/><Relationship Id="rId34" Type="http://schemas.openxmlformats.org/officeDocument/2006/relationships/slideLayout" Target="../slideLayouts/slideLayout127.xml"/><Relationship Id="rId50" Type="http://schemas.openxmlformats.org/officeDocument/2006/relationships/slideLayout" Target="../slideLayouts/slideLayout143.xml"/><Relationship Id="rId55" Type="http://schemas.openxmlformats.org/officeDocument/2006/relationships/slideLayout" Target="../slideLayouts/slideLayout148.xml"/><Relationship Id="rId76" Type="http://schemas.openxmlformats.org/officeDocument/2006/relationships/image" Target="../media/image10.svg"/><Relationship Id="rId7" Type="http://schemas.openxmlformats.org/officeDocument/2006/relationships/slideLayout" Target="../slideLayouts/slideLayout100.xml"/><Relationship Id="rId71" Type="http://schemas.openxmlformats.org/officeDocument/2006/relationships/image" Target="../media/image5.svg"/><Relationship Id="rId92" Type="http://schemas.openxmlformats.org/officeDocument/2006/relationships/image" Target="../media/image26.svg"/><Relationship Id="rId2" Type="http://schemas.openxmlformats.org/officeDocument/2006/relationships/slideLayout" Target="../slideLayouts/slideLayout95.xml"/><Relationship Id="rId29" Type="http://schemas.openxmlformats.org/officeDocument/2006/relationships/slideLayout" Target="../slideLayouts/slideLayout122.xml"/><Relationship Id="rId24" Type="http://schemas.openxmlformats.org/officeDocument/2006/relationships/slideLayout" Target="../slideLayouts/slideLayout117.xml"/><Relationship Id="rId40" Type="http://schemas.openxmlformats.org/officeDocument/2006/relationships/slideLayout" Target="../slideLayouts/slideLayout133.xml"/><Relationship Id="rId45" Type="http://schemas.openxmlformats.org/officeDocument/2006/relationships/slideLayout" Target="../slideLayouts/slideLayout138.xml"/><Relationship Id="rId66" Type="http://schemas.openxmlformats.org/officeDocument/2006/relationships/oleObject" Target="../embeddings/oleObject3.bin"/><Relationship Id="rId87" Type="http://schemas.openxmlformats.org/officeDocument/2006/relationships/image" Target="../media/image21.svg"/><Relationship Id="rId61" Type="http://schemas.openxmlformats.org/officeDocument/2006/relationships/slideLayout" Target="../slideLayouts/slideLayout154.xml"/><Relationship Id="rId82" Type="http://schemas.openxmlformats.org/officeDocument/2006/relationships/image" Target="../media/image16.svg"/><Relationship Id="rId19" Type="http://schemas.openxmlformats.org/officeDocument/2006/relationships/slideLayout" Target="../slideLayouts/slideLayout112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69.xml"/><Relationship Id="rId18" Type="http://schemas.openxmlformats.org/officeDocument/2006/relationships/slideLayout" Target="../slideLayouts/slideLayout174.xml"/><Relationship Id="rId26" Type="http://schemas.openxmlformats.org/officeDocument/2006/relationships/slideLayout" Target="../slideLayouts/slideLayout182.xml"/><Relationship Id="rId39" Type="http://schemas.openxmlformats.org/officeDocument/2006/relationships/image" Target="../media/image4.svg"/><Relationship Id="rId21" Type="http://schemas.openxmlformats.org/officeDocument/2006/relationships/slideLayout" Target="../slideLayouts/slideLayout177.xml"/><Relationship Id="rId34" Type="http://schemas.openxmlformats.org/officeDocument/2006/relationships/tags" Target="../tags/tag8.xml"/><Relationship Id="rId42" Type="http://schemas.openxmlformats.org/officeDocument/2006/relationships/image" Target="../media/image7.svg"/><Relationship Id="rId47" Type="http://schemas.openxmlformats.org/officeDocument/2006/relationships/image" Target="../media/image12.svg"/><Relationship Id="rId50" Type="http://schemas.openxmlformats.org/officeDocument/2006/relationships/image" Target="../media/image15.svg"/><Relationship Id="rId55" Type="http://schemas.openxmlformats.org/officeDocument/2006/relationships/image" Target="../media/image20.svg"/><Relationship Id="rId7" Type="http://schemas.openxmlformats.org/officeDocument/2006/relationships/slideLayout" Target="../slideLayouts/slideLayout163.xml"/><Relationship Id="rId2" Type="http://schemas.openxmlformats.org/officeDocument/2006/relationships/slideLayout" Target="../slideLayouts/slideLayout158.xml"/><Relationship Id="rId16" Type="http://schemas.openxmlformats.org/officeDocument/2006/relationships/slideLayout" Target="../slideLayouts/slideLayout172.xml"/><Relationship Id="rId29" Type="http://schemas.openxmlformats.org/officeDocument/2006/relationships/slideLayout" Target="../slideLayouts/slideLayout185.xml"/><Relationship Id="rId11" Type="http://schemas.openxmlformats.org/officeDocument/2006/relationships/slideLayout" Target="../slideLayouts/slideLayout167.xml"/><Relationship Id="rId24" Type="http://schemas.openxmlformats.org/officeDocument/2006/relationships/slideLayout" Target="../slideLayouts/slideLayout180.xml"/><Relationship Id="rId32" Type="http://schemas.openxmlformats.org/officeDocument/2006/relationships/slideLayout" Target="../slideLayouts/slideLayout188.xml"/><Relationship Id="rId37" Type="http://schemas.openxmlformats.org/officeDocument/2006/relationships/image" Target="../media/image2.svg"/><Relationship Id="rId40" Type="http://schemas.openxmlformats.org/officeDocument/2006/relationships/image" Target="../media/image5.svg"/><Relationship Id="rId45" Type="http://schemas.openxmlformats.org/officeDocument/2006/relationships/image" Target="../media/image10.svg"/><Relationship Id="rId53" Type="http://schemas.openxmlformats.org/officeDocument/2006/relationships/image" Target="../media/image18.svg"/><Relationship Id="rId58" Type="http://schemas.openxmlformats.org/officeDocument/2006/relationships/image" Target="../media/image23.svg"/><Relationship Id="rId5" Type="http://schemas.openxmlformats.org/officeDocument/2006/relationships/slideLayout" Target="../slideLayouts/slideLayout161.xml"/><Relationship Id="rId61" Type="http://schemas.openxmlformats.org/officeDocument/2006/relationships/image" Target="../media/image26.svg"/><Relationship Id="rId19" Type="http://schemas.openxmlformats.org/officeDocument/2006/relationships/slideLayout" Target="../slideLayouts/slideLayout175.xml"/><Relationship Id="rId14" Type="http://schemas.openxmlformats.org/officeDocument/2006/relationships/slideLayout" Target="../slideLayouts/slideLayout170.xml"/><Relationship Id="rId22" Type="http://schemas.openxmlformats.org/officeDocument/2006/relationships/slideLayout" Target="../slideLayouts/slideLayout178.xml"/><Relationship Id="rId27" Type="http://schemas.openxmlformats.org/officeDocument/2006/relationships/slideLayout" Target="../slideLayouts/slideLayout183.xml"/><Relationship Id="rId30" Type="http://schemas.openxmlformats.org/officeDocument/2006/relationships/slideLayout" Target="../slideLayouts/slideLayout186.xml"/><Relationship Id="rId35" Type="http://schemas.openxmlformats.org/officeDocument/2006/relationships/oleObject" Target="../embeddings/oleObject1.bin"/><Relationship Id="rId43" Type="http://schemas.openxmlformats.org/officeDocument/2006/relationships/image" Target="../media/image8.svg"/><Relationship Id="rId48" Type="http://schemas.openxmlformats.org/officeDocument/2006/relationships/image" Target="../media/image13.svg"/><Relationship Id="rId56" Type="http://schemas.openxmlformats.org/officeDocument/2006/relationships/image" Target="../media/image21.svg"/><Relationship Id="rId8" Type="http://schemas.openxmlformats.org/officeDocument/2006/relationships/slideLayout" Target="../slideLayouts/slideLayout164.xml"/><Relationship Id="rId51" Type="http://schemas.openxmlformats.org/officeDocument/2006/relationships/image" Target="../media/image16.svg"/><Relationship Id="rId3" Type="http://schemas.openxmlformats.org/officeDocument/2006/relationships/slideLayout" Target="../slideLayouts/slideLayout159.xml"/><Relationship Id="rId12" Type="http://schemas.openxmlformats.org/officeDocument/2006/relationships/slideLayout" Target="../slideLayouts/slideLayout168.xml"/><Relationship Id="rId17" Type="http://schemas.openxmlformats.org/officeDocument/2006/relationships/slideLayout" Target="../slideLayouts/slideLayout173.xml"/><Relationship Id="rId25" Type="http://schemas.openxmlformats.org/officeDocument/2006/relationships/slideLayout" Target="../slideLayouts/slideLayout181.xml"/><Relationship Id="rId33" Type="http://schemas.openxmlformats.org/officeDocument/2006/relationships/theme" Target="../theme/theme4.xml"/><Relationship Id="rId38" Type="http://schemas.openxmlformats.org/officeDocument/2006/relationships/image" Target="../media/image3.svg"/><Relationship Id="rId46" Type="http://schemas.openxmlformats.org/officeDocument/2006/relationships/image" Target="../media/image11.svg"/><Relationship Id="rId59" Type="http://schemas.openxmlformats.org/officeDocument/2006/relationships/image" Target="../media/image24.svg"/><Relationship Id="rId20" Type="http://schemas.openxmlformats.org/officeDocument/2006/relationships/slideLayout" Target="../slideLayouts/slideLayout176.xml"/><Relationship Id="rId41" Type="http://schemas.openxmlformats.org/officeDocument/2006/relationships/image" Target="../media/image6.svg"/><Relationship Id="rId54" Type="http://schemas.openxmlformats.org/officeDocument/2006/relationships/image" Target="../media/image19.svg"/><Relationship Id="rId1" Type="http://schemas.openxmlformats.org/officeDocument/2006/relationships/slideLayout" Target="../slideLayouts/slideLayout157.xml"/><Relationship Id="rId6" Type="http://schemas.openxmlformats.org/officeDocument/2006/relationships/slideLayout" Target="../slideLayouts/slideLayout162.xml"/><Relationship Id="rId15" Type="http://schemas.openxmlformats.org/officeDocument/2006/relationships/slideLayout" Target="../slideLayouts/slideLayout171.xml"/><Relationship Id="rId23" Type="http://schemas.openxmlformats.org/officeDocument/2006/relationships/slideLayout" Target="../slideLayouts/slideLayout179.xml"/><Relationship Id="rId28" Type="http://schemas.openxmlformats.org/officeDocument/2006/relationships/slideLayout" Target="../slideLayouts/slideLayout184.xml"/><Relationship Id="rId36" Type="http://schemas.openxmlformats.org/officeDocument/2006/relationships/image" Target="../media/image1.emf"/><Relationship Id="rId49" Type="http://schemas.openxmlformats.org/officeDocument/2006/relationships/image" Target="../media/image14.svg"/><Relationship Id="rId57" Type="http://schemas.openxmlformats.org/officeDocument/2006/relationships/image" Target="../media/image22.svg"/><Relationship Id="rId10" Type="http://schemas.openxmlformats.org/officeDocument/2006/relationships/slideLayout" Target="../slideLayouts/slideLayout166.xml"/><Relationship Id="rId31" Type="http://schemas.openxmlformats.org/officeDocument/2006/relationships/slideLayout" Target="../slideLayouts/slideLayout187.xml"/><Relationship Id="rId44" Type="http://schemas.openxmlformats.org/officeDocument/2006/relationships/image" Target="../media/image9.svg"/><Relationship Id="rId52" Type="http://schemas.openxmlformats.org/officeDocument/2006/relationships/image" Target="../media/image17.svg"/><Relationship Id="rId60" Type="http://schemas.openxmlformats.org/officeDocument/2006/relationships/image" Target="../media/image25.svg"/><Relationship Id="rId4" Type="http://schemas.openxmlformats.org/officeDocument/2006/relationships/slideLayout" Target="../slideLayouts/slideLayout160.xml"/><Relationship Id="rId9" Type="http://schemas.openxmlformats.org/officeDocument/2006/relationships/slideLayout" Target="../slideLayouts/slideLayout16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191.xml"/><Relationship Id="rId7" Type="http://schemas.openxmlformats.org/officeDocument/2006/relationships/slideLayout" Target="../slideLayouts/slideLayout195.xml"/><Relationship Id="rId12" Type="http://schemas.openxmlformats.org/officeDocument/2006/relationships/slideLayout" Target="../slideLayouts/slideLayout200.xml"/><Relationship Id="rId2" Type="http://schemas.openxmlformats.org/officeDocument/2006/relationships/slideLayout" Target="../slideLayouts/slideLayout190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89.xml"/><Relationship Id="rId6" Type="http://schemas.openxmlformats.org/officeDocument/2006/relationships/slideLayout" Target="../slideLayouts/slideLayout194.xml"/><Relationship Id="rId11" Type="http://schemas.openxmlformats.org/officeDocument/2006/relationships/slideLayout" Target="../slideLayouts/slideLayout199.xml"/><Relationship Id="rId5" Type="http://schemas.openxmlformats.org/officeDocument/2006/relationships/slideLayout" Target="../slideLayouts/slideLayout193.xml"/><Relationship Id="rId15" Type="http://schemas.openxmlformats.org/officeDocument/2006/relationships/oleObject" Target="../embeddings/oleObject6.bin"/><Relationship Id="rId10" Type="http://schemas.openxmlformats.org/officeDocument/2006/relationships/slideLayout" Target="../slideLayouts/slideLayout198.xml"/><Relationship Id="rId4" Type="http://schemas.openxmlformats.org/officeDocument/2006/relationships/slideLayout" Target="../slideLayouts/slideLayout192.xml"/><Relationship Id="rId9" Type="http://schemas.openxmlformats.org/officeDocument/2006/relationships/slideLayout" Target="../slideLayouts/slideLayout197.xml"/><Relationship Id="rId14" Type="http://schemas.openxmlformats.org/officeDocument/2006/relationships/tags" Target="../tags/tag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Gray"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935B6F9-052D-01EC-95D7-2A59F7A5C4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1"/>
            </p:custDataLst>
            <p:extLst>
              <p:ext uri="{D42A27DB-BD31-4B8C-83A1-F6EECF244321}">
                <p14:modId xmlns:p14="http://schemas.microsoft.com/office/powerpoint/2010/main" val="3312980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2" imgW="425" imgH="424" progId="TCLayout.ActiveDocument.1">
                  <p:embed/>
                </p:oleObj>
              </mc:Choice>
              <mc:Fallback>
                <p:oleObj name="Slide do think-cell" r:id="rId32" imgW="425" imgH="42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935B6F9-052D-01EC-95D7-2A59F7A5C4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1375562-E38E-3A5D-DD5E-76EE13574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1037"/>
            <a:ext cx="10363200" cy="12811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C89F05-6560-FB4B-012E-55287B7FD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090738"/>
            <a:ext cx="10363200" cy="4086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Segundo nível</a:t>
            </a:r>
          </a:p>
          <a:p>
            <a:pPr marL="792000" marR="0" lvl="2" indent="-2880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4"/>
                    </a:ext>
                  </a:extLst>
                </a:blip>
              </a:buBlip>
              <a:tabLst/>
              <a:defRPr/>
            </a:pPr>
            <a:endParaRPr lang="pt-BR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F552152-09DD-4754-E8EA-28C8CDC581E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806451" y="1"/>
            <a:ext cx="711200" cy="542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r"/>
            <a:r>
              <a:rPr lang="en-US" sz="900" b="1">
                <a:solidFill>
                  <a:schemeClr val="bg1"/>
                </a:solidFill>
              </a:rPr>
              <a:t> R 45</a:t>
            </a:r>
          </a:p>
          <a:p>
            <a:pPr lvl="0" algn="r"/>
            <a:r>
              <a:rPr lang="en-US" sz="900" b="1">
                <a:solidFill>
                  <a:schemeClr val="bg1"/>
                </a:solidFill>
              </a:rPr>
              <a:t> G 61</a:t>
            </a:r>
          </a:p>
          <a:p>
            <a:pPr lvl="0" algn="r"/>
            <a:r>
              <a:rPr lang="en-US" sz="900" b="1">
                <a:solidFill>
                  <a:schemeClr val="bg1"/>
                </a:solidFill>
              </a:rPr>
              <a:t>B 112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745BB3BD-7CE9-F565-F21C-426C7596E71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806451" y="621506"/>
            <a:ext cx="711200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r"/>
            <a:r>
              <a:rPr lang="en-US" sz="900" b="1">
                <a:solidFill>
                  <a:schemeClr val="bg1"/>
                </a:solidFill>
              </a:rPr>
              <a:t> R 244</a:t>
            </a:r>
          </a:p>
          <a:p>
            <a:pPr lvl="0" algn="r"/>
            <a:r>
              <a:rPr lang="en-US" sz="900" b="1">
                <a:solidFill>
                  <a:schemeClr val="bg1"/>
                </a:solidFill>
              </a:rPr>
              <a:t> G 97</a:t>
            </a:r>
          </a:p>
          <a:p>
            <a:pPr lvl="0" algn="r"/>
            <a:r>
              <a:rPr lang="en-US" sz="900" b="1">
                <a:solidFill>
                  <a:schemeClr val="bg1"/>
                </a:solidFill>
              </a:rPr>
              <a:t>B 77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F7F9F265-89D1-78AC-55E6-238CE5D4A1E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806451" y="1233488"/>
            <a:ext cx="711200" cy="5429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en-US" sz="900" b="1">
                <a:solidFill>
                  <a:schemeClr val="bg1"/>
                </a:solidFill>
              </a:rPr>
              <a:t>R 176</a:t>
            </a:r>
          </a:p>
          <a:p>
            <a:pPr algn="r"/>
            <a:r>
              <a:rPr lang="en-US" sz="900" b="1">
                <a:solidFill>
                  <a:schemeClr val="bg1"/>
                </a:solidFill>
              </a:rPr>
              <a:t>G 183</a:t>
            </a:r>
          </a:p>
          <a:p>
            <a:pPr algn="r"/>
            <a:r>
              <a:rPr lang="en-US" sz="900" b="1">
                <a:solidFill>
                  <a:schemeClr val="bg1"/>
                </a:solidFill>
              </a:rPr>
              <a:t>B 193</a:t>
            </a:r>
          </a:p>
        </p:txBody>
      </p:sp>
      <p:pic>
        <p:nvPicPr>
          <p:cNvPr id="27" name="Gráfico 26">
            <a:extLst>
              <a:ext uri="{FF2B5EF4-FFF2-40B4-BE49-F238E27FC236}">
                <a16:creationId xmlns:a16="http://schemas.microsoft.com/office/drawing/2014/main" id="{31F32912-5504-1525-E4B7-761D37AF19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-806451" y="2343150"/>
            <a:ext cx="711200" cy="417743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6CA5DEA4-EEAB-3449-C3DD-83C8AC4487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-806451" y="2760893"/>
            <a:ext cx="711200" cy="334885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B90C53BE-8249-C3B9-7787-556D2CC132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-233348" y="3254590"/>
            <a:ext cx="138097" cy="162264"/>
          </a:xfrm>
          <a:prstGeom prst="rect">
            <a:avLst/>
          </a:prstGeom>
        </p:spPr>
      </p:pic>
      <p:pic>
        <p:nvPicPr>
          <p:cNvPr id="14" name="Gráfico 13" descr="Matérias primas estrutura de tópicos">
            <a:extLst>
              <a:ext uri="{FF2B5EF4-FFF2-40B4-BE49-F238E27FC236}">
                <a16:creationId xmlns:a16="http://schemas.microsoft.com/office/drawing/2014/main" id="{8AD833E9-22C0-601A-0AE3-555FB8C375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4457074" y="2993159"/>
            <a:ext cx="242954" cy="242954"/>
          </a:xfrm>
          <a:prstGeom prst="rect">
            <a:avLst/>
          </a:prstGeom>
        </p:spPr>
      </p:pic>
      <p:pic>
        <p:nvPicPr>
          <p:cNvPr id="15" name="Gráfico 14" descr="Ferramentas de mineração estrutura de tópicos">
            <a:extLst>
              <a:ext uri="{FF2B5EF4-FFF2-40B4-BE49-F238E27FC236}">
                <a16:creationId xmlns:a16="http://schemas.microsoft.com/office/drawing/2014/main" id="{CCA2FCD9-F510-D80C-4745-0BF4C8EDB2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4742849" y="2121862"/>
            <a:ext cx="242952" cy="242952"/>
          </a:xfrm>
          <a:prstGeom prst="rect">
            <a:avLst/>
          </a:prstGeom>
        </p:spPr>
      </p:pic>
      <p:pic>
        <p:nvPicPr>
          <p:cNvPr id="16" name="Gráfico 15" descr="Giroteodolito estrutura de tópicos">
            <a:extLst>
              <a:ext uri="{FF2B5EF4-FFF2-40B4-BE49-F238E27FC236}">
                <a16:creationId xmlns:a16="http://schemas.microsoft.com/office/drawing/2014/main" id="{F0FBC73D-E02E-FE83-D5BA-3DC8280E30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3805097" y="1382027"/>
            <a:ext cx="283735" cy="283735"/>
          </a:xfrm>
          <a:prstGeom prst="rect">
            <a:avLst/>
          </a:prstGeom>
        </p:spPr>
      </p:pic>
      <p:pic>
        <p:nvPicPr>
          <p:cNvPr id="17" name="Gráfico 16" descr="Trabalho estrutura de tópicos">
            <a:extLst>
              <a:ext uri="{FF2B5EF4-FFF2-40B4-BE49-F238E27FC236}">
                <a16:creationId xmlns:a16="http://schemas.microsoft.com/office/drawing/2014/main" id="{32532361-509B-7A46-B1D7-55CBC5498F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3459014" y="2272264"/>
            <a:ext cx="242952" cy="242952"/>
          </a:xfrm>
          <a:prstGeom prst="rect">
            <a:avLst/>
          </a:prstGeom>
        </p:spPr>
      </p:pic>
      <p:pic>
        <p:nvPicPr>
          <p:cNvPr id="18" name="Gráfico 17" descr="Mapa da topografia estrutura de tópicos">
            <a:extLst>
              <a:ext uri="{FF2B5EF4-FFF2-40B4-BE49-F238E27FC236}">
                <a16:creationId xmlns:a16="http://schemas.microsoft.com/office/drawing/2014/main" id="{1BDC512B-4ED3-961D-76C0-58A033B486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3383978" y="5325046"/>
            <a:ext cx="214270" cy="214270"/>
          </a:xfrm>
          <a:prstGeom prst="rect">
            <a:avLst/>
          </a:prstGeom>
        </p:spPr>
      </p:pic>
      <p:pic>
        <p:nvPicPr>
          <p:cNvPr id="19" name="Gráfico 18" descr="Caminhão de lixo estrutura de tópicos">
            <a:extLst>
              <a:ext uri="{FF2B5EF4-FFF2-40B4-BE49-F238E27FC236}">
                <a16:creationId xmlns:a16="http://schemas.microsoft.com/office/drawing/2014/main" id="{71A9711F-F456-49EE-5BF2-E847298745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3596049" y="1112339"/>
            <a:ext cx="211834" cy="211834"/>
          </a:xfrm>
          <a:prstGeom prst="rect">
            <a:avLst/>
          </a:prstGeom>
        </p:spPr>
      </p:pic>
      <p:pic>
        <p:nvPicPr>
          <p:cNvPr id="20" name="Gráfico 19" descr="Área de Transferência estrutura de tópicos">
            <a:extLst>
              <a:ext uri="{FF2B5EF4-FFF2-40B4-BE49-F238E27FC236}">
                <a16:creationId xmlns:a16="http://schemas.microsoft.com/office/drawing/2014/main" id="{0B7D5D2B-E920-5228-5D71-03FA4EC24A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2940699" y="5716455"/>
            <a:ext cx="199733" cy="199733"/>
          </a:xfrm>
          <a:prstGeom prst="rect">
            <a:avLst/>
          </a:prstGeom>
        </p:spPr>
      </p:pic>
      <p:pic>
        <p:nvPicPr>
          <p:cNvPr id="21" name="Gráfico 20" descr="Área de Transferência Marcada estrutura de tópicos">
            <a:extLst>
              <a:ext uri="{FF2B5EF4-FFF2-40B4-BE49-F238E27FC236}">
                <a16:creationId xmlns:a16="http://schemas.microsoft.com/office/drawing/2014/main" id="{F1D20945-8D16-40DE-2D51-2B7423C50A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4804579" y="3454273"/>
            <a:ext cx="274845" cy="274845"/>
          </a:xfrm>
          <a:prstGeom prst="rect">
            <a:avLst/>
          </a:prstGeom>
        </p:spPr>
      </p:pic>
      <p:pic>
        <p:nvPicPr>
          <p:cNvPr id="22" name="Gráfico 21" descr="Bússola estrutura de tópicos">
            <a:extLst>
              <a:ext uri="{FF2B5EF4-FFF2-40B4-BE49-F238E27FC236}">
                <a16:creationId xmlns:a16="http://schemas.microsoft.com/office/drawing/2014/main" id="{6C420177-92AA-84B7-F0A4-24F84B8716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 flipH="1">
            <a:off x="14776828" y="3143563"/>
            <a:ext cx="274844" cy="274844"/>
          </a:xfrm>
          <a:prstGeom prst="rect">
            <a:avLst/>
          </a:prstGeom>
        </p:spPr>
      </p:pic>
      <p:pic>
        <p:nvPicPr>
          <p:cNvPr id="23" name="Gráfico 22" descr="Cristais estrutura de tópicos">
            <a:extLst>
              <a:ext uri="{FF2B5EF4-FFF2-40B4-BE49-F238E27FC236}">
                <a16:creationId xmlns:a16="http://schemas.microsoft.com/office/drawing/2014/main" id="{132D3788-0ED4-1DB7-6F66-701745F129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3302357" y="4851361"/>
            <a:ext cx="271075" cy="271075"/>
          </a:xfrm>
          <a:prstGeom prst="rect">
            <a:avLst/>
          </a:prstGeom>
        </p:spPr>
      </p:pic>
      <p:pic>
        <p:nvPicPr>
          <p:cNvPr id="24" name="Gráfico 23" descr="Trem de brinquedo estrutura de tópicos">
            <a:extLst>
              <a:ext uri="{FF2B5EF4-FFF2-40B4-BE49-F238E27FC236}">
                <a16:creationId xmlns:a16="http://schemas.microsoft.com/office/drawing/2014/main" id="{4C7606AE-ED0D-B3B7-E088-85E82B0974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4114976" y="701726"/>
            <a:ext cx="211834" cy="211834"/>
          </a:xfrm>
          <a:prstGeom prst="rect">
            <a:avLst/>
          </a:prstGeom>
        </p:spPr>
      </p:pic>
      <p:pic>
        <p:nvPicPr>
          <p:cNvPr id="25" name="Gráfico 24" descr="Carrinho de mão estrutura de tópicos">
            <a:extLst>
              <a:ext uri="{FF2B5EF4-FFF2-40B4-BE49-F238E27FC236}">
                <a16:creationId xmlns:a16="http://schemas.microsoft.com/office/drawing/2014/main" id="{0BDD9D82-3131-3A33-2A53-896A4B6632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3714980" y="500417"/>
            <a:ext cx="293859" cy="293859"/>
          </a:xfrm>
          <a:prstGeom prst="rect">
            <a:avLst/>
          </a:prstGeom>
        </p:spPr>
      </p:pic>
      <p:pic>
        <p:nvPicPr>
          <p:cNvPr id="26" name="Gráfico 25" descr="Barras de ouro estrutura de tópicos">
            <a:extLst>
              <a:ext uri="{FF2B5EF4-FFF2-40B4-BE49-F238E27FC236}">
                <a16:creationId xmlns:a16="http://schemas.microsoft.com/office/drawing/2014/main" id="{8E3FCE5E-2E30-1A9B-329F-E68142982B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4888604" y="2573070"/>
            <a:ext cx="242953" cy="242953"/>
          </a:xfrm>
          <a:prstGeom prst="rect">
            <a:avLst/>
          </a:prstGeom>
        </p:spPr>
      </p:pic>
      <p:pic>
        <p:nvPicPr>
          <p:cNvPr id="28" name="Gráfico 27" descr="Pote de ouro estrutura de tópicos">
            <a:extLst>
              <a:ext uri="{FF2B5EF4-FFF2-40B4-BE49-F238E27FC236}">
                <a16:creationId xmlns:a16="http://schemas.microsoft.com/office/drawing/2014/main" id="{CF9EE902-47A5-5A68-7DA4-26052033AE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3325342" y="821010"/>
            <a:ext cx="255463" cy="255463"/>
          </a:xfrm>
          <a:prstGeom prst="rect">
            <a:avLst/>
          </a:prstGeom>
        </p:spPr>
      </p:pic>
      <p:pic>
        <p:nvPicPr>
          <p:cNvPr id="30" name="Gráfico 29" descr="Mapa do tesouro estrutura de tópicos">
            <a:extLst>
              <a:ext uri="{FF2B5EF4-FFF2-40B4-BE49-F238E27FC236}">
                <a16:creationId xmlns:a16="http://schemas.microsoft.com/office/drawing/2014/main" id="{01F3B905-75F9-0EED-E25B-960161825A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14240517" y="4579957"/>
            <a:ext cx="220966" cy="220966"/>
          </a:xfrm>
          <a:prstGeom prst="rect">
            <a:avLst/>
          </a:prstGeom>
        </p:spPr>
      </p:pic>
      <p:pic>
        <p:nvPicPr>
          <p:cNvPr id="32" name="Gráfico 31" descr="Mapa com alfinete estrutura de tópicos">
            <a:extLst>
              <a:ext uri="{FF2B5EF4-FFF2-40B4-BE49-F238E27FC236}">
                <a16:creationId xmlns:a16="http://schemas.microsoft.com/office/drawing/2014/main" id="{B2220691-CCCA-00DE-BDC0-2065FABC5A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14339112" y="4116238"/>
            <a:ext cx="242953" cy="242953"/>
          </a:xfrm>
          <a:prstGeom prst="rect">
            <a:avLst/>
          </a:prstGeom>
        </p:spPr>
      </p:pic>
      <p:pic>
        <p:nvPicPr>
          <p:cNvPr id="33" name="Gráfico 32" descr="Trilhos de trem estrutura de tópicos">
            <a:extLst>
              <a:ext uri="{FF2B5EF4-FFF2-40B4-BE49-F238E27FC236}">
                <a16:creationId xmlns:a16="http://schemas.microsoft.com/office/drawing/2014/main" id="{29AA9D78-A40F-A0D5-94D8-EDF382D77D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14870878" y="2842757"/>
            <a:ext cx="242952" cy="242952"/>
          </a:xfrm>
          <a:prstGeom prst="rect">
            <a:avLst/>
          </a:prstGeom>
        </p:spPr>
      </p:pic>
      <p:pic>
        <p:nvPicPr>
          <p:cNvPr id="34" name="Gráfico 33" descr="Globo estrutura de tópicos">
            <a:extLst>
              <a:ext uri="{FF2B5EF4-FFF2-40B4-BE49-F238E27FC236}">
                <a16:creationId xmlns:a16="http://schemas.microsoft.com/office/drawing/2014/main" id="{D27B2EF7-9895-0618-8B6A-E080254CC6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3577612" y="2422666"/>
            <a:ext cx="242954" cy="242954"/>
          </a:xfrm>
          <a:prstGeom prst="rect">
            <a:avLst/>
          </a:prstGeom>
        </p:spPr>
      </p:pic>
      <p:pic>
        <p:nvPicPr>
          <p:cNvPr id="35" name="Gráfico 34" descr="Mundo estrutura de tópicos">
            <a:extLst>
              <a:ext uri="{FF2B5EF4-FFF2-40B4-BE49-F238E27FC236}">
                <a16:creationId xmlns:a16="http://schemas.microsoft.com/office/drawing/2014/main" id="{6FF17257-CF5D-93EA-7C30-4BA9081BE2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3567259" y="4417045"/>
            <a:ext cx="255462" cy="255462"/>
          </a:xfrm>
          <a:prstGeom prst="rect">
            <a:avLst/>
          </a:prstGeom>
        </p:spPr>
      </p:pic>
      <p:pic>
        <p:nvPicPr>
          <p:cNvPr id="36" name="Gráfico 35" descr="Bússola de mapa estrutura de tópicos">
            <a:extLst>
              <a:ext uri="{FF2B5EF4-FFF2-40B4-BE49-F238E27FC236}">
                <a16:creationId xmlns:a16="http://schemas.microsoft.com/office/drawing/2014/main" id="{5FAEB632-7EE6-0BF8-FAC3-DEE6E4D053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13946312" y="1725431"/>
            <a:ext cx="306686" cy="306686"/>
          </a:xfrm>
          <a:prstGeom prst="rect">
            <a:avLst/>
          </a:prstGeom>
        </p:spPr>
      </p:pic>
      <p:pic>
        <p:nvPicPr>
          <p:cNvPr id="37" name="Gráfico 36" descr="Cena de estrada estrutura de tópicos">
            <a:extLst>
              <a:ext uri="{FF2B5EF4-FFF2-40B4-BE49-F238E27FC236}">
                <a16:creationId xmlns:a16="http://schemas.microsoft.com/office/drawing/2014/main" id="{2355756D-5A01-3BF7-BB12-9B6B57C60F7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 flipH="1">
            <a:off x="14440317" y="3636568"/>
            <a:ext cx="302532" cy="302532"/>
          </a:xfrm>
          <a:prstGeom prst="rect">
            <a:avLst/>
          </a:prstGeom>
        </p:spPr>
      </p:pic>
      <p:pic>
        <p:nvPicPr>
          <p:cNvPr id="38" name="Gráfico 37" descr="Compasso estrutura de tópicos">
            <a:extLst>
              <a:ext uri="{FF2B5EF4-FFF2-40B4-BE49-F238E27FC236}">
                <a16:creationId xmlns:a16="http://schemas.microsoft.com/office/drawing/2014/main" id="{FB18B9E5-4754-08C4-3E89-2B33637D03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14578550" y="1573212"/>
            <a:ext cx="244769" cy="244769"/>
          </a:xfrm>
          <a:prstGeom prst="rect">
            <a:avLst/>
          </a:prstGeom>
        </p:spPr>
      </p:pic>
      <p:pic>
        <p:nvPicPr>
          <p:cNvPr id="39" name="Gráfico 38" descr="Trilhos de trem estrutura de tópicos">
            <a:extLst>
              <a:ext uri="{FF2B5EF4-FFF2-40B4-BE49-F238E27FC236}">
                <a16:creationId xmlns:a16="http://schemas.microsoft.com/office/drawing/2014/main" id="{C92C70C5-C2A6-A477-EEB8-601B8D205D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14044071" y="5174644"/>
            <a:ext cx="242952" cy="242952"/>
          </a:xfrm>
          <a:prstGeom prst="rect">
            <a:avLst/>
          </a:prstGeom>
        </p:spPr>
      </p:pic>
      <p:pic>
        <p:nvPicPr>
          <p:cNvPr id="40" name="Gráfico 39" descr="Matérias primas estrutura de tópicos">
            <a:extLst>
              <a:ext uri="{FF2B5EF4-FFF2-40B4-BE49-F238E27FC236}">
                <a16:creationId xmlns:a16="http://schemas.microsoft.com/office/drawing/2014/main" id="{07B5BB62-52E0-DDBD-5DBB-1E49FF5845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4214120" y="1231623"/>
            <a:ext cx="242954" cy="242954"/>
          </a:xfrm>
          <a:prstGeom prst="rect">
            <a:avLst/>
          </a:prstGeom>
        </p:spPr>
      </p:pic>
      <p:pic>
        <p:nvPicPr>
          <p:cNvPr id="41" name="Gráfico 40" descr="Globo estrutura de tópicos">
            <a:extLst>
              <a:ext uri="{FF2B5EF4-FFF2-40B4-BE49-F238E27FC236}">
                <a16:creationId xmlns:a16="http://schemas.microsoft.com/office/drawing/2014/main" id="{9209910A-2692-51DA-CF5A-6C3BF9E6D9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4141174" y="3846550"/>
            <a:ext cx="242954" cy="242954"/>
          </a:xfrm>
          <a:prstGeom prst="rect">
            <a:avLst/>
          </a:prstGeom>
        </p:spPr>
      </p:pic>
      <p:pic>
        <p:nvPicPr>
          <p:cNvPr id="42" name="Gráfico 41" descr="Trem de brinquedo estrutura de tópicos">
            <a:extLst>
              <a:ext uri="{FF2B5EF4-FFF2-40B4-BE49-F238E27FC236}">
                <a16:creationId xmlns:a16="http://schemas.microsoft.com/office/drawing/2014/main" id="{6AF85600-9BD1-3F8C-3267-7560B21775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4265256" y="2723473"/>
            <a:ext cx="211834" cy="211834"/>
          </a:xfrm>
          <a:prstGeom prst="rect">
            <a:avLst/>
          </a:prstGeom>
        </p:spPr>
      </p:pic>
      <p:pic>
        <p:nvPicPr>
          <p:cNvPr id="43" name="Gráfico 42" descr="Matérias primas estrutura de tópicos">
            <a:extLst>
              <a:ext uri="{FF2B5EF4-FFF2-40B4-BE49-F238E27FC236}">
                <a16:creationId xmlns:a16="http://schemas.microsoft.com/office/drawing/2014/main" id="{8D8078A1-4EA2-7541-BFE3-B74B7BF001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3244075" y="5566050"/>
            <a:ext cx="242954" cy="242954"/>
          </a:xfrm>
          <a:prstGeom prst="rect">
            <a:avLst/>
          </a:prstGeom>
        </p:spPr>
      </p:pic>
      <p:pic>
        <p:nvPicPr>
          <p:cNvPr id="44" name="Gráfico 43" descr="Mapa do tesouro estrutura de tópicos">
            <a:extLst>
              <a:ext uri="{FF2B5EF4-FFF2-40B4-BE49-F238E27FC236}">
                <a16:creationId xmlns:a16="http://schemas.microsoft.com/office/drawing/2014/main" id="{7B951DF5-D3BC-6A46-7754-CF43BB05E3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13816433" y="983923"/>
            <a:ext cx="220966" cy="220966"/>
          </a:xfrm>
          <a:prstGeom prst="rect">
            <a:avLst/>
          </a:prstGeom>
        </p:spPr>
      </p:pic>
      <p:pic>
        <p:nvPicPr>
          <p:cNvPr id="45" name="Gráfico 44" descr="Área de Transferência Marcada estrutura de tópicos">
            <a:extLst>
              <a:ext uri="{FF2B5EF4-FFF2-40B4-BE49-F238E27FC236}">
                <a16:creationId xmlns:a16="http://schemas.microsoft.com/office/drawing/2014/main" id="{922D4BC0-55E5-940D-FBC9-7553451F6D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4386567" y="1939567"/>
            <a:ext cx="274845" cy="274845"/>
          </a:xfrm>
          <a:prstGeom prst="rect">
            <a:avLst/>
          </a:prstGeom>
        </p:spPr>
      </p:pic>
      <p:pic>
        <p:nvPicPr>
          <p:cNvPr id="46" name="Gráfico 45" descr="Trem de brinquedo estrutura de tópicos">
            <a:extLst>
              <a:ext uri="{FF2B5EF4-FFF2-40B4-BE49-F238E27FC236}">
                <a16:creationId xmlns:a16="http://schemas.microsoft.com/office/drawing/2014/main" id="{4E44D481-2ED6-C84D-2C21-2412913B5C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4776828" y="3996954"/>
            <a:ext cx="211834" cy="211834"/>
          </a:xfrm>
          <a:prstGeom prst="rect">
            <a:avLst/>
          </a:prstGeom>
        </p:spPr>
      </p:pic>
      <p:pic>
        <p:nvPicPr>
          <p:cNvPr id="47" name="Gráfico 46" descr="Matérias primas estrutura de tópicos">
            <a:extLst>
              <a:ext uri="{FF2B5EF4-FFF2-40B4-BE49-F238E27FC236}">
                <a16:creationId xmlns:a16="http://schemas.microsoft.com/office/drawing/2014/main" id="{F41F90FD-58E5-06C9-88E1-02EE7679A3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4477092" y="4266641"/>
            <a:ext cx="242954" cy="242954"/>
          </a:xfrm>
          <a:prstGeom prst="rect">
            <a:avLst/>
          </a:prstGeom>
        </p:spPr>
      </p:pic>
      <p:pic>
        <p:nvPicPr>
          <p:cNvPr id="48" name="Gráfico 47" descr="Mapa do tesouro estrutura de tópicos">
            <a:extLst>
              <a:ext uri="{FF2B5EF4-FFF2-40B4-BE49-F238E27FC236}">
                <a16:creationId xmlns:a16="http://schemas.microsoft.com/office/drawing/2014/main" id="{5A0884C7-11F4-27ED-CAA5-AC6B68E432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14274679" y="3325857"/>
            <a:ext cx="220966" cy="220966"/>
          </a:xfrm>
          <a:prstGeom prst="rect">
            <a:avLst/>
          </a:prstGeom>
        </p:spPr>
      </p:pic>
      <p:pic>
        <p:nvPicPr>
          <p:cNvPr id="49" name="Gráfico 48" descr="Caminhão de lixo estrutura de tópicos">
            <a:extLst>
              <a:ext uri="{FF2B5EF4-FFF2-40B4-BE49-F238E27FC236}">
                <a16:creationId xmlns:a16="http://schemas.microsoft.com/office/drawing/2014/main" id="{B7AC7C5D-6CC1-8DCD-FFB2-D4571509E8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3037167" y="5446766"/>
            <a:ext cx="211834" cy="211834"/>
          </a:xfrm>
          <a:prstGeom prst="rect">
            <a:avLst/>
          </a:prstGeom>
        </p:spPr>
      </p:pic>
      <p:pic>
        <p:nvPicPr>
          <p:cNvPr id="50" name="Gráfico 49" descr="Bússola estrutura de tópicos">
            <a:extLst>
              <a:ext uri="{FF2B5EF4-FFF2-40B4-BE49-F238E27FC236}">
                <a16:creationId xmlns:a16="http://schemas.microsoft.com/office/drawing/2014/main" id="{828359E1-7125-2FE0-F0C7-5314016A45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 flipH="1">
            <a:off x="13021777" y="5029886"/>
            <a:ext cx="237308" cy="237308"/>
          </a:xfrm>
          <a:prstGeom prst="rect">
            <a:avLst/>
          </a:prstGeom>
        </p:spPr>
      </p:pic>
      <p:pic>
        <p:nvPicPr>
          <p:cNvPr id="51" name="Gráfico 50" descr="Globo estrutura de tópicos">
            <a:extLst>
              <a:ext uri="{FF2B5EF4-FFF2-40B4-BE49-F238E27FC236}">
                <a16:creationId xmlns:a16="http://schemas.microsoft.com/office/drawing/2014/main" id="{C99849C7-4D12-C2B0-FFA0-90637BCC0E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3959598" y="4708373"/>
            <a:ext cx="235538" cy="23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71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2" r:id="rId23"/>
    <p:sldLayoutId id="2147483703" r:id="rId24"/>
    <p:sldLayoutId id="2147483704" r:id="rId25"/>
    <p:sldLayoutId id="2147483705" r:id="rId26"/>
    <p:sldLayoutId id="2147483706" r:id="rId27"/>
    <p:sldLayoutId id="2147483707" r:id="rId28"/>
    <p:sldLayoutId id="2147483850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2000"/>
        </a:spcBef>
        <a:spcAft>
          <a:spcPts val="500"/>
        </a:spcAft>
        <a:buFont typeface="Arial" panose="020B0604020202020204" pitchFamily="34" charset="0"/>
        <a:buNone/>
        <a:defRPr sz="17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936000" indent="288000" algn="l" defTabSz="9144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lang="pt-BR" sz="1600" kern="1200" dirty="0">
          <a:solidFill>
            <a:schemeClr val="tx2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576">
          <p15:clr>
            <a:srgbClr val="F26B43"/>
          </p15:clr>
        </p15:guide>
        <p15:guide id="4" pos="988">
          <p15:clr>
            <a:srgbClr val="F26B43"/>
          </p15:clr>
        </p15:guide>
        <p15:guide id="5" pos="1141">
          <p15:clr>
            <a:srgbClr val="F26B43"/>
          </p15:clr>
        </p15:guide>
        <p15:guide id="6" pos="1544">
          <p15:clr>
            <a:srgbClr val="F26B43"/>
          </p15:clr>
        </p15:guide>
        <p15:guide id="7" pos="1688">
          <p15:clr>
            <a:srgbClr val="F26B43"/>
          </p15:clr>
        </p15:guide>
        <p15:guide id="8" pos="2100">
          <p15:clr>
            <a:srgbClr val="F26B43"/>
          </p15:clr>
        </p15:guide>
        <p15:guide id="9" pos="2244">
          <p15:clr>
            <a:srgbClr val="F26B43"/>
          </p15:clr>
        </p15:guide>
        <p15:guide id="10" pos="2656">
          <p15:clr>
            <a:srgbClr val="F26B43"/>
          </p15:clr>
        </p15:guide>
        <p15:guide id="11" pos="2800">
          <p15:clr>
            <a:srgbClr val="F26B43"/>
          </p15:clr>
        </p15:guide>
        <p15:guide id="12" pos="3212">
          <p15:clr>
            <a:srgbClr val="F26B43"/>
          </p15:clr>
        </p15:guide>
        <p15:guide id="13" pos="3356">
          <p15:clr>
            <a:srgbClr val="F26B43"/>
          </p15:clr>
        </p15:guide>
        <p15:guide id="14" pos="3768">
          <p15:clr>
            <a:srgbClr val="F26B43"/>
          </p15:clr>
        </p15:guide>
        <p15:guide id="15" pos="3912">
          <p15:clr>
            <a:srgbClr val="F26B43"/>
          </p15:clr>
        </p15:guide>
        <p15:guide id="16" pos="4324">
          <p15:clr>
            <a:srgbClr val="F26B43"/>
          </p15:clr>
        </p15:guide>
        <p15:guide id="17" pos="4468">
          <p15:clr>
            <a:srgbClr val="F26B43"/>
          </p15:clr>
        </p15:guide>
        <p15:guide id="18" pos="4880">
          <p15:clr>
            <a:srgbClr val="F26B43"/>
          </p15:clr>
        </p15:guide>
        <p15:guide id="19" pos="5024">
          <p15:clr>
            <a:srgbClr val="F26B43"/>
          </p15:clr>
        </p15:guide>
        <p15:guide id="20" pos="5436">
          <p15:clr>
            <a:srgbClr val="F26B43"/>
          </p15:clr>
        </p15:guide>
        <p15:guide id="21" pos="5580">
          <p15:clr>
            <a:srgbClr val="F26B43"/>
          </p15:clr>
        </p15:guide>
        <p15:guide id="22" pos="5992">
          <p15:clr>
            <a:srgbClr val="F26B43"/>
          </p15:clr>
        </p15:guide>
        <p15:guide id="23" pos="6136">
          <p15:clr>
            <a:srgbClr val="F26B43"/>
          </p15:clr>
        </p15:guide>
        <p15:guide id="24" pos="6548">
          <p15:clr>
            <a:srgbClr val="F26B43"/>
          </p15:clr>
        </p15:guide>
        <p15:guide id="25" pos="6692">
          <p15:clr>
            <a:srgbClr val="F26B43"/>
          </p15:clr>
        </p15:guide>
        <p15:guide id="26" pos="7104">
          <p15:clr>
            <a:srgbClr val="F26B43"/>
          </p15:clr>
        </p15:guide>
        <p15:guide id="27" orient="horz">
          <p15:clr>
            <a:srgbClr val="F26B43"/>
          </p15:clr>
        </p15:guide>
        <p15:guide id="28" orient="horz" pos="4320">
          <p15:clr>
            <a:srgbClr val="F26B43"/>
          </p15:clr>
        </p15:guide>
        <p15:guide id="29" orient="horz" pos="403">
          <p15:clr>
            <a:srgbClr val="F26B43"/>
          </p15:clr>
        </p15:guide>
        <p15:guide id="30" orient="horz" pos="716">
          <p15:clr>
            <a:srgbClr val="F26B43"/>
          </p15:clr>
        </p15:guide>
        <p15:guide id="31" orient="horz" pos="860">
          <p15:clr>
            <a:srgbClr val="F26B43"/>
          </p15:clr>
        </p15:guide>
        <p15:guide id="32" orient="horz" pos="1173">
          <p15:clr>
            <a:srgbClr val="F26B43"/>
          </p15:clr>
        </p15:guide>
        <p15:guide id="33" orient="horz" pos="1317">
          <p15:clr>
            <a:srgbClr val="F26B43"/>
          </p15:clr>
        </p15:guide>
        <p15:guide id="34" orient="horz" pos="1630">
          <p15:clr>
            <a:srgbClr val="F26B43"/>
          </p15:clr>
        </p15:guide>
        <p15:guide id="35" orient="horz" pos="1774">
          <p15:clr>
            <a:srgbClr val="F26B43"/>
          </p15:clr>
        </p15:guide>
        <p15:guide id="36" orient="horz" pos="2088">
          <p15:clr>
            <a:srgbClr val="F26B43"/>
          </p15:clr>
        </p15:guide>
        <p15:guide id="37" orient="horz" pos="2232">
          <p15:clr>
            <a:srgbClr val="F26B43"/>
          </p15:clr>
        </p15:guide>
        <p15:guide id="38" orient="horz" pos="2545">
          <p15:clr>
            <a:srgbClr val="F26B43"/>
          </p15:clr>
        </p15:guide>
        <p15:guide id="39" orient="horz" pos="2689">
          <p15:clr>
            <a:srgbClr val="F26B43"/>
          </p15:clr>
        </p15:guide>
        <p15:guide id="40" orient="horz" pos="3002">
          <p15:clr>
            <a:srgbClr val="F26B43"/>
          </p15:clr>
        </p15:guide>
        <p15:guide id="41" orient="horz" pos="3146">
          <p15:clr>
            <a:srgbClr val="F26B43"/>
          </p15:clr>
        </p15:guide>
        <p15:guide id="42" orient="horz" pos="3459">
          <p15:clr>
            <a:srgbClr val="F26B43"/>
          </p15:clr>
        </p15:guide>
        <p15:guide id="43" orient="horz" pos="3603">
          <p15:clr>
            <a:srgbClr val="F26B43"/>
          </p15:clr>
        </p15:guide>
        <p15:guide id="44" orient="horz" pos="391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Gray"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F7646E2-9013-76C5-854E-65BFD7083F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6"/>
            </p:custDataLst>
            <p:extLst>
              <p:ext uri="{D42A27DB-BD31-4B8C-83A1-F6EECF244321}">
                <p14:modId xmlns:p14="http://schemas.microsoft.com/office/powerpoint/2010/main" val="10816225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67" imgW="384" imgH="384" progId="TCLayout.ActiveDocument.1">
                  <p:embed/>
                </p:oleObj>
              </mc:Choice>
              <mc:Fallback>
                <p:oleObj name="Slide do think-cell" r:id="rId67" imgW="384" imgH="38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F7646E2-9013-76C5-854E-65BFD7083F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1375562-E38E-3A5D-DD5E-76EE13574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1037"/>
            <a:ext cx="10363200" cy="12811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C89F05-6560-FB4B-012E-55287B7FD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090738"/>
            <a:ext cx="10363200" cy="4086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Segundo nível</a:t>
            </a:r>
          </a:p>
          <a:p>
            <a:pPr marL="792000" marR="0" lvl="2" indent="-2880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9"/>
                    </a:ext>
                  </a:extLst>
                </a:blip>
              </a:buBlip>
              <a:tabLst/>
              <a:defRPr/>
            </a:pPr>
            <a:endParaRPr lang="pt-BR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F552152-09DD-4754-E8EA-28C8CDC581E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806451" y="1"/>
            <a:ext cx="711200" cy="542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r"/>
            <a:r>
              <a:rPr lang="en-US" sz="900" b="1">
                <a:solidFill>
                  <a:schemeClr val="bg1"/>
                </a:solidFill>
              </a:rPr>
              <a:t> R 45</a:t>
            </a:r>
          </a:p>
          <a:p>
            <a:pPr lvl="0" algn="r"/>
            <a:r>
              <a:rPr lang="en-US" sz="900" b="1">
                <a:solidFill>
                  <a:schemeClr val="bg1"/>
                </a:solidFill>
              </a:rPr>
              <a:t> G 61</a:t>
            </a:r>
          </a:p>
          <a:p>
            <a:pPr lvl="0" algn="r"/>
            <a:r>
              <a:rPr lang="en-US" sz="900" b="1">
                <a:solidFill>
                  <a:schemeClr val="bg1"/>
                </a:solidFill>
              </a:rPr>
              <a:t>B 112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745BB3BD-7CE9-F565-F21C-426C7596E71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806451" y="621506"/>
            <a:ext cx="711200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r"/>
            <a:r>
              <a:rPr lang="en-US" sz="900" b="1">
                <a:solidFill>
                  <a:schemeClr val="bg1"/>
                </a:solidFill>
              </a:rPr>
              <a:t> R 244</a:t>
            </a:r>
          </a:p>
          <a:p>
            <a:pPr lvl="0" algn="r"/>
            <a:r>
              <a:rPr lang="en-US" sz="900" b="1">
                <a:solidFill>
                  <a:schemeClr val="bg1"/>
                </a:solidFill>
              </a:rPr>
              <a:t> G 97</a:t>
            </a:r>
          </a:p>
          <a:p>
            <a:pPr lvl="0" algn="r"/>
            <a:r>
              <a:rPr lang="en-US" sz="900" b="1">
                <a:solidFill>
                  <a:schemeClr val="bg1"/>
                </a:solidFill>
              </a:rPr>
              <a:t>B 77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F7F9F265-89D1-78AC-55E6-238CE5D4A1E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806451" y="1233488"/>
            <a:ext cx="711200" cy="5429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en-US" sz="900" b="1">
                <a:solidFill>
                  <a:schemeClr val="bg1"/>
                </a:solidFill>
              </a:rPr>
              <a:t>R 176</a:t>
            </a:r>
          </a:p>
          <a:p>
            <a:pPr algn="r"/>
            <a:r>
              <a:rPr lang="en-US" sz="900" b="1">
                <a:solidFill>
                  <a:schemeClr val="bg1"/>
                </a:solidFill>
              </a:rPr>
              <a:t>G 183</a:t>
            </a:r>
          </a:p>
          <a:p>
            <a:pPr algn="r"/>
            <a:r>
              <a:rPr lang="en-US" sz="900" b="1">
                <a:solidFill>
                  <a:schemeClr val="bg1"/>
                </a:solidFill>
              </a:rPr>
              <a:t>B 193</a:t>
            </a:r>
          </a:p>
        </p:txBody>
      </p:sp>
      <p:pic>
        <p:nvPicPr>
          <p:cNvPr id="27" name="Gráfico 26">
            <a:extLst>
              <a:ext uri="{FF2B5EF4-FFF2-40B4-BE49-F238E27FC236}">
                <a16:creationId xmlns:a16="http://schemas.microsoft.com/office/drawing/2014/main" id="{31F32912-5504-1525-E4B7-761D37AF19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-806451" y="2343150"/>
            <a:ext cx="711200" cy="417743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6CA5DEA4-EEAB-3449-C3DD-83C8AC4487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-806451" y="2760893"/>
            <a:ext cx="711200" cy="334885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B90C53BE-8249-C3B9-7787-556D2CC132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-233348" y="3254590"/>
            <a:ext cx="138097" cy="162264"/>
          </a:xfrm>
          <a:prstGeom prst="rect">
            <a:avLst/>
          </a:prstGeom>
        </p:spPr>
      </p:pic>
      <p:pic>
        <p:nvPicPr>
          <p:cNvPr id="14" name="Gráfico 13" descr="Matérias primas estrutura de tópicos">
            <a:extLst>
              <a:ext uri="{FF2B5EF4-FFF2-40B4-BE49-F238E27FC236}">
                <a16:creationId xmlns:a16="http://schemas.microsoft.com/office/drawing/2014/main" id="{8AD833E9-22C0-601A-0AE3-555FB8C375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14457074" y="2993159"/>
            <a:ext cx="242954" cy="242954"/>
          </a:xfrm>
          <a:prstGeom prst="rect">
            <a:avLst/>
          </a:prstGeom>
        </p:spPr>
      </p:pic>
      <p:pic>
        <p:nvPicPr>
          <p:cNvPr id="15" name="Gráfico 14" descr="Ferramentas de mineração estrutura de tópicos">
            <a:extLst>
              <a:ext uri="{FF2B5EF4-FFF2-40B4-BE49-F238E27FC236}">
                <a16:creationId xmlns:a16="http://schemas.microsoft.com/office/drawing/2014/main" id="{CCA2FCD9-F510-D80C-4745-0BF4C8EDB2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14742849" y="2121862"/>
            <a:ext cx="242952" cy="242952"/>
          </a:xfrm>
          <a:prstGeom prst="rect">
            <a:avLst/>
          </a:prstGeom>
        </p:spPr>
      </p:pic>
      <p:pic>
        <p:nvPicPr>
          <p:cNvPr id="16" name="Gráfico 15" descr="Giroteodolito estrutura de tópicos">
            <a:extLst>
              <a:ext uri="{FF2B5EF4-FFF2-40B4-BE49-F238E27FC236}">
                <a16:creationId xmlns:a16="http://schemas.microsoft.com/office/drawing/2014/main" id="{F0FBC73D-E02E-FE83-D5BA-3DC8280E30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13805097" y="1382027"/>
            <a:ext cx="283735" cy="283735"/>
          </a:xfrm>
          <a:prstGeom prst="rect">
            <a:avLst/>
          </a:prstGeom>
        </p:spPr>
      </p:pic>
      <p:pic>
        <p:nvPicPr>
          <p:cNvPr id="17" name="Gráfico 16" descr="Trabalho estrutura de tópicos">
            <a:extLst>
              <a:ext uri="{FF2B5EF4-FFF2-40B4-BE49-F238E27FC236}">
                <a16:creationId xmlns:a16="http://schemas.microsoft.com/office/drawing/2014/main" id="{32532361-509B-7A46-B1D7-55CBC5498F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13459014" y="2272264"/>
            <a:ext cx="242952" cy="242952"/>
          </a:xfrm>
          <a:prstGeom prst="rect">
            <a:avLst/>
          </a:prstGeom>
        </p:spPr>
      </p:pic>
      <p:pic>
        <p:nvPicPr>
          <p:cNvPr id="18" name="Gráfico 17" descr="Mapa da topografia estrutura de tópicos">
            <a:extLst>
              <a:ext uri="{FF2B5EF4-FFF2-40B4-BE49-F238E27FC236}">
                <a16:creationId xmlns:a16="http://schemas.microsoft.com/office/drawing/2014/main" id="{1BDC512B-4ED3-961D-76C0-58A033B486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13383978" y="5325046"/>
            <a:ext cx="214270" cy="214270"/>
          </a:xfrm>
          <a:prstGeom prst="rect">
            <a:avLst/>
          </a:prstGeom>
        </p:spPr>
      </p:pic>
      <p:pic>
        <p:nvPicPr>
          <p:cNvPr id="19" name="Gráfico 18" descr="Caminhão de lixo estrutura de tópicos">
            <a:extLst>
              <a:ext uri="{FF2B5EF4-FFF2-40B4-BE49-F238E27FC236}">
                <a16:creationId xmlns:a16="http://schemas.microsoft.com/office/drawing/2014/main" id="{71A9711F-F456-49EE-5BF2-E847298745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13596049" y="1112339"/>
            <a:ext cx="211834" cy="211834"/>
          </a:xfrm>
          <a:prstGeom prst="rect">
            <a:avLst/>
          </a:prstGeom>
        </p:spPr>
      </p:pic>
      <p:pic>
        <p:nvPicPr>
          <p:cNvPr id="20" name="Gráfico 19" descr="Área de Transferência estrutura de tópicos">
            <a:extLst>
              <a:ext uri="{FF2B5EF4-FFF2-40B4-BE49-F238E27FC236}">
                <a16:creationId xmlns:a16="http://schemas.microsoft.com/office/drawing/2014/main" id="{0B7D5D2B-E920-5228-5D71-03FA4EC24A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12940699" y="5716455"/>
            <a:ext cx="199733" cy="199733"/>
          </a:xfrm>
          <a:prstGeom prst="rect">
            <a:avLst/>
          </a:prstGeom>
        </p:spPr>
      </p:pic>
      <p:pic>
        <p:nvPicPr>
          <p:cNvPr id="21" name="Gráfico 20" descr="Área de Transferência Marcada estrutura de tópicos">
            <a:extLst>
              <a:ext uri="{FF2B5EF4-FFF2-40B4-BE49-F238E27FC236}">
                <a16:creationId xmlns:a16="http://schemas.microsoft.com/office/drawing/2014/main" id="{F1D20945-8D16-40DE-2D51-2B7423C50A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14804579" y="3454273"/>
            <a:ext cx="274845" cy="274845"/>
          </a:xfrm>
          <a:prstGeom prst="rect">
            <a:avLst/>
          </a:prstGeom>
        </p:spPr>
      </p:pic>
      <p:pic>
        <p:nvPicPr>
          <p:cNvPr id="22" name="Gráfico 21" descr="Bússola estrutura de tópicos">
            <a:extLst>
              <a:ext uri="{FF2B5EF4-FFF2-40B4-BE49-F238E27FC236}">
                <a16:creationId xmlns:a16="http://schemas.microsoft.com/office/drawing/2014/main" id="{6C420177-92AA-84B7-F0A4-24F84B8716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 flipH="1">
            <a:off x="14776828" y="3143563"/>
            <a:ext cx="274844" cy="274844"/>
          </a:xfrm>
          <a:prstGeom prst="rect">
            <a:avLst/>
          </a:prstGeom>
        </p:spPr>
      </p:pic>
      <p:pic>
        <p:nvPicPr>
          <p:cNvPr id="23" name="Gráfico 22" descr="Cristais estrutura de tópicos">
            <a:extLst>
              <a:ext uri="{FF2B5EF4-FFF2-40B4-BE49-F238E27FC236}">
                <a16:creationId xmlns:a16="http://schemas.microsoft.com/office/drawing/2014/main" id="{132D3788-0ED4-1DB7-6F66-701745F129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13302357" y="4851361"/>
            <a:ext cx="271075" cy="271075"/>
          </a:xfrm>
          <a:prstGeom prst="rect">
            <a:avLst/>
          </a:prstGeom>
        </p:spPr>
      </p:pic>
      <p:pic>
        <p:nvPicPr>
          <p:cNvPr id="24" name="Gráfico 23" descr="Trem de brinquedo estrutura de tópicos">
            <a:extLst>
              <a:ext uri="{FF2B5EF4-FFF2-40B4-BE49-F238E27FC236}">
                <a16:creationId xmlns:a16="http://schemas.microsoft.com/office/drawing/2014/main" id="{4C7606AE-ED0D-B3B7-E088-85E82B0974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14114976" y="701726"/>
            <a:ext cx="211834" cy="211834"/>
          </a:xfrm>
          <a:prstGeom prst="rect">
            <a:avLst/>
          </a:prstGeom>
        </p:spPr>
      </p:pic>
      <p:pic>
        <p:nvPicPr>
          <p:cNvPr id="25" name="Gráfico 24" descr="Carrinho de mão estrutura de tópicos">
            <a:extLst>
              <a:ext uri="{FF2B5EF4-FFF2-40B4-BE49-F238E27FC236}">
                <a16:creationId xmlns:a16="http://schemas.microsoft.com/office/drawing/2014/main" id="{0BDD9D82-3131-3A33-2A53-896A4B6632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13714980" y="500417"/>
            <a:ext cx="293859" cy="293859"/>
          </a:xfrm>
          <a:prstGeom prst="rect">
            <a:avLst/>
          </a:prstGeom>
        </p:spPr>
      </p:pic>
      <p:pic>
        <p:nvPicPr>
          <p:cNvPr id="26" name="Gráfico 25" descr="Barras de ouro estrutura de tópicos">
            <a:extLst>
              <a:ext uri="{FF2B5EF4-FFF2-40B4-BE49-F238E27FC236}">
                <a16:creationId xmlns:a16="http://schemas.microsoft.com/office/drawing/2014/main" id="{8E3FCE5E-2E30-1A9B-329F-E68142982B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14888604" y="2573070"/>
            <a:ext cx="242953" cy="242953"/>
          </a:xfrm>
          <a:prstGeom prst="rect">
            <a:avLst/>
          </a:prstGeom>
        </p:spPr>
      </p:pic>
      <p:pic>
        <p:nvPicPr>
          <p:cNvPr id="28" name="Gráfico 27" descr="Pote de ouro estrutura de tópicos">
            <a:extLst>
              <a:ext uri="{FF2B5EF4-FFF2-40B4-BE49-F238E27FC236}">
                <a16:creationId xmlns:a16="http://schemas.microsoft.com/office/drawing/2014/main" id="{CF9EE902-47A5-5A68-7DA4-26052033AE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13325342" y="821010"/>
            <a:ext cx="255463" cy="255463"/>
          </a:xfrm>
          <a:prstGeom prst="rect">
            <a:avLst/>
          </a:prstGeom>
        </p:spPr>
      </p:pic>
      <p:pic>
        <p:nvPicPr>
          <p:cNvPr id="30" name="Gráfico 29" descr="Mapa do tesouro estrutura de tópicos">
            <a:extLst>
              <a:ext uri="{FF2B5EF4-FFF2-40B4-BE49-F238E27FC236}">
                <a16:creationId xmlns:a16="http://schemas.microsoft.com/office/drawing/2014/main" id="{01F3B905-75F9-0EED-E25B-960161825A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14240517" y="4579957"/>
            <a:ext cx="220966" cy="220966"/>
          </a:xfrm>
          <a:prstGeom prst="rect">
            <a:avLst/>
          </a:prstGeom>
        </p:spPr>
      </p:pic>
      <p:pic>
        <p:nvPicPr>
          <p:cNvPr id="32" name="Gráfico 31" descr="Mapa com alfinete estrutura de tópicos">
            <a:extLst>
              <a:ext uri="{FF2B5EF4-FFF2-40B4-BE49-F238E27FC236}">
                <a16:creationId xmlns:a16="http://schemas.microsoft.com/office/drawing/2014/main" id="{B2220691-CCCA-00DE-BDC0-2065FABC5A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14339112" y="4116238"/>
            <a:ext cx="242953" cy="242953"/>
          </a:xfrm>
          <a:prstGeom prst="rect">
            <a:avLst/>
          </a:prstGeom>
        </p:spPr>
      </p:pic>
      <p:pic>
        <p:nvPicPr>
          <p:cNvPr id="33" name="Gráfico 32" descr="Trilhos de trem estrutura de tópicos">
            <a:extLst>
              <a:ext uri="{FF2B5EF4-FFF2-40B4-BE49-F238E27FC236}">
                <a16:creationId xmlns:a16="http://schemas.microsoft.com/office/drawing/2014/main" id="{29AA9D78-A40F-A0D5-94D8-EDF382D77D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14870878" y="2842757"/>
            <a:ext cx="242952" cy="242952"/>
          </a:xfrm>
          <a:prstGeom prst="rect">
            <a:avLst/>
          </a:prstGeom>
        </p:spPr>
      </p:pic>
      <p:pic>
        <p:nvPicPr>
          <p:cNvPr id="34" name="Gráfico 33" descr="Globo estrutura de tópicos">
            <a:extLst>
              <a:ext uri="{FF2B5EF4-FFF2-40B4-BE49-F238E27FC236}">
                <a16:creationId xmlns:a16="http://schemas.microsoft.com/office/drawing/2014/main" id="{D27B2EF7-9895-0618-8B6A-E080254CC6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13577612" y="2422666"/>
            <a:ext cx="242954" cy="242954"/>
          </a:xfrm>
          <a:prstGeom prst="rect">
            <a:avLst/>
          </a:prstGeom>
        </p:spPr>
      </p:pic>
      <p:pic>
        <p:nvPicPr>
          <p:cNvPr id="35" name="Gráfico 34" descr="Mundo estrutura de tópicos">
            <a:extLst>
              <a:ext uri="{FF2B5EF4-FFF2-40B4-BE49-F238E27FC236}">
                <a16:creationId xmlns:a16="http://schemas.microsoft.com/office/drawing/2014/main" id="{6FF17257-CF5D-93EA-7C30-4BA9081BE2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13567259" y="4417045"/>
            <a:ext cx="255462" cy="255462"/>
          </a:xfrm>
          <a:prstGeom prst="rect">
            <a:avLst/>
          </a:prstGeom>
        </p:spPr>
      </p:pic>
      <p:pic>
        <p:nvPicPr>
          <p:cNvPr id="36" name="Gráfico 35" descr="Bússola de mapa estrutura de tópicos">
            <a:extLst>
              <a:ext uri="{FF2B5EF4-FFF2-40B4-BE49-F238E27FC236}">
                <a16:creationId xmlns:a16="http://schemas.microsoft.com/office/drawing/2014/main" id="{5FAEB632-7EE6-0BF8-FAC3-DEE6E4D053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13946312" y="1725431"/>
            <a:ext cx="306686" cy="306686"/>
          </a:xfrm>
          <a:prstGeom prst="rect">
            <a:avLst/>
          </a:prstGeom>
        </p:spPr>
      </p:pic>
      <p:pic>
        <p:nvPicPr>
          <p:cNvPr id="37" name="Gráfico 36" descr="Cena de estrada estrutura de tópicos">
            <a:extLst>
              <a:ext uri="{FF2B5EF4-FFF2-40B4-BE49-F238E27FC236}">
                <a16:creationId xmlns:a16="http://schemas.microsoft.com/office/drawing/2014/main" id="{2355756D-5A01-3BF7-BB12-9B6B57C60F7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 flipH="1">
            <a:off x="14440317" y="3636568"/>
            <a:ext cx="302532" cy="302532"/>
          </a:xfrm>
          <a:prstGeom prst="rect">
            <a:avLst/>
          </a:prstGeom>
        </p:spPr>
      </p:pic>
      <p:pic>
        <p:nvPicPr>
          <p:cNvPr id="38" name="Gráfico 37" descr="Compasso estrutura de tópicos">
            <a:extLst>
              <a:ext uri="{FF2B5EF4-FFF2-40B4-BE49-F238E27FC236}">
                <a16:creationId xmlns:a16="http://schemas.microsoft.com/office/drawing/2014/main" id="{FB18B9E5-4754-08C4-3E89-2B33637D03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14578550" y="1573212"/>
            <a:ext cx="244769" cy="244769"/>
          </a:xfrm>
          <a:prstGeom prst="rect">
            <a:avLst/>
          </a:prstGeom>
        </p:spPr>
      </p:pic>
      <p:pic>
        <p:nvPicPr>
          <p:cNvPr id="39" name="Gráfico 38" descr="Trilhos de trem estrutura de tópicos">
            <a:extLst>
              <a:ext uri="{FF2B5EF4-FFF2-40B4-BE49-F238E27FC236}">
                <a16:creationId xmlns:a16="http://schemas.microsoft.com/office/drawing/2014/main" id="{C92C70C5-C2A6-A477-EEB8-601B8D205D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14044071" y="5174644"/>
            <a:ext cx="242952" cy="242952"/>
          </a:xfrm>
          <a:prstGeom prst="rect">
            <a:avLst/>
          </a:prstGeom>
        </p:spPr>
      </p:pic>
      <p:pic>
        <p:nvPicPr>
          <p:cNvPr id="40" name="Gráfico 39" descr="Matérias primas estrutura de tópicos">
            <a:extLst>
              <a:ext uri="{FF2B5EF4-FFF2-40B4-BE49-F238E27FC236}">
                <a16:creationId xmlns:a16="http://schemas.microsoft.com/office/drawing/2014/main" id="{07B5BB62-52E0-DDBD-5DBB-1E49FF5845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14214120" y="1231623"/>
            <a:ext cx="242954" cy="242954"/>
          </a:xfrm>
          <a:prstGeom prst="rect">
            <a:avLst/>
          </a:prstGeom>
        </p:spPr>
      </p:pic>
      <p:pic>
        <p:nvPicPr>
          <p:cNvPr id="41" name="Gráfico 40" descr="Globo estrutura de tópicos">
            <a:extLst>
              <a:ext uri="{FF2B5EF4-FFF2-40B4-BE49-F238E27FC236}">
                <a16:creationId xmlns:a16="http://schemas.microsoft.com/office/drawing/2014/main" id="{9209910A-2692-51DA-CF5A-6C3BF9E6D9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14141174" y="3846550"/>
            <a:ext cx="242954" cy="242954"/>
          </a:xfrm>
          <a:prstGeom prst="rect">
            <a:avLst/>
          </a:prstGeom>
        </p:spPr>
      </p:pic>
      <p:pic>
        <p:nvPicPr>
          <p:cNvPr id="42" name="Gráfico 41" descr="Trem de brinquedo estrutura de tópicos">
            <a:extLst>
              <a:ext uri="{FF2B5EF4-FFF2-40B4-BE49-F238E27FC236}">
                <a16:creationId xmlns:a16="http://schemas.microsoft.com/office/drawing/2014/main" id="{6AF85600-9BD1-3F8C-3267-7560B21775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14265256" y="2723473"/>
            <a:ext cx="211834" cy="211834"/>
          </a:xfrm>
          <a:prstGeom prst="rect">
            <a:avLst/>
          </a:prstGeom>
        </p:spPr>
      </p:pic>
      <p:pic>
        <p:nvPicPr>
          <p:cNvPr id="43" name="Gráfico 42" descr="Matérias primas estrutura de tópicos">
            <a:extLst>
              <a:ext uri="{FF2B5EF4-FFF2-40B4-BE49-F238E27FC236}">
                <a16:creationId xmlns:a16="http://schemas.microsoft.com/office/drawing/2014/main" id="{8D8078A1-4EA2-7541-BFE3-B74B7BF001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13244075" y="5566050"/>
            <a:ext cx="242954" cy="242954"/>
          </a:xfrm>
          <a:prstGeom prst="rect">
            <a:avLst/>
          </a:prstGeom>
        </p:spPr>
      </p:pic>
      <p:pic>
        <p:nvPicPr>
          <p:cNvPr id="44" name="Gráfico 43" descr="Mapa do tesouro estrutura de tópicos">
            <a:extLst>
              <a:ext uri="{FF2B5EF4-FFF2-40B4-BE49-F238E27FC236}">
                <a16:creationId xmlns:a16="http://schemas.microsoft.com/office/drawing/2014/main" id="{7B951DF5-D3BC-6A46-7754-CF43BB05E3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13816433" y="983923"/>
            <a:ext cx="220966" cy="220966"/>
          </a:xfrm>
          <a:prstGeom prst="rect">
            <a:avLst/>
          </a:prstGeom>
        </p:spPr>
      </p:pic>
      <p:pic>
        <p:nvPicPr>
          <p:cNvPr id="45" name="Gráfico 44" descr="Área de Transferência Marcada estrutura de tópicos">
            <a:extLst>
              <a:ext uri="{FF2B5EF4-FFF2-40B4-BE49-F238E27FC236}">
                <a16:creationId xmlns:a16="http://schemas.microsoft.com/office/drawing/2014/main" id="{922D4BC0-55E5-940D-FBC9-7553451F6D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14386567" y="1939567"/>
            <a:ext cx="274845" cy="274845"/>
          </a:xfrm>
          <a:prstGeom prst="rect">
            <a:avLst/>
          </a:prstGeom>
        </p:spPr>
      </p:pic>
      <p:pic>
        <p:nvPicPr>
          <p:cNvPr id="46" name="Gráfico 45" descr="Trem de brinquedo estrutura de tópicos">
            <a:extLst>
              <a:ext uri="{FF2B5EF4-FFF2-40B4-BE49-F238E27FC236}">
                <a16:creationId xmlns:a16="http://schemas.microsoft.com/office/drawing/2014/main" id="{4E44D481-2ED6-C84D-2C21-2412913B5C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14776828" y="3996954"/>
            <a:ext cx="211834" cy="211834"/>
          </a:xfrm>
          <a:prstGeom prst="rect">
            <a:avLst/>
          </a:prstGeom>
        </p:spPr>
      </p:pic>
      <p:pic>
        <p:nvPicPr>
          <p:cNvPr id="47" name="Gráfico 46" descr="Matérias primas estrutura de tópicos">
            <a:extLst>
              <a:ext uri="{FF2B5EF4-FFF2-40B4-BE49-F238E27FC236}">
                <a16:creationId xmlns:a16="http://schemas.microsoft.com/office/drawing/2014/main" id="{F41F90FD-58E5-06C9-88E1-02EE7679A3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14477092" y="4266641"/>
            <a:ext cx="242954" cy="242954"/>
          </a:xfrm>
          <a:prstGeom prst="rect">
            <a:avLst/>
          </a:prstGeom>
        </p:spPr>
      </p:pic>
      <p:pic>
        <p:nvPicPr>
          <p:cNvPr id="48" name="Gráfico 47" descr="Mapa do tesouro estrutura de tópicos">
            <a:extLst>
              <a:ext uri="{FF2B5EF4-FFF2-40B4-BE49-F238E27FC236}">
                <a16:creationId xmlns:a16="http://schemas.microsoft.com/office/drawing/2014/main" id="{5A0884C7-11F4-27ED-CAA5-AC6B68E432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14274679" y="3325857"/>
            <a:ext cx="220966" cy="220966"/>
          </a:xfrm>
          <a:prstGeom prst="rect">
            <a:avLst/>
          </a:prstGeom>
        </p:spPr>
      </p:pic>
      <p:pic>
        <p:nvPicPr>
          <p:cNvPr id="49" name="Gráfico 48" descr="Caminhão de lixo estrutura de tópicos">
            <a:extLst>
              <a:ext uri="{FF2B5EF4-FFF2-40B4-BE49-F238E27FC236}">
                <a16:creationId xmlns:a16="http://schemas.microsoft.com/office/drawing/2014/main" id="{B7AC7C5D-6CC1-8DCD-FFB2-D4571509E8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13037167" y="5446766"/>
            <a:ext cx="211834" cy="211834"/>
          </a:xfrm>
          <a:prstGeom prst="rect">
            <a:avLst/>
          </a:prstGeom>
        </p:spPr>
      </p:pic>
      <p:pic>
        <p:nvPicPr>
          <p:cNvPr id="50" name="Gráfico 49" descr="Bússola estrutura de tópicos">
            <a:extLst>
              <a:ext uri="{FF2B5EF4-FFF2-40B4-BE49-F238E27FC236}">
                <a16:creationId xmlns:a16="http://schemas.microsoft.com/office/drawing/2014/main" id="{828359E1-7125-2FE0-F0C7-5314016A45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 flipH="1">
            <a:off x="13021777" y="5029886"/>
            <a:ext cx="237308" cy="237308"/>
          </a:xfrm>
          <a:prstGeom prst="rect">
            <a:avLst/>
          </a:prstGeom>
        </p:spPr>
      </p:pic>
      <p:pic>
        <p:nvPicPr>
          <p:cNvPr id="51" name="Gráfico 50" descr="Globo estrutura de tópicos">
            <a:extLst>
              <a:ext uri="{FF2B5EF4-FFF2-40B4-BE49-F238E27FC236}">
                <a16:creationId xmlns:a16="http://schemas.microsoft.com/office/drawing/2014/main" id="{C99849C7-4D12-C2B0-FFA0-90637BCC0E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13959598" y="4708373"/>
            <a:ext cx="235538" cy="23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6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  <p:sldLayoutId id="2147483737" r:id="rId29"/>
    <p:sldLayoutId id="2147483738" r:id="rId30"/>
    <p:sldLayoutId id="2147483739" r:id="rId31"/>
    <p:sldLayoutId id="2147483740" r:id="rId32"/>
    <p:sldLayoutId id="2147483741" r:id="rId33"/>
    <p:sldLayoutId id="2147483742" r:id="rId34"/>
    <p:sldLayoutId id="2147483743" r:id="rId35"/>
    <p:sldLayoutId id="2147483744" r:id="rId36"/>
    <p:sldLayoutId id="2147483745" r:id="rId37"/>
    <p:sldLayoutId id="2147483746" r:id="rId38"/>
    <p:sldLayoutId id="2147483747" r:id="rId39"/>
    <p:sldLayoutId id="2147483748" r:id="rId40"/>
    <p:sldLayoutId id="2147483749" r:id="rId41"/>
    <p:sldLayoutId id="2147483750" r:id="rId42"/>
    <p:sldLayoutId id="2147483751" r:id="rId43"/>
    <p:sldLayoutId id="2147483752" r:id="rId44"/>
    <p:sldLayoutId id="2147483753" r:id="rId45"/>
    <p:sldLayoutId id="2147483754" r:id="rId46"/>
    <p:sldLayoutId id="2147483755" r:id="rId47"/>
    <p:sldLayoutId id="2147483756" r:id="rId48"/>
    <p:sldLayoutId id="2147483757" r:id="rId49"/>
    <p:sldLayoutId id="2147483758" r:id="rId50"/>
    <p:sldLayoutId id="2147483759" r:id="rId51"/>
    <p:sldLayoutId id="2147483760" r:id="rId52"/>
    <p:sldLayoutId id="2147483761" r:id="rId53"/>
    <p:sldLayoutId id="2147483762" r:id="rId54"/>
    <p:sldLayoutId id="2147483763" r:id="rId55"/>
    <p:sldLayoutId id="2147483764" r:id="rId56"/>
    <p:sldLayoutId id="2147483765" r:id="rId57"/>
    <p:sldLayoutId id="2147483766" r:id="rId58"/>
    <p:sldLayoutId id="2147483767" r:id="rId59"/>
    <p:sldLayoutId id="2147483768" r:id="rId60"/>
    <p:sldLayoutId id="2147483769" r:id="rId61"/>
    <p:sldLayoutId id="2147483770" r:id="rId62"/>
    <p:sldLayoutId id="2147483847" r:id="rId63"/>
    <p:sldLayoutId id="2147483921" r:id="rId6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2000"/>
        </a:spcBef>
        <a:spcAft>
          <a:spcPts val="500"/>
        </a:spcAft>
        <a:buFont typeface="Arial" panose="020B0604020202020204" pitchFamily="34" charset="0"/>
        <a:buNone/>
        <a:defRPr sz="17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936000" indent="288000" algn="l" defTabSz="9144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lang="pt-BR" sz="1600" kern="1200" dirty="0">
          <a:solidFill>
            <a:schemeClr val="tx2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576">
          <p15:clr>
            <a:srgbClr val="F26B43"/>
          </p15:clr>
        </p15:guide>
        <p15:guide id="4" pos="988">
          <p15:clr>
            <a:srgbClr val="F26B43"/>
          </p15:clr>
        </p15:guide>
        <p15:guide id="5" pos="1141">
          <p15:clr>
            <a:srgbClr val="F26B43"/>
          </p15:clr>
        </p15:guide>
        <p15:guide id="6" pos="1544">
          <p15:clr>
            <a:srgbClr val="F26B43"/>
          </p15:clr>
        </p15:guide>
        <p15:guide id="7" pos="1688">
          <p15:clr>
            <a:srgbClr val="F26B43"/>
          </p15:clr>
        </p15:guide>
        <p15:guide id="8" pos="2100">
          <p15:clr>
            <a:srgbClr val="F26B43"/>
          </p15:clr>
        </p15:guide>
        <p15:guide id="9" pos="2244">
          <p15:clr>
            <a:srgbClr val="F26B43"/>
          </p15:clr>
        </p15:guide>
        <p15:guide id="10" pos="2656">
          <p15:clr>
            <a:srgbClr val="F26B43"/>
          </p15:clr>
        </p15:guide>
        <p15:guide id="11" pos="2800">
          <p15:clr>
            <a:srgbClr val="F26B43"/>
          </p15:clr>
        </p15:guide>
        <p15:guide id="12" pos="3212">
          <p15:clr>
            <a:srgbClr val="F26B43"/>
          </p15:clr>
        </p15:guide>
        <p15:guide id="13" pos="3356">
          <p15:clr>
            <a:srgbClr val="F26B43"/>
          </p15:clr>
        </p15:guide>
        <p15:guide id="14" pos="3768">
          <p15:clr>
            <a:srgbClr val="F26B43"/>
          </p15:clr>
        </p15:guide>
        <p15:guide id="15" pos="3912">
          <p15:clr>
            <a:srgbClr val="F26B43"/>
          </p15:clr>
        </p15:guide>
        <p15:guide id="16" pos="4324">
          <p15:clr>
            <a:srgbClr val="F26B43"/>
          </p15:clr>
        </p15:guide>
        <p15:guide id="17" pos="4468">
          <p15:clr>
            <a:srgbClr val="F26B43"/>
          </p15:clr>
        </p15:guide>
        <p15:guide id="18" pos="4880">
          <p15:clr>
            <a:srgbClr val="F26B43"/>
          </p15:clr>
        </p15:guide>
        <p15:guide id="19" pos="5024">
          <p15:clr>
            <a:srgbClr val="F26B43"/>
          </p15:clr>
        </p15:guide>
        <p15:guide id="20" pos="5436">
          <p15:clr>
            <a:srgbClr val="F26B43"/>
          </p15:clr>
        </p15:guide>
        <p15:guide id="21" pos="5580">
          <p15:clr>
            <a:srgbClr val="F26B43"/>
          </p15:clr>
        </p15:guide>
        <p15:guide id="22" pos="5992">
          <p15:clr>
            <a:srgbClr val="F26B43"/>
          </p15:clr>
        </p15:guide>
        <p15:guide id="23" pos="6136">
          <p15:clr>
            <a:srgbClr val="F26B43"/>
          </p15:clr>
        </p15:guide>
        <p15:guide id="24" pos="6548">
          <p15:clr>
            <a:srgbClr val="F26B43"/>
          </p15:clr>
        </p15:guide>
        <p15:guide id="25" pos="6692">
          <p15:clr>
            <a:srgbClr val="F26B43"/>
          </p15:clr>
        </p15:guide>
        <p15:guide id="26" pos="7104">
          <p15:clr>
            <a:srgbClr val="F26B43"/>
          </p15:clr>
        </p15:guide>
        <p15:guide id="27" orient="horz">
          <p15:clr>
            <a:srgbClr val="F26B43"/>
          </p15:clr>
        </p15:guide>
        <p15:guide id="28" orient="horz" pos="4320">
          <p15:clr>
            <a:srgbClr val="F26B43"/>
          </p15:clr>
        </p15:guide>
        <p15:guide id="29" orient="horz" pos="403">
          <p15:clr>
            <a:srgbClr val="F26B43"/>
          </p15:clr>
        </p15:guide>
        <p15:guide id="30" orient="horz" pos="716">
          <p15:clr>
            <a:srgbClr val="F26B43"/>
          </p15:clr>
        </p15:guide>
        <p15:guide id="31" orient="horz" pos="860">
          <p15:clr>
            <a:srgbClr val="F26B43"/>
          </p15:clr>
        </p15:guide>
        <p15:guide id="32" orient="horz" pos="1173">
          <p15:clr>
            <a:srgbClr val="F26B43"/>
          </p15:clr>
        </p15:guide>
        <p15:guide id="33" orient="horz" pos="1317">
          <p15:clr>
            <a:srgbClr val="F26B43"/>
          </p15:clr>
        </p15:guide>
        <p15:guide id="34" orient="horz" pos="1630">
          <p15:clr>
            <a:srgbClr val="F26B43"/>
          </p15:clr>
        </p15:guide>
        <p15:guide id="35" orient="horz" pos="1774">
          <p15:clr>
            <a:srgbClr val="F26B43"/>
          </p15:clr>
        </p15:guide>
        <p15:guide id="36" orient="horz" pos="2088">
          <p15:clr>
            <a:srgbClr val="F26B43"/>
          </p15:clr>
        </p15:guide>
        <p15:guide id="37" orient="horz" pos="2232">
          <p15:clr>
            <a:srgbClr val="F26B43"/>
          </p15:clr>
        </p15:guide>
        <p15:guide id="38" orient="horz" pos="2545">
          <p15:clr>
            <a:srgbClr val="F26B43"/>
          </p15:clr>
        </p15:guide>
        <p15:guide id="39" orient="horz" pos="2689">
          <p15:clr>
            <a:srgbClr val="F26B43"/>
          </p15:clr>
        </p15:guide>
        <p15:guide id="40" orient="horz" pos="3002">
          <p15:clr>
            <a:srgbClr val="F26B43"/>
          </p15:clr>
        </p15:guide>
        <p15:guide id="41" orient="horz" pos="3146">
          <p15:clr>
            <a:srgbClr val="F26B43"/>
          </p15:clr>
        </p15:guide>
        <p15:guide id="42" orient="horz" pos="3459">
          <p15:clr>
            <a:srgbClr val="F26B43"/>
          </p15:clr>
        </p15:guide>
        <p15:guide id="43" orient="horz" pos="3603">
          <p15:clr>
            <a:srgbClr val="F26B43"/>
          </p15:clr>
        </p15:guide>
        <p15:guide id="44" orient="horz" pos="391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Gray"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621A2AB-7CD1-5A5F-8B24-D52C216A5E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5"/>
            </p:custDataLst>
            <p:extLst>
              <p:ext uri="{D42A27DB-BD31-4B8C-83A1-F6EECF244321}">
                <p14:modId xmlns:p14="http://schemas.microsoft.com/office/powerpoint/2010/main" val="18018751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66" imgW="384" imgH="384" progId="TCLayout.ActiveDocument.1">
                  <p:embed/>
                </p:oleObj>
              </mc:Choice>
              <mc:Fallback>
                <p:oleObj name="Slide do think-cell" r:id="rId66" imgW="384" imgH="38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621A2AB-7CD1-5A5F-8B24-D52C216A5E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1375562-E38E-3A5D-DD5E-76EE13574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1037"/>
            <a:ext cx="10363200" cy="12811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C89F05-6560-FB4B-012E-55287B7FD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090738"/>
            <a:ext cx="10363200" cy="4086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Segundo nível</a:t>
            </a:r>
          </a:p>
          <a:p>
            <a:pPr marL="792000" marR="0" lvl="2" indent="-2880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8"/>
                    </a:ext>
                  </a:extLst>
                </a:blip>
              </a:buBlip>
              <a:tabLst/>
              <a:defRPr/>
            </a:pPr>
            <a:endParaRPr lang="pt-BR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F552152-09DD-4754-E8EA-28C8CDC581E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806451" y="1"/>
            <a:ext cx="711200" cy="542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r"/>
            <a:r>
              <a:rPr lang="en-US" sz="900" b="1">
                <a:solidFill>
                  <a:schemeClr val="bg1"/>
                </a:solidFill>
              </a:rPr>
              <a:t> R 45</a:t>
            </a:r>
          </a:p>
          <a:p>
            <a:pPr lvl="0" algn="r"/>
            <a:r>
              <a:rPr lang="en-US" sz="900" b="1">
                <a:solidFill>
                  <a:schemeClr val="bg1"/>
                </a:solidFill>
              </a:rPr>
              <a:t> G 61</a:t>
            </a:r>
          </a:p>
          <a:p>
            <a:pPr lvl="0" algn="r"/>
            <a:r>
              <a:rPr lang="en-US" sz="900" b="1">
                <a:solidFill>
                  <a:schemeClr val="bg1"/>
                </a:solidFill>
              </a:rPr>
              <a:t>B 112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745BB3BD-7CE9-F565-F21C-426C7596E71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806451" y="621506"/>
            <a:ext cx="711200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r"/>
            <a:r>
              <a:rPr lang="en-US" sz="900" b="1">
                <a:solidFill>
                  <a:schemeClr val="bg1"/>
                </a:solidFill>
              </a:rPr>
              <a:t> R 244</a:t>
            </a:r>
          </a:p>
          <a:p>
            <a:pPr lvl="0" algn="r"/>
            <a:r>
              <a:rPr lang="en-US" sz="900" b="1">
                <a:solidFill>
                  <a:schemeClr val="bg1"/>
                </a:solidFill>
              </a:rPr>
              <a:t> G 97</a:t>
            </a:r>
          </a:p>
          <a:p>
            <a:pPr lvl="0" algn="r"/>
            <a:r>
              <a:rPr lang="en-US" sz="900" b="1">
                <a:solidFill>
                  <a:schemeClr val="bg1"/>
                </a:solidFill>
              </a:rPr>
              <a:t>B 77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F7F9F265-89D1-78AC-55E6-238CE5D4A1E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806451" y="1233488"/>
            <a:ext cx="711200" cy="5429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en-US" sz="900" b="1">
                <a:solidFill>
                  <a:schemeClr val="bg1"/>
                </a:solidFill>
              </a:rPr>
              <a:t>R 176</a:t>
            </a:r>
          </a:p>
          <a:p>
            <a:pPr algn="r"/>
            <a:r>
              <a:rPr lang="en-US" sz="900" b="1">
                <a:solidFill>
                  <a:schemeClr val="bg1"/>
                </a:solidFill>
              </a:rPr>
              <a:t>G 183</a:t>
            </a:r>
          </a:p>
          <a:p>
            <a:pPr algn="r"/>
            <a:r>
              <a:rPr lang="en-US" sz="900" b="1">
                <a:solidFill>
                  <a:schemeClr val="bg1"/>
                </a:solidFill>
              </a:rPr>
              <a:t>B 193</a:t>
            </a:r>
          </a:p>
        </p:txBody>
      </p:sp>
      <p:pic>
        <p:nvPicPr>
          <p:cNvPr id="27" name="Gráfico 26">
            <a:extLst>
              <a:ext uri="{FF2B5EF4-FFF2-40B4-BE49-F238E27FC236}">
                <a16:creationId xmlns:a16="http://schemas.microsoft.com/office/drawing/2014/main" id="{31F32912-5504-1525-E4B7-761D37AF19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-806451" y="2343150"/>
            <a:ext cx="711200" cy="417743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6CA5DEA4-EEAB-3449-C3DD-83C8AC4487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-806451" y="2760893"/>
            <a:ext cx="711200" cy="334885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B90C53BE-8249-C3B9-7787-556D2CC132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-233348" y="3254590"/>
            <a:ext cx="138097" cy="162264"/>
          </a:xfrm>
          <a:prstGeom prst="rect">
            <a:avLst/>
          </a:prstGeom>
        </p:spPr>
      </p:pic>
      <p:pic>
        <p:nvPicPr>
          <p:cNvPr id="14" name="Gráfico 13" descr="Matérias primas estrutura de tópicos">
            <a:extLst>
              <a:ext uri="{FF2B5EF4-FFF2-40B4-BE49-F238E27FC236}">
                <a16:creationId xmlns:a16="http://schemas.microsoft.com/office/drawing/2014/main" id="{8AD833E9-22C0-601A-0AE3-555FB8C375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4457074" y="2993159"/>
            <a:ext cx="242954" cy="242954"/>
          </a:xfrm>
          <a:prstGeom prst="rect">
            <a:avLst/>
          </a:prstGeom>
        </p:spPr>
      </p:pic>
      <p:pic>
        <p:nvPicPr>
          <p:cNvPr id="15" name="Gráfico 14" descr="Ferramentas de mineração estrutura de tópicos">
            <a:extLst>
              <a:ext uri="{FF2B5EF4-FFF2-40B4-BE49-F238E27FC236}">
                <a16:creationId xmlns:a16="http://schemas.microsoft.com/office/drawing/2014/main" id="{CCA2FCD9-F510-D80C-4745-0BF4C8EDB2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14742849" y="2121862"/>
            <a:ext cx="242952" cy="242952"/>
          </a:xfrm>
          <a:prstGeom prst="rect">
            <a:avLst/>
          </a:prstGeom>
        </p:spPr>
      </p:pic>
      <p:pic>
        <p:nvPicPr>
          <p:cNvPr id="16" name="Gráfico 15" descr="Giroteodolito estrutura de tópicos">
            <a:extLst>
              <a:ext uri="{FF2B5EF4-FFF2-40B4-BE49-F238E27FC236}">
                <a16:creationId xmlns:a16="http://schemas.microsoft.com/office/drawing/2014/main" id="{F0FBC73D-E02E-FE83-D5BA-3DC8280E30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13805097" y="1382027"/>
            <a:ext cx="283735" cy="283735"/>
          </a:xfrm>
          <a:prstGeom prst="rect">
            <a:avLst/>
          </a:prstGeom>
        </p:spPr>
      </p:pic>
      <p:pic>
        <p:nvPicPr>
          <p:cNvPr id="17" name="Gráfico 16" descr="Trabalho estrutura de tópicos">
            <a:extLst>
              <a:ext uri="{FF2B5EF4-FFF2-40B4-BE49-F238E27FC236}">
                <a16:creationId xmlns:a16="http://schemas.microsoft.com/office/drawing/2014/main" id="{32532361-509B-7A46-B1D7-55CBC5498F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13459014" y="2272264"/>
            <a:ext cx="242952" cy="242952"/>
          </a:xfrm>
          <a:prstGeom prst="rect">
            <a:avLst/>
          </a:prstGeom>
        </p:spPr>
      </p:pic>
      <p:pic>
        <p:nvPicPr>
          <p:cNvPr id="18" name="Gráfico 17" descr="Mapa da topografia estrutura de tópicos">
            <a:extLst>
              <a:ext uri="{FF2B5EF4-FFF2-40B4-BE49-F238E27FC236}">
                <a16:creationId xmlns:a16="http://schemas.microsoft.com/office/drawing/2014/main" id="{1BDC512B-4ED3-961D-76C0-58A033B486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13383978" y="5325046"/>
            <a:ext cx="214270" cy="214270"/>
          </a:xfrm>
          <a:prstGeom prst="rect">
            <a:avLst/>
          </a:prstGeom>
        </p:spPr>
      </p:pic>
      <p:pic>
        <p:nvPicPr>
          <p:cNvPr id="19" name="Gráfico 18" descr="Caminhão de lixo estrutura de tópicos">
            <a:extLst>
              <a:ext uri="{FF2B5EF4-FFF2-40B4-BE49-F238E27FC236}">
                <a16:creationId xmlns:a16="http://schemas.microsoft.com/office/drawing/2014/main" id="{71A9711F-F456-49EE-5BF2-E847298745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13596049" y="1112339"/>
            <a:ext cx="211834" cy="211834"/>
          </a:xfrm>
          <a:prstGeom prst="rect">
            <a:avLst/>
          </a:prstGeom>
        </p:spPr>
      </p:pic>
      <p:pic>
        <p:nvPicPr>
          <p:cNvPr id="20" name="Gráfico 19" descr="Área de Transferência estrutura de tópicos">
            <a:extLst>
              <a:ext uri="{FF2B5EF4-FFF2-40B4-BE49-F238E27FC236}">
                <a16:creationId xmlns:a16="http://schemas.microsoft.com/office/drawing/2014/main" id="{0B7D5D2B-E920-5228-5D71-03FA4EC24A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12940699" y="5716455"/>
            <a:ext cx="199733" cy="199733"/>
          </a:xfrm>
          <a:prstGeom prst="rect">
            <a:avLst/>
          </a:prstGeom>
        </p:spPr>
      </p:pic>
      <p:pic>
        <p:nvPicPr>
          <p:cNvPr id="21" name="Gráfico 20" descr="Área de Transferência Marcada estrutura de tópicos">
            <a:extLst>
              <a:ext uri="{FF2B5EF4-FFF2-40B4-BE49-F238E27FC236}">
                <a16:creationId xmlns:a16="http://schemas.microsoft.com/office/drawing/2014/main" id="{F1D20945-8D16-40DE-2D51-2B7423C50A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14804579" y="3454273"/>
            <a:ext cx="274845" cy="274845"/>
          </a:xfrm>
          <a:prstGeom prst="rect">
            <a:avLst/>
          </a:prstGeom>
        </p:spPr>
      </p:pic>
      <p:pic>
        <p:nvPicPr>
          <p:cNvPr id="22" name="Gráfico 21" descr="Bússola estrutura de tópicos">
            <a:extLst>
              <a:ext uri="{FF2B5EF4-FFF2-40B4-BE49-F238E27FC236}">
                <a16:creationId xmlns:a16="http://schemas.microsoft.com/office/drawing/2014/main" id="{6C420177-92AA-84B7-F0A4-24F84B8716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 flipH="1">
            <a:off x="14776828" y="3143563"/>
            <a:ext cx="274844" cy="274844"/>
          </a:xfrm>
          <a:prstGeom prst="rect">
            <a:avLst/>
          </a:prstGeom>
        </p:spPr>
      </p:pic>
      <p:pic>
        <p:nvPicPr>
          <p:cNvPr id="23" name="Gráfico 22" descr="Cristais estrutura de tópicos">
            <a:extLst>
              <a:ext uri="{FF2B5EF4-FFF2-40B4-BE49-F238E27FC236}">
                <a16:creationId xmlns:a16="http://schemas.microsoft.com/office/drawing/2014/main" id="{132D3788-0ED4-1DB7-6F66-701745F129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3302357" y="4851361"/>
            <a:ext cx="271075" cy="271075"/>
          </a:xfrm>
          <a:prstGeom prst="rect">
            <a:avLst/>
          </a:prstGeom>
        </p:spPr>
      </p:pic>
      <p:pic>
        <p:nvPicPr>
          <p:cNvPr id="24" name="Gráfico 23" descr="Trem de brinquedo estrutura de tópicos">
            <a:extLst>
              <a:ext uri="{FF2B5EF4-FFF2-40B4-BE49-F238E27FC236}">
                <a16:creationId xmlns:a16="http://schemas.microsoft.com/office/drawing/2014/main" id="{4C7606AE-ED0D-B3B7-E088-85E82B0974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14114976" y="701726"/>
            <a:ext cx="211834" cy="211834"/>
          </a:xfrm>
          <a:prstGeom prst="rect">
            <a:avLst/>
          </a:prstGeom>
        </p:spPr>
      </p:pic>
      <p:pic>
        <p:nvPicPr>
          <p:cNvPr id="25" name="Gráfico 24" descr="Carrinho de mão estrutura de tópicos">
            <a:extLst>
              <a:ext uri="{FF2B5EF4-FFF2-40B4-BE49-F238E27FC236}">
                <a16:creationId xmlns:a16="http://schemas.microsoft.com/office/drawing/2014/main" id="{0BDD9D82-3131-3A33-2A53-896A4B6632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13714980" y="500417"/>
            <a:ext cx="293859" cy="293859"/>
          </a:xfrm>
          <a:prstGeom prst="rect">
            <a:avLst/>
          </a:prstGeom>
        </p:spPr>
      </p:pic>
      <p:pic>
        <p:nvPicPr>
          <p:cNvPr id="26" name="Gráfico 25" descr="Barras de ouro estrutura de tópicos">
            <a:extLst>
              <a:ext uri="{FF2B5EF4-FFF2-40B4-BE49-F238E27FC236}">
                <a16:creationId xmlns:a16="http://schemas.microsoft.com/office/drawing/2014/main" id="{8E3FCE5E-2E30-1A9B-329F-E68142982B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14888604" y="2573070"/>
            <a:ext cx="242953" cy="242953"/>
          </a:xfrm>
          <a:prstGeom prst="rect">
            <a:avLst/>
          </a:prstGeom>
        </p:spPr>
      </p:pic>
      <p:pic>
        <p:nvPicPr>
          <p:cNvPr id="28" name="Gráfico 27" descr="Pote de ouro estrutura de tópicos">
            <a:extLst>
              <a:ext uri="{FF2B5EF4-FFF2-40B4-BE49-F238E27FC236}">
                <a16:creationId xmlns:a16="http://schemas.microsoft.com/office/drawing/2014/main" id="{CF9EE902-47A5-5A68-7DA4-26052033AE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13325342" y="821010"/>
            <a:ext cx="255463" cy="255463"/>
          </a:xfrm>
          <a:prstGeom prst="rect">
            <a:avLst/>
          </a:prstGeom>
        </p:spPr>
      </p:pic>
      <p:pic>
        <p:nvPicPr>
          <p:cNvPr id="30" name="Gráfico 29" descr="Mapa do tesouro estrutura de tópicos">
            <a:extLst>
              <a:ext uri="{FF2B5EF4-FFF2-40B4-BE49-F238E27FC236}">
                <a16:creationId xmlns:a16="http://schemas.microsoft.com/office/drawing/2014/main" id="{01F3B905-75F9-0EED-E25B-960161825A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14240517" y="4579957"/>
            <a:ext cx="220966" cy="220966"/>
          </a:xfrm>
          <a:prstGeom prst="rect">
            <a:avLst/>
          </a:prstGeom>
        </p:spPr>
      </p:pic>
      <p:pic>
        <p:nvPicPr>
          <p:cNvPr id="32" name="Gráfico 31" descr="Mapa com alfinete estrutura de tópicos">
            <a:extLst>
              <a:ext uri="{FF2B5EF4-FFF2-40B4-BE49-F238E27FC236}">
                <a16:creationId xmlns:a16="http://schemas.microsoft.com/office/drawing/2014/main" id="{B2220691-CCCA-00DE-BDC0-2065FABC5A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14339112" y="4116238"/>
            <a:ext cx="242953" cy="242953"/>
          </a:xfrm>
          <a:prstGeom prst="rect">
            <a:avLst/>
          </a:prstGeom>
        </p:spPr>
      </p:pic>
      <p:pic>
        <p:nvPicPr>
          <p:cNvPr id="33" name="Gráfico 32" descr="Trilhos de trem estrutura de tópicos">
            <a:extLst>
              <a:ext uri="{FF2B5EF4-FFF2-40B4-BE49-F238E27FC236}">
                <a16:creationId xmlns:a16="http://schemas.microsoft.com/office/drawing/2014/main" id="{29AA9D78-A40F-A0D5-94D8-EDF382D77D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14870878" y="2842757"/>
            <a:ext cx="242952" cy="242952"/>
          </a:xfrm>
          <a:prstGeom prst="rect">
            <a:avLst/>
          </a:prstGeom>
        </p:spPr>
      </p:pic>
      <p:pic>
        <p:nvPicPr>
          <p:cNvPr id="34" name="Gráfico 33" descr="Globo estrutura de tópicos">
            <a:extLst>
              <a:ext uri="{FF2B5EF4-FFF2-40B4-BE49-F238E27FC236}">
                <a16:creationId xmlns:a16="http://schemas.microsoft.com/office/drawing/2014/main" id="{D27B2EF7-9895-0618-8B6A-E080254CC6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13577612" y="2422666"/>
            <a:ext cx="242954" cy="242954"/>
          </a:xfrm>
          <a:prstGeom prst="rect">
            <a:avLst/>
          </a:prstGeom>
        </p:spPr>
      </p:pic>
      <p:pic>
        <p:nvPicPr>
          <p:cNvPr id="35" name="Gráfico 34" descr="Mundo estrutura de tópicos">
            <a:extLst>
              <a:ext uri="{FF2B5EF4-FFF2-40B4-BE49-F238E27FC236}">
                <a16:creationId xmlns:a16="http://schemas.microsoft.com/office/drawing/2014/main" id="{6FF17257-CF5D-93EA-7C30-4BA9081BE2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13567259" y="4417045"/>
            <a:ext cx="255462" cy="255462"/>
          </a:xfrm>
          <a:prstGeom prst="rect">
            <a:avLst/>
          </a:prstGeom>
        </p:spPr>
      </p:pic>
      <p:pic>
        <p:nvPicPr>
          <p:cNvPr id="36" name="Gráfico 35" descr="Bússola de mapa estrutura de tópicos">
            <a:extLst>
              <a:ext uri="{FF2B5EF4-FFF2-40B4-BE49-F238E27FC236}">
                <a16:creationId xmlns:a16="http://schemas.microsoft.com/office/drawing/2014/main" id="{5FAEB632-7EE6-0BF8-FAC3-DEE6E4D053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13946312" y="1725431"/>
            <a:ext cx="306686" cy="306686"/>
          </a:xfrm>
          <a:prstGeom prst="rect">
            <a:avLst/>
          </a:prstGeom>
        </p:spPr>
      </p:pic>
      <p:pic>
        <p:nvPicPr>
          <p:cNvPr id="37" name="Gráfico 36" descr="Cena de estrada estrutura de tópicos">
            <a:extLst>
              <a:ext uri="{FF2B5EF4-FFF2-40B4-BE49-F238E27FC236}">
                <a16:creationId xmlns:a16="http://schemas.microsoft.com/office/drawing/2014/main" id="{2355756D-5A01-3BF7-BB12-9B6B57C60F7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 flipH="1">
            <a:off x="14440317" y="3636568"/>
            <a:ext cx="302532" cy="302532"/>
          </a:xfrm>
          <a:prstGeom prst="rect">
            <a:avLst/>
          </a:prstGeom>
        </p:spPr>
      </p:pic>
      <p:pic>
        <p:nvPicPr>
          <p:cNvPr id="38" name="Gráfico 37" descr="Compasso estrutura de tópicos">
            <a:extLst>
              <a:ext uri="{FF2B5EF4-FFF2-40B4-BE49-F238E27FC236}">
                <a16:creationId xmlns:a16="http://schemas.microsoft.com/office/drawing/2014/main" id="{FB18B9E5-4754-08C4-3E89-2B33637D03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14578550" y="1573212"/>
            <a:ext cx="244769" cy="244769"/>
          </a:xfrm>
          <a:prstGeom prst="rect">
            <a:avLst/>
          </a:prstGeom>
        </p:spPr>
      </p:pic>
      <p:pic>
        <p:nvPicPr>
          <p:cNvPr id="39" name="Gráfico 38" descr="Trilhos de trem estrutura de tópicos">
            <a:extLst>
              <a:ext uri="{FF2B5EF4-FFF2-40B4-BE49-F238E27FC236}">
                <a16:creationId xmlns:a16="http://schemas.microsoft.com/office/drawing/2014/main" id="{C92C70C5-C2A6-A477-EEB8-601B8D205D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14044071" y="5174644"/>
            <a:ext cx="242952" cy="242952"/>
          </a:xfrm>
          <a:prstGeom prst="rect">
            <a:avLst/>
          </a:prstGeom>
        </p:spPr>
      </p:pic>
      <p:pic>
        <p:nvPicPr>
          <p:cNvPr id="40" name="Gráfico 39" descr="Matérias primas estrutura de tópicos">
            <a:extLst>
              <a:ext uri="{FF2B5EF4-FFF2-40B4-BE49-F238E27FC236}">
                <a16:creationId xmlns:a16="http://schemas.microsoft.com/office/drawing/2014/main" id="{07B5BB62-52E0-DDBD-5DBB-1E49FF5845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4214120" y="1231623"/>
            <a:ext cx="242954" cy="242954"/>
          </a:xfrm>
          <a:prstGeom prst="rect">
            <a:avLst/>
          </a:prstGeom>
        </p:spPr>
      </p:pic>
      <p:pic>
        <p:nvPicPr>
          <p:cNvPr id="41" name="Gráfico 40" descr="Globo estrutura de tópicos">
            <a:extLst>
              <a:ext uri="{FF2B5EF4-FFF2-40B4-BE49-F238E27FC236}">
                <a16:creationId xmlns:a16="http://schemas.microsoft.com/office/drawing/2014/main" id="{9209910A-2692-51DA-CF5A-6C3BF9E6D9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14141174" y="3846550"/>
            <a:ext cx="242954" cy="242954"/>
          </a:xfrm>
          <a:prstGeom prst="rect">
            <a:avLst/>
          </a:prstGeom>
        </p:spPr>
      </p:pic>
      <p:pic>
        <p:nvPicPr>
          <p:cNvPr id="42" name="Gráfico 41" descr="Trem de brinquedo estrutura de tópicos">
            <a:extLst>
              <a:ext uri="{FF2B5EF4-FFF2-40B4-BE49-F238E27FC236}">
                <a16:creationId xmlns:a16="http://schemas.microsoft.com/office/drawing/2014/main" id="{6AF85600-9BD1-3F8C-3267-7560B21775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14265256" y="2723473"/>
            <a:ext cx="211834" cy="211834"/>
          </a:xfrm>
          <a:prstGeom prst="rect">
            <a:avLst/>
          </a:prstGeom>
        </p:spPr>
      </p:pic>
      <p:pic>
        <p:nvPicPr>
          <p:cNvPr id="43" name="Gráfico 42" descr="Matérias primas estrutura de tópicos">
            <a:extLst>
              <a:ext uri="{FF2B5EF4-FFF2-40B4-BE49-F238E27FC236}">
                <a16:creationId xmlns:a16="http://schemas.microsoft.com/office/drawing/2014/main" id="{8D8078A1-4EA2-7541-BFE3-B74B7BF001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3244075" y="5566050"/>
            <a:ext cx="242954" cy="242954"/>
          </a:xfrm>
          <a:prstGeom prst="rect">
            <a:avLst/>
          </a:prstGeom>
        </p:spPr>
      </p:pic>
      <p:pic>
        <p:nvPicPr>
          <p:cNvPr id="44" name="Gráfico 43" descr="Mapa do tesouro estrutura de tópicos">
            <a:extLst>
              <a:ext uri="{FF2B5EF4-FFF2-40B4-BE49-F238E27FC236}">
                <a16:creationId xmlns:a16="http://schemas.microsoft.com/office/drawing/2014/main" id="{7B951DF5-D3BC-6A46-7754-CF43BB05E3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13816433" y="983923"/>
            <a:ext cx="220966" cy="220966"/>
          </a:xfrm>
          <a:prstGeom prst="rect">
            <a:avLst/>
          </a:prstGeom>
        </p:spPr>
      </p:pic>
      <p:pic>
        <p:nvPicPr>
          <p:cNvPr id="45" name="Gráfico 44" descr="Área de Transferência Marcada estrutura de tópicos">
            <a:extLst>
              <a:ext uri="{FF2B5EF4-FFF2-40B4-BE49-F238E27FC236}">
                <a16:creationId xmlns:a16="http://schemas.microsoft.com/office/drawing/2014/main" id="{922D4BC0-55E5-940D-FBC9-7553451F6D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14386567" y="1939567"/>
            <a:ext cx="274845" cy="274845"/>
          </a:xfrm>
          <a:prstGeom prst="rect">
            <a:avLst/>
          </a:prstGeom>
        </p:spPr>
      </p:pic>
      <p:pic>
        <p:nvPicPr>
          <p:cNvPr id="46" name="Gráfico 45" descr="Trem de brinquedo estrutura de tópicos">
            <a:extLst>
              <a:ext uri="{FF2B5EF4-FFF2-40B4-BE49-F238E27FC236}">
                <a16:creationId xmlns:a16="http://schemas.microsoft.com/office/drawing/2014/main" id="{4E44D481-2ED6-C84D-2C21-2412913B5C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14776828" y="3996954"/>
            <a:ext cx="211834" cy="211834"/>
          </a:xfrm>
          <a:prstGeom prst="rect">
            <a:avLst/>
          </a:prstGeom>
        </p:spPr>
      </p:pic>
      <p:pic>
        <p:nvPicPr>
          <p:cNvPr id="47" name="Gráfico 46" descr="Matérias primas estrutura de tópicos">
            <a:extLst>
              <a:ext uri="{FF2B5EF4-FFF2-40B4-BE49-F238E27FC236}">
                <a16:creationId xmlns:a16="http://schemas.microsoft.com/office/drawing/2014/main" id="{F41F90FD-58E5-06C9-88E1-02EE7679A3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4477092" y="4266641"/>
            <a:ext cx="242954" cy="242954"/>
          </a:xfrm>
          <a:prstGeom prst="rect">
            <a:avLst/>
          </a:prstGeom>
        </p:spPr>
      </p:pic>
      <p:pic>
        <p:nvPicPr>
          <p:cNvPr id="48" name="Gráfico 47" descr="Mapa do tesouro estrutura de tópicos">
            <a:extLst>
              <a:ext uri="{FF2B5EF4-FFF2-40B4-BE49-F238E27FC236}">
                <a16:creationId xmlns:a16="http://schemas.microsoft.com/office/drawing/2014/main" id="{5A0884C7-11F4-27ED-CAA5-AC6B68E432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14274679" y="3325857"/>
            <a:ext cx="220966" cy="220966"/>
          </a:xfrm>
          <a:prstGeom prst="rect">
            <a:avLst/>
          </a:prstGeom>
        </p:spPr>
      </p:pic>
      <p:pic>
        <p:nvPicPr>
          <p:cNvPr id="49" name="Gráfico 48" descr="Caminhão de lixo estrutura de tópicos">
            <a:extLst>
              <a:ext uri="{FF2B5EF4-FFF2-40B4-BE49-F238E27FC236}">
                <a16:creationId xmlns:a16="http://schemas.microsoft.com/office/drawing/2014/main" id="{B7AC7C5D-6CC1-8DCD-FFB2-D4571509E8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13037167" y="5446766"/>
            <a:ext cx="211834" cy="211834"/>
          </a:xfrm>
          <a:prstGeom prst="rect">
            <a:avLst/>
          </a:prstGeom>
        </p:spPr>
      </p:pic>
      <p:pic>
        <p:nvPicPr>
          <p:cNvPr id="50" name="Gráfico 49" descr="Bússola estrutura de tópicos">
            <a:extLst>
              <a:ext uri="{FF2B5EF4-FFF2-40B4-BE49-F238E27FC236}">
                <a16:creationId xmlns:a16="http://schemas.microsoft.com/office/drawing/2014/main" id="{828359E1-7125-2FE0-F0C7-5314016A45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 flipH="1">
            <a:off x="13021777" y="5029886"/>
            <a:ext cx="237308" cy="237308"/>
          </a:xfrm>
          <a:prstGeom prst="rect">
            <a:avLst/>
          </a:prstGeom>
        </p:spPr>
      </p:pic>
      <p:pic>
        <p:nvPicPr>
          <p:cNvPr id="51" name="Gráfico 50" descr="Globo estrutura de tópicos">
            <a:extLst>
              <a:ext uri="{FF2B5EF4-FFF2-40B4-BE49-F238E27FC236}">
                <a16:creationId xmlns:a16="http://schemas.microsoft.com/office/drawing/2014/main" id="{C99849C7-4D12-C2B0-FFA0-90637BCC0E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13959598" y="4708373"/>
            <a:ext cx="235538" cy="23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361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  <p:sldLayoutId id="2147483786" r:id="rId15"/>
    <p:sldLayoutId id="2147483787" r:id="rId16"/>
    <p:sldLayoutId id="2147483788" r:id="rId17"/>
    <p:sldLayoutId id="2147483789" r:id="rId18"/>
    <p:sldLayoutId id="2147483790" r:id="rId19"/>
    <p:sldLayoutId id="2147483791" r:id="rId20"/>
    <p:sldLayoutId id="2147483792" r:id="rId21"/>
    <p:sldLayoutId id="2147483793" r:id="rId22"/>
    <p:sldLayoutId id="2147483794" r:id="rId23"/>
    <p:sldLayoutId id="2147483795" r:id="rId24"/>
    <p:sldLayoutId id="2147483796" r:id="rId25"/>
    <p:sldLayoutId id="2147483797" r:id="rId26"/>
    <p:sldLayoutId id="2147483798" r:id="rId27"/>
    <p:sldLayoutId id="2147483799" r:id="rId28"/>
    <p:sldLayoutId id="2147483800" r:id="rId29"/>
    <p:sldLayoutId id="2147483801" r:id="rId30"/>
    <p:sldLayoutId id="2147483802" r:id="rId31"/>
    <p:sldLayoutId id="2147483803" r:id="rId32"/>
    <p:sldLayoutId id="2147483804" r:id="rId33"/>
    <p:sldLayoutId id="2147483805" r:id="rId34"/>
    <p:sldLayoutId id="2147483806" r:id="rId35"/>
    <p:sldLayoutId id="2147483807" r:id="rId36"/>
    <p:sldLayoutId id="2147483808" r:id="rId37"/>
    <p:sldLayoutId id="2147483809" r:id="rId38"/>
    <p:sldLayoutId id="2147483810" r:id="rId39"/>
    <p:sldLayoutId id="2147483811" r:id="rId40"/>
    <p:sldLayoutId id="2147483812" r:id="rId41"/>
    <p:sldLayoutId id="2147483813" r:id="rId42"/>
    <p:sldLayoutId id="2147483814" r:id="rId43"/>
    <p:sldLayoutId id="2147483815" r:id="rId44"/>
    <p:sldLayoutId id="2147483816" r:id="rId45"/>
    <p:sldLayoutId id="2147483817" r:id="rId46"/>
    <p:sldLayoutId id="2147483818" r:id="rId47"/>
    <p:sldLayoutId id="2147483819" r:id="rId48"/>
    <p:sldLayoutId id="2147483820" r:id="rId49"/>
    <p:sldLayoutId id="2147483821" r:id="rId50"/>
    <p:sldLayoutId id="2147483822" r:id="rId51"/>
    <p:sldLayoutId id="2147483823" r:id="rId52"/>
    <p:sldLayoutId id="2147483824" r:id="rId53"/>
    <p:sldLayoutId id="2147483825" r:id="rId54"/>
    <p:sldLayoutId id="2147483826" r:id="rId55"/>
    <p:sldLayoutId id="2147483827" r:id="rId56"/>
    <p:sldLayoutId id="2147483828" r:id="rId57"/>
    <p:sldLayoutId id="2147483829" r:id="rId58"/>
    <p:sldLayoutId id="2147483830" r:id="rId59"/>
    <p:sldLayoutId id="2147483831" r:id="rId60"/>
    <p:sldLayoutId id="2147483832" r:id="rId61"/>
    <p:sldLayoutId id="2147483833" r:id="rId62"/>
    <p:sldLayoutId id="2147483920" r:id="rId6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2000"/>
        </a:spcBef>
        <a:spcAft>
          <a:spcPts val="500"/>
        </a:spcAft>
        <a:buFont typeface="Arial" panose="020B0604020202020204" pitchFamily="34" charset="0"/>
        <a:buNone/>
        <a:defRPr sz="17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936000" indent="288000" algn="l" defTabSz="9144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lang="pt-BR" sz="1600" kern="1200" dirty="0">
          <a:solidFill>
            <a:schemeClr val="tx2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576">
          <p15:clr>
            <a:srgbClr val="F26B43"/>
          </p15:clr>
        </p15:guide>
        <p15:guide id="4" pos="988">
          <p15:clr>
            <a:srgbClr val="F26B43"/>
          </p15:clr>
        </p15:guide>
        <p15:guide id="5" pos="1141">
          <p15:clr>
            <a:srgbClr val="F26B43"/>
          </p15:clr>
        </p15:guide>
        <p15:guide id="6" pos="1544">
          <p15:clr>
            <a:srgbClr val="F26B43"/>
          </p15:clr>
        </p15:guide>
        <p15:guide id="7" pos="1688">
          <p15:clr>
            <a:srgbClr val="F26B43"/>
          </p15:clr>
        </p15:guide>
        <p15:guide id="8" pos="2100">
          <p15:clr>
            <a:srgbClr val="F26B43"/>
          </p15:clr>
        </p15:guide>
        <p15:guide id="9" pos="2244">
          <p15:clr>
            <a:srgbClr val="F26B43"/>
          </p15:clr>
        </p15:guide>
        <p15:guide id="10" pos="2656">
          <p15:clr>
            <a:srgbClr val="F26B43"/>
          </p15:clr>
        </p15:guide>
        <p15:guide id="11" pos="2800">
          <p15:clr>
            <a:srgbClr val="F26B43"/>
          </p15:clr>
        </p15:guide>
        <p15:guide id="12" pos="3212">
          <p15:clr>
            <a:srgbClr val="F26B43"/>
          </p15:clr>
        </p15:guide>
        <p15:guide id="13" pos="3356">
          <p15:clr>
            <a:srgbClr val="F26B43"/>
          </p15:clr>
        </p15:guide>
        <p15:guide id="14" pos="3768">
          <p15:clr>
            <a:srgbClr val="F26B43"/>
          </p15:clr>
        </p15:guide>
        <p15:guide id="15" pos="3912">
          <p15:clr>
            <a:srgbClr val="F26B43"/>
          </p15:clr>
        </p15:guide>
        <p15:guide id="16" pos="4324">
          <p15:clr>
            <a:srgbClr val="F26B43"/>
          </p15:clr>
        </p15:guide>
        <p15:guide id="17" pos="4468">
          <p15:clr>
            <a:srgbClr val="F26B43"/>
          </p15:clr>
        </p15:guide>
        <p15:guide id="18" pos="4880">
          <p15:clr>
            <a:srgbClr val="F26B43"/>
          </p15:clr>
        </p15:guide>
        <p15:guide id="19" pos="5024">
          <p15:clr>
            <a:srgbClr val="F26B43"/>
          </p15:clr>
        </p15:guide>
        <p15:guide id="20" pos="5436">
          <p15:clr>
            <a:srgbClr val="F26B43"/>
          </p15:clr>
        </p15:guide>
        <p15:guide id="21" pos="5580">
          <p15:clr>
            <a:srgbClr val="F26B43"/>
          </p15:clr>
        </p15:guide>
        <p15:guide id="22" pos="5992">
          <p15:clr>
            <a:srgbClr val="F26B43"/>
          </p15:clr>
        </p15:guide>
        <p15:guide id="23" pos="6136">
          <p15:clr>
            <a:srgbClr val="F26B43"/>
          </p15:clr>
        </p15:guide>
        <p15:guide id="24" pos="6548">
          <p15:clr>
            <a:srgbClr val="F26B43"/>
          </p15:clr>
        </p15:guide>
        <p15:guide id="25" pos="6692">
          <p15:clr>
            <a:srgbClr val="F26B43"/>
          </p15:clr>
        </p15:guide>
        <p15:guide id="26" pos="7104">
          <p15:clr>
            <a:srgbClr val="F26B43"/>
          </p15:clr>
        </p15:guide>
        <p15:guide id="27" orient="horz">
          <p15:clr>
            <a:srgbClr val="F26B43"/>
          </p15:clr>
        </p15:guide>
        <p15:guide id="28" orient="horz" pos="4320">
          <p15:clr>
            <a:srgbClr val="F26B43"/>
          </p15:clr>
        </p15:guide>
        <p15:guide id="29" orient="horz" pos="403">
          <p15:clr>
            <a:srgbClr val="F26B43"/>
          </p15:clr>
        </p15:guide>
        <p15:guide id="30" orient="horz" pos="716">
          <p15:clr>
            <a:srgbClr val="F26B43"/>
          </p15:clr>
        </p15:guide>
        <p15:guide id="31" orient="horz" pos="860">
          <p15:clr>
            <a:srgbClr val="F26B43"/>
          </p15:clr>
        </p15:guide>
        <p15:guide id="32" orient="horz" pos="1173">
          <p15:clr>
            <a:srgbClr val="F26B43"/>
          </p15:clr>
        </p15:guide>
        <p15:guide id="33" orient="horz" pos="1317">
          <p15:clr>
            <a:srgbClr val="F26B43"/>
          </p15:clr>
        </p15:guide>
        <p15:guide id="34" orient="horz" pos="1630">
          <p15:clr>
            <a:srgbClr val="F26B43"/>
          </p15:clr>
        </p15:guide>
        <p15:guide id="35" orient="horz" pos="1774">
          <p15:clr>
            <a:srgbClr val="F26B43"/>
          </p15:clr>
        </p15:guide>
        <p15:guide id="36" orient="horz" pos="2088">
          <p15:clr>
            <a:srgbClr val="F26B43"/>
          </p15:clr>
        </p15:guide>
        <p15:guide id="37" orient="horz" pos="2232">
          <p15:clr>
            <a:srgbClr val="F26B43"/>
          </p15:clr>
        </p15:guide>
        <p15:guide id="38" orient="horz" pos="2545">
          <p15:clr>
            <a:srgbClr val="F26B43"/>
          </p15:clr>
        </p15:guide>
        <p15:guide id="39" orient="horz" pos="2689">
          <p15:clr>
            <a:srgbClr val="F26B43"/>
          </p15:clr>
        </p15:guide>
        <p15:guide id="40" orient="horz" pos="3002">
          <p15:clr>
            <a:srgbClr val="F26B43"/>
          </p15:clr>
        </p15:guide>
        <p15:guide id="41" orient="horz" pos="3146">
          <p15:clr>
            <a:srgbClr val="F26B43"/>
          </p15:clr>
        </p15:guide>
        <p15:guide id="42" orient="horz" pos="3459">
          <p15:clr>
            <a:srgbClr val="F26B43"/>
          </p15:clr>
        </p15:guide>
        <p15:guide id="43" orient="horz" pos="3603">
          <p15:clr>
            <a:srgbClr val="F26B43"/>
          </p15:clr>
        </p15:guide>
        <p15:guide id="44" orient="horz" pos="391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Gray"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935B6F9-052D-01EC-95D7-2A59F7A5C4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4"/>
            </p:custDataLst>
            <p:extLst>
              <p:ext uri="{D42A27DB-BD31-4B8C-83A1-F6EECF244321}">
                <p14:modId xmlns:p14="http://schemas.microsoft.com/office/powerpoint/2010/main" val="3312980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5" imgW="425" imgH="424" progId="TCLayout.ActiveDocument.1">
                  <p:embed/>
                </p:oleObj>
              </mc:Choice>
              <mc:Fallback>
                <p:oleObj name="Slide do think-cell" r:id="rId35" imgW="425" imgH="42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935B6F9-052D-01EC-95D7-2A59F7A5C4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1375562-E38E-3A5D-DD5E-76EE13574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1037"/>
            <a:ext cx="10363200" cy="12811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C89F05-6560-FB4B-012E-55287B7FD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090738"/>
            <a:ext cx="10363200" cy="4086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Segundo nível</a:t>
            </a:r>
          </a:p>
          <a:p>
            <a:pPr marL="792000" marR="0" lvl="2" indent="-2880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7"/>
                    </a:ext>
                  </a:extLst>
                </a:blip>
              </a:buBlip>
              <a:tabLst/>
              <a:defRPr/>
            </a:pPr>
            <a:endParaRPr lang="pt-BR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F552152-09DD-4754-E8EA-28C8CDC581E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806451" y="1"/>
            <a:ext cx="711200" cy="542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r"/>
            <a:r>
              <a:rPr lang="en-US" sz="900" b="1">
                <a:solidFill>
                  <a:schemeClr val="bg1"/>
                </a:solidFill>
              </a:rPr>
              <a:t> R 45</a:t>
            </a:r>
          </a:p>
          <a:p>
            <a:pPr lvl="0" algn="r"/>
            <a:r>
              <a:rPr lang="en-US" sz="900" b="1">
                <a:solidFill>
                  <a:schemeClr val="bg1"/>
                </a:solidFill>
              </a:rPr>
              <a:t> G 61</a:t>
            </a:r>
          </a:p>
          <a:p>
            <a:pPr lvl="0" algn="r"/>
            <a:r>
              <a:rPr lang="en-US" sz="900" b="1">
                <a:solidFill>
                  <a:schemeClr val="bg1"/>
                </a:solidFill>
              </a:rPr>
              <a:t>B 112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745BB3BD-7CE9-F565-F21C-426C7596E71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806451" y="621506"/>
            <a:ext cx="711200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r"/>
            <a:r>
              <a:rPr lang="en-US" sz="900" b="1">
                <a:solidFill>
                  <a:schemeClr val="bg1"/>
                </a:solidFill>
              </a:rPr>
              <a:t> R 244</a:t>
            </a:r>
          </a:p>
          <a:p>
            <a:pPr lvl="0" algn="r"/>
            <a:r>
              <a:rPr lang="en-US" sz="900" b="1">
                <a:solidFill>
                  <a:schemeClr val="bg1"/>
                </a:solidFill>
              </a:rPr>
              <a:t> G 97</a:t>
            </a:r>
          </a:p>
          <a:p>
            <a:pPr lvl="0" algn="r"/>
            <a:r>
              <a:rPr lang="en-US" sz="900" b="1">
                <a:solidFill>
                  <a:schemeClr val="bg1"/>
                </a:solidFill>
              </a:rPr>
              <a:t>B 77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F7F9F265-89D1-78AC-55E6-238CE5D4A1E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806451" y="1233488"/>
            <a:ext cx="711200" cy="5429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en-US" sz="900" b="1">
                <a:solidFill>
                  <a:schemeClr val="bg1"/>
                </a:solidFill>
              </a:rPr>
              <a:t>R 176</a:t>
            </a:r>
          </a:p>
          <a:p>
            <a:pPr algn="r"/>
            <a:r>
              <a:rPr lang="en-US" sz="900" b="1">
                <a:solidFill>
                  <a:schemeClr val="bg1"/>
                </a:solidFill>
              </a:rPr>
              <a:t>G 183</a:t>
            </a:r>
          </a:p>
          <a:p>
            <a:pPr algn="r"/>
            <a:r>
              <a:rPr lang="en-US" sz="900" b="1">
                <a:solidFill>
                  <a:schemeClr val="bg1"/>
                </a:solidFill>
              </a:rPr>
              <a:t>B 193</a:t>
            </a:r>
          </a:p>
        </p:txBody>
      </p:sp>
      <p:pic>
        <p:nvPicPr>
          <p:cNvPr id="27" name="Gráfico 26">
            <a:extLst>
              <a:ext uri="{FF2B5EF4-FFF2-40B4-BE49-F238E27FC236}">
                <a16:creationId xmlns:a16="http://schemas.microsoft.com/office/drawing/2014/main" id="{31F32912-5504-1525-E4B7-761D37AF19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-806451" y="2343150"/>
            <a:ext cx="711200" cy="417743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6CA5DEA4-EEAB-3449-C3DD-83C8AC4487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-806451" y="2760893"/>
            <a:ext cx="711200" cy="334885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B90C53BE-8249-C3B9-7787-556D2CC132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-233348" y="3254590"/>
            <a:ext cx="138097" cy="162264"/>
          </a:xfrm>
          <a:prstGeom prst="rect">
            <a:avLst/>
          </a:prstGeom>
        </p:spPr>
      </p:pic>
      <p:pic>
        <p:nvPicPr>
          <p:cNvPr id="14" name="Gráfico 13" descr="Matérias primas estrutura de tópicos">
            <a:extLst>
              <a:ext uri="{FF2B5EF4-FFF2-40B4-BE49-F238E27FC236}">
                <a16:creationId xmlns:a16="http://schemas.microsoft.com/office/drawing/2014/main" id="{8AD833E9-22C0-601A-0AE3-555FB8C375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4457074" y="2993159"/>
            <a:ext cx="242954" cy="242954"/>
          </a:xfrm>
          <a:prstGeom prst="rect">
            <a:avLst/>
          </a:prstGeom>
        </p:spPr>
      </p:pic>
      <p:pic>
        <p:nvPicPr>
          <p:cNvPr id="15" name="Gráfico 14" descr="Ferramentas de mineração estrutura de tópicos">
            <a:extLst>
              <a:ext uri="{FF2B5EF4-FFF2-40B4-BE49-F238E27FC236}">
                <a16:creationId xmlns:a16="http://schemas.microsoft.com/office/drawing/2014/main" id="{CCA2FCD9-F510-D80C-4745-0BF4C8EDB2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4742849" y="2121862"/>
            <a:ext cx="242952" cy="242952"/>
          </a:xfrm>
          <a:prstGeom prst="rect">
            <a:avLst/>
          </a:prstGeom>
        </p:spPr>
      </p:pic>
      <p:pic>
        <p:nvPicPr>
          <p:cNvPr id="16" name="Gráfico 15" descr="Giroteodolito estrutura de tópicos">
            <a:extLst>
              <a:ext uri="{FF2B5EF4-FFF2-40B4-BE49-F238E27FC236}">
                <a16:creationId xmlns:a16="http://schemas.microsoft.com/office/drawing/2014/main" id="{F0FBC73D-E02E-FE83-D5BA-3DC8280E30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3805097" y="1382027"/>
            <a:ext cx="283735" cy="283735"/>
          </a:xfrm>
          <a:prstGeom prst="rect">
            <a:avLst/>
          </a:prstGeom>
        </p:spPr>
      </p:pic>
      <p:pic>
        <p:nvPicPr>
          <p:cNvPr id="17" name="Gráfico 16" descr="Trabalho estrutura de tópicos">
            <a:extLst>
              <a:ext uri="{FF2B5EF4-FFF2-40B4-BE49-F238E27FC236}">
                <a16:creationId xmlns:a16="http://schemas.microsoft.com/office/drawing/2014/main" id="{32532361-509B-7A46-B1D7-55CBC5498F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3459014" y="2272264"/>
            <a:ext cx="242952" cy="242952"/>
          </a:xfrm>
          <a:prstGeom prst="rect">
            <a:avLst/>
          </a:prstGeom>
        </p:spPr>
      </p:pic>
      <p:pic>
        <p:nvPicPr>
          <p:cNvPr id="18" name="Gráfico 17" descr="Mapa da topografia estrutura de tópicos">
            <a:extLst>
              <a:ext uri="{FF2B5EF4-FFF2-40B4-BE49-F238E27FC236}">
                <a16:creationId xmlns:a16="http://schemas.microsoft.com/office/drawing/2014/main" id="{1BDC512B-4ED3-961D-76C0-58A033B486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3383978" y="5325046"/>
            <a:ext cx="214270" cy="214270"/>
          </a:xfrm>
          <a:prstGeom prst="rect">
            <a:avLst/>
          </a:prstGeom>
        </p:spPr>
      </p:pic>
      <p:pic>
        <p:nvPicPr>
          <p:cNvPr id="19" name="Gráfico 18" descr="Caminhão de lixo estrutura de tópicos">
            <a:extLst>
              <a:ext uri="{FF2B5EF4-FFF2-40B4-BE49-F238E27FC236}">
                <a16:creationId xmlns:a16="http://schemas.microsoft.com/office/drawing/2014/main" id="{71A9711F-F456-49EE-5BF2-E847298745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3596049" y="1112339"/>
            <a:ext cx="211834" cy="211834"/>
          </a:xfrm>
          <a:prstGeom prst="rect">
            <a:avLst/>
          </a:prstGeom>
        </p:spPr>
      </p:pic>
      <p:pic>
        <p:nvPicPr>
          <p:cNvPr id="20" name="Gráfico 19" descr="Área de Transferência estrutura de tópicos">
            <a:extLst>
              <a:ext uri="{FF2B5EF4-FFF2-40B4-BE49-F238E27FC236}">
                <a16:creationId xmlns:a16="http://schemas.microsoft.com/office/drawing/2014/main" id="{0B7D5D2B-E920-5228-5D71-03FA4EC24A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2940699" y="5716455"/>
            <a:ext cx="199733" cy="199733"/>
          </a:xfrm>
          <a:prstGeom prst="rect">
            <a:avLst/>
          </a:prstGeom>
        </p:spPr>
      </p:pic>
      <p:pic>
        <p:nvPicPr>
          <p:cNvPr id="21" name="Gráfico 20" descr="Área de Transferência Marcada estrutura de tópicos">
            <a:extLst>
              <a:ext uri="{FF2B5EF4-FFF2-40B4-BE49-F238E27FC236}">
                <a16:creationId xmlns:a16="http://schemas.microsoft.com/office/drawing/2014/main" id="{F1D20945-8D16-40DE-2D51-2B7423C50A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4804579" y="3454273"/>
            <a:ext cx="274845" cy="274845"/>
          </a:xfrm>
          <a:prstGeom prst="rect">
            <a:avLst/>
          </a:prstGeom>
        </p:spPr>
      </p:pic>
      <p:pic>
        <p:nvPicPr>
          <p:cNvPr id="22" name="Gráfico 21" descr="Bússola estrutura de tópicos">
            <a:extLst>
              <a:ext uri="{FF2B5EF4-FFF2-40B4-BE49-F238E27FC236}">
                <a16:creationId xmlns:a16="http://schemas.microsoft.com/office/drawing/2014/main" id="{6C420177-92AA-84B7-F0A4-24F84B8716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 flipH="1">
            <a:off x="14776828" y="3143563"/>
            <a:ext cx="274844" cy="274844"/>
          </a:xfrm>
          <a:prstGeom prst="rect">
            <a:avLst/>
          </a:prstGeom>
        </p:spPr>
      </p:pic>
      <p:pic>
        <p:nvPicPr>
          <p:cNvPr id="23" name="Gráfico 22" descr="Cristais estrutura de tópicos">
            <a:extLst>
              <a:ext uri="{FF2B5EF4-FFF2-40B4-BE49-F238E27FC236}">
                <a16:creationId xmlns:a16="http://schemas.microsoft.com/office/drawing/2014/main" id="{132D3788-0ED4-1DB7-6F66-701745F129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3302357" y="4851361"/>
            <a:ext cx="271075" cy="271075"/>
          </a:xfrm>
          <a:prstGeom prst="rect">
            <a:avLst/>
          </a:prstGeom>
        </p:spPr>
      </p:pic>
      <p:pic>
        <p:nvPicPr>
          <p:cNvPr id="24" name="Gráfico 23" descr="Trem de brinquedo estrutura de tópicos">
            <a:extLst>
              <a:ext uri="{FF2B5EF4-FFF2-40B4-BE49-F238E27FC236}">
                <a16:creationId xmlns:a16="http://schemas.microsoft.com/office/drawing/2014/main" id="{4C7606AE-ED0D-B3B7-E088-85E82B0974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4114976" y="701726"/>
            <a:ext cx="211834" cy="211834"/>
          </a:xfrm>
          <a:prstGeom prst="rect">
            <a:avLst/>
          </a:prstGeom>
        </p:spPr>
      </p:pic>
      <p:pic>
        <p:nvPicPr>
          <p:cNvPr id="25" name="Gráfico 24" descr="Carrinho de mão estrutura de tópicos">
            <a:extLst>
              <a:ext uri="{FF2B5EF4-FFF2-40B4-BE49-F238E27FC236}">
                <a16:creationId xmlns:a16="http://schemas.microsoft.com/office/drawing/2014/main" id="{0BDD9D82-3131-3A33-2A53-896A4B6632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13714980" y="500417"/>
            <a:ext cx="293859" cy="293859"/>
          </a:xfrm>
          <a:prstGeom prst="rect">
            <a:avLst/>
          </a:prstGeom>
        </p:spPr>
      </p:pic>
      <p:pic>
        <p:nvPicPr>
          <p:cNvPr id="26" name="Gráfico 25" descr="Barras de ouro estrutura de tópicos">
            <a:extLst>
              <a:ext uri="{FF2B5EF4-FFF2-40B4-BE49-F238E27FC236}">
                <a16:creationId xmlns:a16="http://schemas.microsoft.com/office/drawing/2014/main" id="{8E3FCE5E-2E30-1A9B-329F-E68142982B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14888604" y="2573070"/>
            <a:ext cx="242953" cy="242953"/>
          </a:xfrm>
          <a:prstGeom prst="rect">
            <a:avLst/>
          </a:prstGeom>
        </p:spPr>
      </p:pic>
      <p:pic>
        <p:nvPicPr>
          <p:cNvPr id="28" name="Gráfico 27" descr="Pote de ouro estrutura de tópicos">
            <a:extLst>
              <a:ext uri="{FF2B5EF4-FFF2-40B4-BE49-F238E27FC236}">
                <a16:creationId xmlns:a16="http://schemas.microsoft.com/office/drawing/2014/main" id="{CF9EE902-47A5-5A68-7DA4-26052033AE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13325342" y="821010"/>
            <a:ext cx="255463" cy="255463"/>
          </a:xfrm>
          <a:prstGeom prst="rect">
            <a:avLst/>
          </a:prstGeom>
        </p:spPr>
      </p:pic>
      <p:pic>
        <p:nvPicPr>
          <p:cNvPr id="30" name="Gráfico 29" descr="Mapa do tesouro estrutura de tópicos">
            <a:extLst>
              <a:ext uri="{FF2B5EF4-FFF2-40B4-BE49-F238E27FC236}">
                <a16:creationId xmlns:a16="http://schemas.microsoft.com/office/drawing/2014/main" id="{01F3B905-75F9-0EED-E25B-960161825A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4240517" y="4579957"/>
            <a:ext cx="220966" cy="220966"/>
          </a:xfrm>
          <a:prstGeom prst="rect">
            <a:avLst/>
          </a:prstGeom>
        </p:spPr>
      </p:pic>
      <p:pic>
        <p:nvPicPr>
          <p:cNvPr id="32" name="Gráfico 31" descr="Mapa com alfinete estrutura de tópicos">
            <a:extLst>
              <a:ext uri="{FF2B5EF4-FFF2-40B4-BE49-F238E27FC236}">
                <a16:creationId xmlns:a16="http://schemas.microsoft.com/office/drawing/2014/main" id="{B2220691-CCCA-00DE-BDC0-2065FABC5A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4339112" y="4116238"/>
            <a:ext cx="242953" cy="242953"/>
          </a:xfrm>
          <a:prstGeom prst="rect">
            <a:avLst/>
          </a:prstGeom>
        </p:spPr>
      </p:pic>
      <p:pic>
        <p:nvPicPr>
          <p:cNvPr id="33" name="Gráfico 32" descr="Trilhos de trem estrutura de tópicos">
            <a:extLst>
              <a:ext uri="{FF2B5EF4-FFF2-40B4-BE49-F238E27FC236}">
                <a16:creationId xmlns:a16="http://schemas.microsoft.com/office/drawing/2014/main" id="{29AA9D78-A40F-A0D5-94D8-EDF382D77D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14870878" y="2842757"/>
            <a:ext cx="242952" cy="242952"/>
          </a:xfrm>
          <a:prstGeom prst="rect">
            <a:avLst/>
          </a:prstGeom>
        </p:spPr>
      </p:pic>
      <p:pic>
        <p:nvPicPr>
          <p:cNvPr id="34" name="Gráfico 33" descr="Globo estrutura de tópicos">
            <a:extLst>
              <a:ext uri="{FF2B5EF4-FFF2-40B4-BE49-F238E27FC236}">
                <a16:creationId xmlns:a16="http://schemas.microsoft.com/office/drawing/2014/main" id="{D27B2EF7-9895-0618-8B6A-E080254CC6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3577612" y="2422666"/>
            <a:ext cx="242954" cy="242954"/>
          </a:xfrm>
          <a:prstGeom prst="rect">
            <a:avLst/>
          </a:prstGeom>
        </p:spPr>
      </p:pic>
      <p:pic>
        <p:nvPicPr>
          <p:cNvPr id="35" name="Gráfico 34" descr="Mundo estrutura de tópicos">
            <a:extLst>
              <a:ext uri="{FF2B5EF4-FFF2-40B4-BE49-F238E27FC236}">
                <a16:creationId xmlns:a16="http://schemas.microsoft.com/office/drawing/2014/main" id="{6FF17257-CF5D-93EA-7C30-4BA9081BE2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13567259" y="4417045"/>
            <a:ext cx="255462" cy="255462"/>
          </a:xfrm>
          <a:prstGeom prst="rect">
            <a:avLst/>
          </a:prstGeom>
        </p:spPr>
      </p:pic>
      <p:pic>
        <p:nvPicPr>
          <p:cNvPr id="36" name="Gráfico 35" descr="Bússola de mapa estrutura de tópicos">
            <a:extLst>
              <a:ext uri="{FF2B5EF4-FFF2-40B4-BE49-F238E27FC236}">
                <a16:creationId xmlns:a16="http://schemas.microsoft.com/office/drawing/2014/main" id="{5FAEB632-7EE6-0BF8-FAC3-DEE6E4D053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3946312" y="1725431"/>
            <a:ext cx="306686" cy="306686"/>
          </a:xfrm>
          <a:prstGeom prst="rect">
            <a:avLst/>
          </a:prstGeom>
        </p:spPr>
      </p:pic>
      <p:pic>
        <p:nvPicPr>
          <p:cNvPr id="37" name="Gráfico 36" descr="Cena de estrada estrutura de tópicos">
            <a:extLst>
              <a:ext uri="{FF2B5EF4-FFF2-40B4-BE49-F238E27FC236}">
                <a16:creationId xmlns:a16="http://schemas.microsoft.com/office/drawing/2014/main" id="{2355756D-5A01-3BF7-BB12-9B6B57C60F7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 flipH="1">
            <a:off x="14440317" y="3636568"/>
            <a:ext cx="302532" cy="302532"/>
          </a:xfrm>
          <a:prstGeom prst="rect">
            <a:avLst/>
          </a:prstGeom>
        </p:spPr>
      </p:pic>
      <p:pic>
        <p:nvPicPr>
          <p:cNvPr id="38" name="Gráfico 37" descr="Compasso estrutura de tópicos">
            <a:extLst>
              <a:ext uri="{FF2B5EF4-FFF2-40B4-BE49-F238E27FC236}">
                <a16:creationId xmlns:a16="http://schemas.microsoft.com/office/drawing/2014/main" id="{FB18B9E5-4754-08C4-3E89-2B33637D03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14578550" y="1573212"/>
            <a:ext cx="244769" cy="244769"/>
          </a:xfrm>
          <a:prstGeom prst="rect">
            <a:avLst/>
          </a:prstGeom>
        </p:spPr>
      </p:pic>
      <p:pic>
        <p:nvPicPr>
          <p:cNvPr id="39" name="Gráfico 38" descr="Trilhos de trem estrutura de tópicos">
            <a:extLst>
              <a:ext uri="{FF2B5EF4-FFF2-40B4-BE49-F238E27FC236}">
                <a16:creationId xmlns:a16="http://schemas.microsoft.com/office/drawing/2014/main" id="{C92C70C5-C2A6-A477-EEB8-601B8D205D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14044071" y="5174644"/>
            <a:ext cx="242952" cy="242952"/>
          </a:xfrm>
          <a:prstGeom prst="rect">
            <a:avLst/>
          </a:prstGeom>
        </p:spPr>
      </p:pic>
      <p:pic>
        <p:nvPicPr>
          <p:cNvPr id="40" name="Gráfico 39" descr="Matérias primas estrutura de tópicos">
            <a:extLst>
              <a:ext uri="{FF2B5EF4-FFF2-40B4-BE49-F238E27FC236}">
                <a16:creationId xmlns:a16="http://schemas.microsoft.com/office/drawing/2014/main" id="{07B5BB62-52E0-DDBD-5DBB-1E49FF5845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4214120" y="1231623"/>
            <a:ext cx="242954" cy="242954"/>
          </a:xfrm>
          <a:prstGeom prst="rect">
            <a:avLst/>
          </a:prstGeom>
        </p:spPr>
      </p:pic>
      <p:pic>
        <p:nvPicPr>
          <p:cNvPr id="41" name="Gráfico 40" descr="Globo estrutura de tópicos">
            <a:extLst>
              <a:ext uri="{FF2B5EF4-FFF2-40B4-BE49-F238E27FC236}">
                <a16:creationId xmlns:a16="http://schemas.microsoft.com/office/drawing/2014/main" id="{9209910A-2692-51DA-CF5A-6C3BF9E6D9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4141174" y="3846550"/>
            <a:ext cx="242954" cy="242954"/>
          </a:xfrm>
          <a:prstGeom prst="rect">
            <a:avLst/>
          </a:prstGeom>
        </p:spPr>
      </p:pic>
      <p:pic>
        <p:nvPicPr>
          <p:cNvPr id="42" name="Gráfico 41" descr="Trem de brinquedo estrutura de tópicos">
            <a:extLst>
              <a:ext uri="{FF2B5EF4-FFF2-40B4-BE49-F238E27FC236}">
                <a16:creationId xmlns:a16="http://schemas.microsoft.com/office/drawing/2014/main" id="{6AF85600-9BD1-3F8C-3267-7560B21775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4265256" y="2723473"/>
            <a:ext cx="211834" cy="211834"/>
          </a:xfrm>
          <a:prstGeom prst="rect">
            <a:avLst/>
          </a:prstGeom>
        </p:spPr>
      </p:pic>
      <p:pic>
        <p:nvPicPr>
          <p:cNvPr id="43" name="Gráfico 42" descr="Matérias primas estrutura de tópicos">
            <a:extLst>
              <a:ext uri="{FF2B5EF4-FFF2-40B4-BE49-F238E27FC236}">
                <a16:creationId xmlns:a16="http://schemas.microsoft.com/office/drawing/2014/main" id="{8D8078A1-4EA2-7541-BFE3-B74B7BF001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3244075" y="5566050"/>
            <a:ext cx="242954" cy="242954"/>
          </a:xfrm>
          <a:prstGeom prst="rect">
            <a:avLst/>
          </a:prstGeom>
        </p:spPr>
      </p:pic>
      <p:pic>
        <p:nvPicPr>
          <p:cNvPr id="44" name="Gráfico 43" descr="Mapa do tesouro estrutura de tópicos">
            <a:extLst>
              <a:ext uri="{FF2B5EF4-FFF2-40B4-BE49-F238E27FC236}">
                <a16:creationId xmlns:a16="http://schemas.microsoft.com/office/drawing/2014/main" id="{7B951DF5-D3BC-6A46-7754-CF43BB05E3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3816433" y="983923"/>
            <a:ext cx="220966" cy="220966"/>
          </a:xfrm>
          <a:prstGeom prst="rect">
            <a:avLst/>
          </a:prstGeom>
        </p:spPr>
      </p:pic>
      <p:pic>
        <p:nvPicPr>
          <p:cNvPr id="45" name="Gráfico 44" descr="Área de Transferência Marcada estrutura de tópicos">
            <a:extLst>
              <a:ext uri="{FF2B5EF4-FFF2-40B4-BE49-F238E27FC236}">
                <a16:creationId xmlns:a16="http://schemas.microsoft.com/office/drawing/2014/main" id="{922D4BC0-55E5-940D-FBC9-7553451F6D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4386567" y="1939567"/>
            <a:ext cx="274845" cy="274845"/>
          </a:xfrm>
          <a:prstGeom prst="rect">
            <a:avLst/>
          </a:prstGeom>
        </p:spPr>
      </p:pic>
      <p:pic>
        <p:nvPicPr>
          <p:cNvPr id="46" name="Gráfico 45" descr="Trem de brinquedo estrutura de tópicos">
            <a:extLst>
              <a:ext uri="{FF2B5EF4-FFF2-40B4-BE49-F238E27FC236}">
                <a16:creationId xmlns:a16="http://schemas.microsoft.com/office/drawing/2014/main" id="{4E44D481-2ED6-C84D-2C21-2412913B5C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4776828" y="3996954"/>
            <a:ext cx="211834" cy="211834"/>
          </a:xfrm>
          <a:prstGeom prst="rect">
            <a:avLst/>
          </a:prstGeom>
        </p:spPr>
      </p:pic>
      <p:pic>
        <p:nvPicPr>
          <p:cNvPr id="47" name="Gráfico 46" descr="Matérias primas estrutura de tópicos">
            <a:extLst>
              <a:ext uri="{FF2B5EF4-FFF2-40B4-BE49-F238E27FC236}">
                <a16:creationId xmlns:a16="http://schemas.microsoft.com/office/drawing/2014/main" id="{F41F90FD-58E5-06C9-88E1-02EE7679A3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4477092" y="4266641"/>
            <a:ext cx="242954" cy="242954"/>
          </a:xfrm>
          <a:prstGeom prst="rect">
            <a:avLst/>
          </a:prstGeom>
        </p:spPr>
      </p:pic>
      <p:pic>
        <p:nvPicPr>
          <p:cNvPr id="48" name="Gráfico 47" descr="Mapa do tesouro estrutura de tópicos">
            <a:extLst>
              <a:ext uri="{FF2B5EF4-FFF2-40B4-BE49-F238E27FC236}">
                <a16:creationId xmlns:a16="http://schemas.microsoft.com/office/drawing/2014/main" id="{5A0884C7-11F4-27ED-CAA5-AC6B68E432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4274679" y="3325857"/>
            <a:ext cx="220966" cy="220966"/>
          </a:xfrm>
          <a:prstGeom prst="rect">
            <a:avLst/>
          </a:prstGeom>
        </p:spPr>
      </p:pic>
      <p:pic>
        <p:nvPicPr>
          <p:cNvPr id="49" name="Gráfico 48" descr="Caminhão de lixo estrutura de tópicos">
            <a:extLst>
              <a:ext uri="{FF2B5EF4-FFF2-40B4-BE49-F238E27FC236}">
                <a16:creationId xmlns:a16="http://schemas.microsoft.com/office/drawing/2014/main" id="{B7AC7C5D-6CC1-8DCD-FFB2-D4571509E8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3037167" y="5446766"/>
            <a:ext cx="211834" cy="211834"/>
          </a:xfrm>
          <a:prstGeom prst="rect">
            <a:avLst/>
          </a:prstGeom>
        </p:spPr>
      </p:pic>
      <p:pic>
        <p:nvPicPr>
          <p:cNvPr id="50" name="Gráfico 49" descr="Bússola estrutura de tópicos">
            <a:extLst>
              <a:ext uri="{FF2B5EF4-FFF2-40B4-BE49-F238E27FC236}">
                <a16:creationId xmlns:a16="http://schemas.microsoft.com/office/drawing/2014/main" id="{828359E1-7125-2FE0-F0C7-5314016A45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 flipH="1">
            <a:off x="13021777" y="5029886"/>
            <a:ext cx="237308" cy="237308"/>
          </a:xfrm>
          <a:prstGeom prst="rect">
            <a:avLst/>
          </a:prstGeom>
        </p:spPr>
      </p:pic>
      <p:pic>
        <p:nvPicPr>
          <p:cNvPr id="51" name="Gráfico 50" descr="Globo estrutura de tópicos">
            <a:extLst>
              <a:ext uri="{FF2B5EF4-FFF2-40B4-BE49-F238E27FC236}">
                <a16:creationId xmlns:a16="http://schemas.microsoft.com/office/drawing/2014/main" id="{C99849C7-4D12-C2B0-FFA0-90637BCC0E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3959598" y="4708373"/>
            <a:ext cx="235538" cy="23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156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4" r:id="rId2"/>
    <p:sldLayoutId id="2147483865" r:id="rId3"/>
    <p:sldLayoutId id="2147483866" r:id="rId4"/>
    <p:sldLayoutId id="2147483867" r:id="rId5"/>
    <p:sldLayoutId id="2147483868" r:id="rId6"/>
    <p:sldLayoutId id="2147483869" r:id="rId7"/>
    <p:sldLayoutId id="2147483870" r:id="rId8"/>
    <p:sldLayoutId id="2147483871" r:id="rId9"/>
    <p:sldLayoutId id="2147483872" r:id="rId10"/>
    <p:sldLayoutId id="2147483873" r:id="rId11"/>
    <p:sldLayoutId id="2147483874" r:id="rId12"/>
    <p:sldLayoutId id="2147483875" r:id="rId13"/>
    <p:sldLayoutId id="2147483876" r:id="rId14"/>
    <p:sldLayoutId id="2147483877" r:id="rId15"/>
    <p:sldLayoutId id="2147483878" r:id="rId16"/>
    <p:sldLayoutId id="2147483879" r:id="rId17"/>
    <p:sldLayoutId id="2147483880" r:id="rId18"/>
    <p:sldLayoutId id="2147483881" r:id="rId19"/>
    <p:sldLayoutId id="2147483882" r:id="rId20"/>
    <p:sldLayoutId id="2147483883" r:id="rId21"/>
    <p:sldLayoutId id="2147483884" r:id="rId22"/>
    <p:sldLayoutId id="2147483885" r:id="rId23"/>
    <p:sldLayoutId id="2147483886" r:id="rId24"/>
    <p:sldLayoutId id="2147483887" r:id="rId25"/>
    <p:sldLayoutId id="2147483888" r:id="rId26"/>
    <p:sldLayoutId id="2147483889" r:id="rId27"/>
    <p:sldLayoutId id="2147483890" r:id="rId28"/>
    <p:sldLayoutId id="2147483891" r:id="rId29"/>
    <p:sldLayoutId id="2147483892" r:id="rId30"/>
    <p:sldLayoutId id="2147483893" r:id="rId31"/>
    <p:sldLayoutId id="2147483919" r:id="rId3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2000"/>
        </a:spcBef>
        <a:spcAft>
          <a:spcPts val="500"/>
        </a:spcAft>
        <a:buFont typeface="Arial" panose="020B0604020202020204" pitchFamily="34" charset="0"/>
        <a:buNone/>
        <a:defRPr sz="17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936000" indent="288000" algn="l" defTabSz="9144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lang="pt-BR" sz="1600" kern="1200" dirty="0">
          <a:solidFill>
            <a:schemeClr val="tx2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576">
          <p15:clr>
            <a:srgbClr val="F26B43"/>
          </p15:clr>
        </p15:guide>
        <p15:guide id="4" pos="988">
          <p15:clr>
            <a:srgbClr val="F26B43"/>
          </p15:clr>
        </p15:guide>
        <p15:guide id="5" pos="1141">
          <p15:clr>
            <a:srgbClr val="F26B43"/>
          </p15:clr>
        </p15:guide>
        <p15:guide id="6" pos="1544">
          <p15:clr>
            <a:srgbClr val="F26B43"/>
          </p15:clr>
        </p15:guide>
        <p15:guide id="7" pos="1688">
          <p15:clr>
            <a:srgbClr val="F26B43"/>
          </p15:clr>
        </p15:guide>
        <p15:guide id="8" pos="2100">
          <p15:clr>
            <a:srgbClr val="F26B43"/>
          </p15:clr>
        </p15:guide>
        <p15:guide id="9" pos="2244">
          <p15:clr>
            <a:srgbClr val="F26B43"/>
          </p15:clr>
        </p15:guide>
        <p15:guide id="10" pos="2656">
          <p15:clr>
            <a:srgbClr val="F26B43"/>
          </p15:clr>
        </p15:guide>
        <p15:guide id="11" pos="2800">
          <p15:clr>
            <a:srgbClr val="F26B43"/>
          </p15:clr>
        </p15:guide>
        <p15:guide id="12" pos="3212">
          <p15:clr>
            <a:srgbClr val="F26B43"/>
          </p15:clr>
        </p15:guide>
        <p15:guide id="13" pos="3356">
          <p15:clr>
            <a:srgbClr val="F26B43"/>
          </p15:clr>
        </p15:guide>
        <p15:guide id="14" pos="3768">
          <p15:clr>
            <a:srgbClr val="F26B43"/>
          </p15:clr>
        </p15:guide>
        <p15:guide id="15" pos="3912">
          <p15:clr>
            <a:srgbClr val="F26B43"/>
          </p15:clr>
        </p15:guide>
        <p15:guide id="16" pos="4324">
          <p15:clr>
            <a:srgbClr val="F26B43"/>
          </p15:clr>
        </p15:guide>
        <p15:guide id="17" pos="4468">
          <p15:clr>
            <a:srgbClr val="F26B43"/>
          </p15:clr>
        </p15:guide>
        <p15:guide id="18" pos="4880">
          <p15:clr>
            <a:srgbClr val="F26B43"/>
          </p15:clr>
        </p15:guide>
        <p15:guide id="19" pos="5024">
          <p15:clr>
            <a:srgbClr val="F26B43"/>
          </p15:clr>
        </p15:guide>
        <p15:guide id="20" pos="5436">
          <p15:clr>
            <a:srgbClr val="F26B43"/>
          </p15:clr>
        </p15:guide>
        <p15:guide id="21" pos="5580">
          <p15:clr>
            <a:srgbClr val="F26B43"/>
          </p15:clr>
        </p15:guide>
        <p15:guide id="22" pos="5992">
          <p15:clr>
            <a:srgbClr val="F26B43"/>
          </p15:clr>
        </p15:guide>
        <p15:guide id="23" pos="6136">
          <p15:clr>
            <a:srgbClr val="F26B43"/>
          </p15:clr>
        </p15:guide>
        <p15:guide id="24" pos="6548">
          <p15:clr>
            <a:srgbClr val="F26B43"/>
          </p15:clr>
        </p15:guide>
        <p15:guide id="25" pos="6692">
          <p15:clr>
            <a:srgbClr val="F26B43"/>
          </p15:clr>
        </p15:guide>
        <p15:guide id="26" pos="7104">
          <p15:clr>
            <a:srgbClr val="F26B43"/>
          </p15:clr>
        </p15:guide>
        <p15:guide id="27" orient="horz">
          <p15:clr>
            <a:srgbClr val="F26B43"/>
          </p15:clr>
        </p15:guide>
        <p15:guide id="28" orient="horz" pos="4320">
          <p15:clr>
            <a:srgbClr val="F26B43"/>
          </p15:clr>
        </p15:guide>
        <p15:guide id="29" orient="horz" pos="403">
          <p15:clr>
            <a:srgbClr val="F26B43"/>
          </p15:clr>
        </p15:guide>
        <p15:guide id="30" orient="horz" pos="716">
          <p15:clr>
            <a:srgbClr val="F26B43"/>
          </p15:clr>
        </p15:guide>
        <p15:guide id="31" orient="horz" pos="860">
          <p15:clr>
            <a:srgbClr val="F26B43"/>
          </p15:clr>
        </p15:guide>
        <p15:guide id="32" orient="horz" pos="1173">
          <p15:clr>
            <a:srgbClr val="F26B43"/>
          </p15:clr>
        </p15:guide>
        <p15:guide id="33" orient="horz" pos="1317">
          <p15:clr>
            <a:srgbClr val="F26B43"/>
          </p15:clr>
        </p15:guide>
        <p15:guide id="34" orient="horz" pos="1630">
          <p15:clr>
            <a:srgbClr val="F26B43"/>
          </p15:clr>
        </p15:guide>
        <p15:guide id="35" orient="horz" pos="1774">
          <p15:clr>
            <a:srgbClr val="F26B43"/>
          </p15:clr>
        </p15:guide>
        <p15:guide id="36" orient="horz" pos="2088">
          <p15:clr>
            <a:srgbClr val="F26B43"/>
          </p15:clr>
        </p15:guide>
        <p15:guide id="37" orient="horz" pos="2232">
          <p15:clr>
            <a:srgbClr val="F26B43"/>
          </p15:clr>
        </p15:guide>
        <p15:guide id="38" orient="horz" pos="2545">
          <p15:clr>
            <a:srgbClr val="F26B43"/>
          </p15:clr>
        </p15:guide>
        <p15:guide id="39" orient="horz" pos="2689">
          <p15:clr>
            <a:srgbClr val="F26B43"/>
          </p15:clr>
        </p15:guide>
        <p15:guide id="40" orient="horz" pos="3002">
          <p15:clr>
            <a:srgbClr val="F26B43"/>
          </p15:clr>
        </p15:guide>
        <p15:guide id="41" orient="horz" pos="3146">
          <p15:clr>
            <a:srgbClr val="F26B43"/>
          </p15:clr>
        </p15:guide>
        <p15:guide id="42" orient="horz" pos="3459">
          <p15:clr>
            <a:srgbClr val="F26B43"/>
          </p15:clr>
        </p15:guide>
        <p15:guide id="43" orient="horz" pos="3603">
          <p15:clr>
            <a:srgbClr val="F26B43"/>
          </p15:clr>
        </p15:guide>
        <p15:guide id="44" orient="horz" pos="3916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FFA94634-2877-A070-3155-D11D5D065BF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29823046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15" imgW="532" imgH="530" progId="TCLayout.ActiveDocument.1">
                  <p:embed/>
                </p:oleObj>
              </mc:Choice>
              <mc:Fallback>
                <p:oleObj name="Slide do think-cell" r:id="rId15" imgW="532" imgH="53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A94634-2877-A070-3155-D11D5D065B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9F2A036-5C6F-A8EA-86CD-917EAE04A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221465-4417-398B-4591-0D06800E9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410201-BD42-703F-6610-5656F2B89D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D2E970-C8D0-405F-B15A-8F3633D252D8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83DB1C-6629-0040-7FDE-39B3B1A190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EE4841-D108-BB97-341D-FA922CA357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2CBB78-10A9-42CE-B314-73A42A18C2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3484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  <p:sldLayoutId id="214748390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96.xml"/><Relationship Id="rId1" Type="http://schemas.openxmlformats.org/officeDocument/2006/relationships/tags" Target="../tags/tag15.xml"/><Relationship Id="rId4" Type="http://schemas.openxmlformats.org/officeDocument/2006/relationships/image" Target="../media/image5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4.png"/><Relationship Id="rId2" Type="http://schemas.openxmlformats.org/officeDocument/2006/relationships/slideLayout" Target="../slideLayouts/slideLayout200.xml"/><Relationship Id="rId1" Type="http://schemas.openxmlformats.org/officeDocument/2006/relationships/tags" Target="../tags/tag16.xml"/><Relationship Id="rId6" Type="http://schemas.openxmlformats.org/officeDocument/2006/relationships/image" Target="../media/image5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Relationship Id="rId4" Type="http://schemas.openxmlformats.org/officeDocument/2006/relationships/image" Target="../media/image5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Relationship Id="rId4" Type="http://schemas.openxmlformats.org/officeDocument/2006/relationships/image" Target="../media/image5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9.xml"/><Relationship Id="rId5" Type="http://schemas.openxmlformats.org/officeDocument/2006/relationships/image" Target="../media/image55.png"/><Relationship Id="rId4" Type="http://schemas.openxmlformats.org/officeDocument/2006/relationships/image" Target="../media/image5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Relationship Id="rId5" Type="http://schemas.openxmlformats.org/officeDocument/2006/relationships/image" Target="../media/image56.png"/><Relationship Id="rId4" Type="http://schemas.openxmlformats.org/officeDocument/2006/relationships/image" Target="../media/image52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oleObject" Target="../embeddings/oleObject13.bin"/><Relationship Id="rId7" Type="http://schemas.openxmlformats.org/officeDocument/2006/relationships/diagramQuickStyle" Target="../diagrams/quickStyl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52.emf"/><Relationship Id="rId9" Type="http://schemas.microsoft.com/office/2007/relationships/diagramDrawing" Target="../diagrams/drawin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2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oleObject" Target="../embeddings/oleObject15.bin"/><Relationship Id="rId7" Type="http://schemas.openxmlformats.org/officeDocument/2006/relationships/diagramQuickStyle" Target="../diagrams/quickStyl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3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52.emf"/><Relationship Id="rId9" Type="http://schemas.microsoft.com/office/2007/relationships/diagramDrawing" Target="../diagrams/drawing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4.xml"/><Relationship Id="rId5" Type="http://schemas.openxmlformats.org/officeDocument/2006/relationships/image" Target="../media/image59.png"/><Relationship Id="rId4" Type="http://schemas.openxmlformats.org/officeDocument/2006/relationships/image" Target="../media/image5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Relationship Id="rId4" Type="http://schemas.openxmlformats.org/officeDocument/2006/relationships/image" Target="../media/image5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.xml"/><Relationship Id="rId4" Type="http://schemas.openxmlformats.org/officeDocument/2006/relationships/image" Target="../media/image5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.xml"/><Relationship Id="rId4" Type="http://schemas.openxmlformats.org/officeDocument/2006/relationships/image" Target="../media/image5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.xml"/><Relationship Id="rId4" Type="http://schemas.openxmlformats.org/officeDocument/2006/relationships/image" Target="../media/image5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.xml"/><Relationship Id="rId4" Type="http://schemas.openxmlformats.org/officeDocument/2006/relationships/image" Target="../media/image52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30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0B6F6DE-C8FA-7BD8-0DA9-1DF2B1F16CD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87390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47" imgH="348" progId="TCLayout.ActiveDocument.1">
                  <p:embed/>
                </p:oleObj>
              </mc:Choice>
              <mc:Fallback>
                <p:oleObj name="Slide do think-cell" r:id="rId3" imgW="347" imgH="34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B6F6DE-C8FA-7BD8-0DA9-1DF2B1F16C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9DFD2724-788F-851C-CF16-AD8AE92C3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561" y="2848767"/>
            <a:ext cx="7831793" cy="1281113"/>
          </a:xfrm>
        </p:spPr>
        <p:txBody>
          <a:bodyPr vert="horz"/>
          <a:lstStyle/>
          <a:p>
            <a:r>
              <a:rPr lang="pt-BR" sz="3600" dirty="0"/>
              <a:t>CÉLULA DE GESTÃO DE CONTRATOS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B6D97F7-7504-F26B-AB13-82329A94D1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4729207"/>
            <a:ext cx="6832600" cy="447675"/>
          </a:xfrm>
        </p:spPr>
        <p:txBody>
          <a:bodyPr/>
          <a:lstStyle/>
          <a:p>
            <a:r>
              <a:rPr lang="pt-BR" dirty="0"/>
              <a:t>02/03/2026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3E810A5-731E-6549-3D13-330B09143AD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/>
              <a:t>GAFI</a:t>
            </a:r>
          </a:p>
        </p:txBody>
      </p:sp>
    </p:spTree>
    <p:extLst>
      <p:ext uri="{BB962C8B-B14F-4D97-AF65-F5344CB8AC3E}">
        <p14:creationId xmlns:p14="http://schemas.microsoft.com/office/powerpoint/2010/main" val="3250731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>
            <a:extLst>
              <a:ext uri="{FF2B5EF4-FFF2-40B4-BE49-F238E27FC236}">
                <a16:creationId xmlns:a16="http://schemas.microsoft.com/office/drawing/2014/main" id="{21ED42E0-986B-5125-A6FE-70451DF8F90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425" imgH="424" progId="TCLayout.ActiveDocument.1">
                  <p:embed/>
                </p:oleObj>
              </mc:Choice>
              <mc:Fallback>
                <p:oleObj name="Slide do think-cell" r:id="rId4" imgW="425" imgH="424" progId="TCLayout.ActiveDocument.1">
                  <p:embed/>
                  <p:pic>
                    <p:nvPicPr>
                      <p:cNvPr id="7" name="Objeto 6" hidden="1">
                        <a:extLst>
                          <a:ext uri="{FF2B5EF4-FFF2-40B4-BE49-F238E27FC236}">
                            <a16:creationId xmlns:a16="http://schemas.microsoft.com/office/drawing/2014/main" id="{21ED42E0-986B-5125-A6FE-70451DF8F9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EC4F760-18A7-44C6-8FB1-20A224D1A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>
                <a:latin typeface="Acumin Variable Concept" panose="020B0304020202020204" pitchFamily="34" charset="0"/>
              </a:rPr>
              <a:t>Mineração 360° | Visão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B6F943A-2B09-FF78-B1F3-446807276F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AE88BCD8-511A-BF30-1BBB-B5F09295A4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85000" lnSpcReduction="20000"/>
          </a:bodyPr>
          <a:lstStyle/>
          <a:p>
            <a:endParaRPr lang="pt-B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9B9275-1D62-4980-A6EC-31DE93EF2366}"/>
              </a:ext>
            </a:extLst>
          </p:cNvPr>
          <p:cNvSpPr/>
          <p:nvPr/>
        </p:nvSpPr>
        <p:spPr>
          <a:xfrm>
            <a:off x="345838" y="2524892"/>
            <a:ext cx="5486463" cy="178510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900" b="0" i="0" u="none" strike="noStrike" kern="1200" cap="none" spc="0" normalizeH="0" baseline="0" noProof="0">
                <a:ln>
                  <a:noFill/>
                </a:ln>
                <a:solidFill>
                  <a:srgbClr val="2D3D70"/>
                </a:solidFill>
                <a:effectLst/>
                <a:uLnTx/>
                <a:uFillTx/>
                <a:latin typeface="BentonSans" panose="02000603040000020004" pitchFamily="50" charset="0"/>
                <a:ea typeface="+mn-ea"/>
                <a:cs typeface="Arial" charset="0"/>
              </a:rPr>
              <a:t>Nossa visão é ser uma das mineradoras mais confiáveis, responsáveis, respeitada e orientada por resultados.</a:t>
            </a:r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F502EB4B-5824-3184-AEA4-30649DFA530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134"/>
          <a:stretch/>
        </p:blipFill>
        <p:spPr>
          <a:xfrm>
            <a:off x="6359701" y="454867"/>
            <a:ext cx="5625308" cy="5657766"/>
          </a:xfrm>
          <a:prstGeom prst="ellipse">
            <a:avLst/>
          </a:prstGeom>
        </p:spPr>
      </p:pic>
      <p:pic>
        <p:nvPicPr>
          <p:cNvPr id="5" name="Imagem 6" descr="Diagrama, Texto&#10;&#10;Descrição gerada automaticamente">
            <a:extLst>
              <a:ext uri="{FF2B5EF4-FFF2-40B4-BE49-F238E27FC236}">
                <a16:creationId xmlns:a16="http://schemas.microsoft.com/office/drawing/2014/main" id="{E2095BE4-D592-9687-7211-3F6710B3BC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89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32ADB-092E-D68D-0C14-0F7FAC7D6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73456B5-2026-DB03-2225-65BEFD5B985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47" imgH="348" progId="TCLayout.ActiveDocument.1">
                  <p:embed/>
                </p:oleObj>
              </mc:Choice>
              <mc:Fallback>
                <p:oleObj name="Slide do think-cell" r:id="rId3" imgW="347" imgH="34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3456B5-2026-DB03-2225-65BEFD5B98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79C40107-2275-CE63-98CB-7BBB0B099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550" y="595395"/>
            <a:ext cx="7160897" cy="476190"/>
          </a:xfrm>
        </p:spPr>
        <p:txBody>
          <a:bodyPr vert="horz"/>
          <a:lstStyle/>
          <a:p>
            <a:pPr algn="ctr"/>
            <a:r>
              <a:rPr lang="pt-BR" sz="1800" b="0" dirty="0">
                <a:solidFill>
                  <a:srgbClr val="002060"/>
                </a:solidFill>
              </a:rPr>
              <a:t>Estrutura / Panorama  Atual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E105737-4AF7-39B5-1349-20B4EDC07EC1}"/>
              </a:ext>
            </a:extLst>
          </p:cNvPr>
          <p:cNvSpPr txBox="1"/>
          <p:nvPr/>
        </p:nvSpPr>
        <p:spPr>
          <a:xfrm>
            <a:off x="764635" y="1348943"/>
            <a:ext cx="10662728" cy="414728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dirty="0">
                <a:solidFill>
                  <a:srgbClr val="2D3D70"/>
                </a:solidFill>
              </a:rPr>
              <a:t>Objetivo da Apresentação:</a:t>
            </a:r>
          </a:p>
          <a:p>
            <a:endParaRPr lang="pt-BR" sz="900" dirty="0">
              <a:solidFill>
                <a:srgbClr val="2D3D70"/>
              </a:solidFill>
            </a:endParaRPr>
          </a:p>
          <a:p>
            <a:r>
              <a:rPr lang="pt-BR">
                <a:solidFill>
                  <a:srgbClr val="F4614D"/>
                </a:solidFill>
              </a:rPr>
              <a:t>Apresentar o panorama atual da CGC, sua rotina operacional, principais demandas, desafios estruturais e oportunidades de melhoria, a fim de alinhar expectativas e fortalecer a governança contratual.</a:t>
            </a:r>
            <a:endParaRPr lang="pt-BR" dirty="0">
              <a:solidFill>
                <a:srgbClr val="F4614D"/>
              </a:solidFill>
            </a:endParaRPr>
          </a:p>
          <a:p>
            <a:endParaRPr lang="pt-BR" dirty="0">
              <a:solidFill>
                <a:srgbClr val="F4614D"/>
              </a:solidFill>
            </a:endParaRPr>
          </a:p>
          <a:p>
            <a:r>
              <a:rPr lang="pt-BR" dirty="0">
                <a:solidFill>
                  <a:srgbClr val="2D3D70"/>
                </a:solidFill>
              </a:rPr>
              <a:t>Panorama :</a:t>
            </a:r>
          </a:p>
          <a:p>
            <a:endParaRPr lang="pt-BR" sz="900" dirty="0">
              <a:solidFill>
                <a:srgbClr val="2D3D70"/>
              </a:solidFill>
            </a:endParaRPr>
          </a:p>
          <a:p>
            <a:pPr>
              <a:lnSpc>
                <a:spcPts val="100"/>
              </a:lnSpc>
            </a:pPr>
            <a:endParaRPr lang="pt-BR" dirty="0">
              <a:solidFill>
                <a:srgbClr val="2D3D70"/>
              </a:solidFill>
            </a:endParaRPr>
          </a:p>
          <a:p>
            <a:pPr>
              <a:lnSpc>
                <a:spcPts val="100"/>
              </a:lnSpc>
            </a:pPr>
            <a:endParaRPr lang="pt-BR" dirty="0">
              <a:solidFill>
                <a:srgbClr val="F4614D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F4614D"/>
                </a:solidFill>
              </a:rPr>
              <a:t>210 contratos ativos sob gestão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F4614D"/>
                </a:solidFill>
              </a:rPr>
              <a:t>Média de 250 notas fiscais processadas/mês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F4614D"/>
                </a:solidFill>
              </a:rPr>
              <a:t>Valor médio medido mensal: R$ 30.000.000,00</a:t>
            </a:r>
          </a:p>
          <a:p>
            <a:endParaRPr lang="pt-BR" dirty="0">
              <a:solidFill>
                <a:srgbClr val="F4614D"/>
              </a:solidFill>
            </a:endParaRPr>
          </a:p>
          <a:p>
            <a:r>
              <a:rPr lang="pt-BR" dirty="0">
                <a:solidFill>
                  <a:srgbClr val="2D3D70"/>
                </a:solidFill>
              </a:rPr>
              <a:t>Observação relevante:</a:t>
            </a:r>
          </a:p>
          <a:p>
            <a:endParaRPr lang="pt-BR" sz="900" dirty="0">
              <a:solidFill>
                <a:srgbClr val="2D3D70"/>
              </a:solidFill>
            </a:endParaRPr>
          </a:p>
          <a:p>
            <a:pPr>
              <a:lnSpc>
                <a:spcPts val="100"/>
              </a:lnSpc>
            </a:pPr>
            <a:endParaRPr lang="pt-BR" dirty="0">
              <a:solidFill>
                <a:srgbClr val="2D3D70"/>
              </a:solidFill>
            </a:endParaRPr>
          </a:p>
          <a:p>
            <a:r>
              <a:rPr lang="pt-BR" dirty="0">
                <a:solidFill>
                  <a:srgbClr val="F4614D"/>
                </a:solidFill>
              </a:rPr>
              <a:t>O setor opera com redução temporária de capacidade técnica experiente, frente a um elevado volume financeiro sob gestão.</a:t>
            </a:r>
          </a:p>
        </p:txBody>
      </p:sp>
    </p:spTree>
    <p:extLst>
      <p:ext uri="{BB962C8B-B14F-4D97-AF65-F5344CB8AC3E}">
        <p14:creationId xmlns:p14="http://schemas.microsoft.com/office/powerpoint/2010/main" val="1997420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04FAE-E349-7CD2-C31C-AFFDF8938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9C010EB-0723-C8A9-8FB0-8A5F8A19978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47" imgH="348" progId="TCLayout.ActiveDocument.1">
                  <p:embed/>
                </p:oleObj>
              </mc:Choice>
              <mc:Fallback>
                <p:oleObj name="Slide do think-cell" r:id="rId3" imgW="347" imgH="34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9C010EB-0723-C8A9-8FB0-8A5F8A1997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783240E6-E01B-D8CA-233B-F5E0C756F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551" y="388005"/>
            <a:ext cx="7160897" cy="476190"/>
          </a:xfrm>
        </p:spPr>
        <p:txBody>
          <a:bodyPr vert="horz"/>
          <a:lstStyle/>
          <a:p>
            <a:pPr algn="ctr"/>
            <a:r>
              <a:rPr lang="pt-BR" sz="1800" b="0" dirty="0">
                <a:solidFill>
                  <a:srgbClr val="002060"/>
                </a:solidFill>
              </a:rPr>
              <a:t>Papel Estratégico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4048535-EB0D-E335-CDE2-69C5DEAA3749}"/>
              </a:ext>
            </a:extLst>
          </p:cNvPr>
          <p:cNvSpPr txBox="1"/>
          <p:nvPr/>
        </p:nvSpPr>
        <p:spPr>
          <a:xfrm>
            <a:off x="877758" y="1569516"/>
            <a:ext cx="9340898" cy="42729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dirty="0">
                <a:solidFill>
                  <a:srgbClr val="2D3D70"/>
                </a:solidFill>
              </a:rPr>
              <a:t>A CGC atua em:</a:t>
            </a:r>
          </a:p>
          <a:p>
            <a:endParaRPr lang="pt-BR" sz="900" dirty="0">
              <a:solidFill>
                <a:srgbClr val="2D3D70"/>
              </a:solidFill>
            </a:endParaRPr>
          </a:p>
          <a:p>
            <a:pPr>
              <a:lnSpc>
                <a:spcPts val="100"/>
              </a:lnSpc>
            </a:pPr>
            <a:endParaRPr lang="pt-BR" dirty="0">
              <a:solidFill>
                <a:srgbClr val="F4614D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F4614D"/>
                </a:solidFill>
              </a:rPr>
              <a:t>Controle de execução contratual;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F4614D"/>
                </a:solidFill>
              </a:rPr>
              <a:t>Mitigação de riscos jurídicos e financeiros;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F4614D"/>
                </a:solidFill>
              </a:rPr>
              <a:t>Garantir conformidade documental;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F4614D"/>
                </a:solidFill>
              </a:rPr>
              <a:t>Elo entre áreas demandantes, suprimentos, fiscal e fornecedores;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F4614D"/>
                </a:solidFill>
              </a:rPr>
              <a:t>Controlar vigência e saldo contratual;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F4614D"/>
                </a:solidFill>
              </a:rPr>
              <a:t>Acompanhamento de notificações contratuais.</a:t>
            </a:r>
          </a:p>
          <a:p>
            <a:endParaRPr lang="pt-BR" dirty="0">
              <a:solidFill>
                <a:srgbClr val="F4614D"/>
              </a:solidFill>
            </a:endParaRPr>
          </a:p>
          <a:p>
            <a:r>
              <a:rPr lang="pt-BR" dirty="0">
                <a:solidFill>
                  <a:srgbClr val="2D3D70"/>
                </a:solidFill>
              </a:rPr>
              <a:t>Atuação preventiva:</a:t>
            </a:r>
          </a:p>
          <a:p>
            <a:endParaRPr lang="pt-BR" sz="900" dirty="0">
              <a:solidFill>
                <a:srgbClr val="2D3D70"/>
              </a:solidFill>
            </a:endParaRPr>
          </a:p>
          <a:p>
            <a:pPr>
              <a:lnSpc>
                <a:spcPts val="100"/>
              </a:lnSpc>
            </a:pPr>
            <a:endParaRPr lang="pt-BR" dirty="0">
              <a:solidFill>
                <a:srgbClr val="2D3D7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F4614D"/>
                </a:solidFill>
              </a:rPr>
              <a:t>Evita pagamentos indevidos;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F4614D"/>
                </a:solidFill>
              </a:rPr>
              <a:t>Impede execução contratual sem saldo;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F4614D"/>
                </a:solidFill>
              </a:rPr>
              <a:t>Garante aderência entre contrato e medição;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F4614D"/>
                </a:solidFill>
              </a:rPr>
              <a:t>Garante fluxo de pagamentos (dias 05 e 20).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9501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85F0488E-4F84-F973-1B3E-716F72398C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84674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47" imgH="348" progId="TCLayout.ActiveDocument.1">
                  <p:embed/>
                </p:oleObj>
              </mc:Choice>
              <mc:Fallback>
                <p:oleObj name="Slide do think-cell" r:id="rId3" imgW="347" imgH="34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F0488E-4F84-F973-1B3E-716F72398C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A41C35E5-59D7-7F34-C8A6-4C04E8A1D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086" y="476165"/>
            <a:ext cx="7160897" cy="476190"/>
          </a:xfrm>
        </p:spPr>
        <p:txBody>
          <a:bodyPr vert="horz"/>
          <a:lstStyle/>
          <a:p>
            <a:pPr algn="ctr"/>
            <a:r>
              <a:rPr lang="pt-BR" dirty="0"/>
              <a:t> </a:t>
            </a:r>
            <a:r>
              <a:rPr lang="pt-BR" sz="1800" dirty="0">
                <a:solidFill>
                  <a:srgbClr val="002060"/>
                </a:solidFill>
              </a:rPr>
              <a:t>Processo de gestão de contratos.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0578547-6D96-8A3C-E2FC-639F4A27C5F0}"/>
              </a:ext>
            </a:extLst>
          </p:cNvPr>
          <p:cNvSpPr txBox="1"/>
          <p:nvPr/>
        </p:nvSpPr>
        <p:spPr>
          <a:xfrm>
            <a:off x="3375797" y="1205614"/>
            <a:ext cx="6049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2060"/>
                </a:solidFill>
              </a:rPr>
              <a:t>Análise da solicitação de contratos – CAP.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8CAB68BA-FC34-8C52-8EDE-51E0C0477B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858" y="1874941"/>
            <a:ext cx="9425354" cy="359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874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BA02E92-A6B1-FB57-9E1F-0D804862F5D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36234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47" imgH="348" progId="TCLayout.ActiveDocument.1">
                  <p:embed/>
                </p:oleObj>
              </mc:Choice>
              <mc:Fallback>
                <p:oleObj name="Slide do think-cell" r:id="rId3" imgW="347" imgH="34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BA02E92-A6B1-FB57-9E1F-0D804862F5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82B102AA-1A6D-0F08-8071-771C8204A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551" y="641349"/>
            <a:ext cx="7160897" cy="476190"/>
          </a:xfrm>
        </p:spPr>
        <p:txBody>
          <a:bodyPr vert="horz"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1800" b="0" dirty="0">
                <a:solidFill>
                  <a:srgbClr val="002060"/>
                </a:solidFill>
              </a:rPr>
              <a:t>Recebimento do contrato/aditivo – Suprimentos.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148F59BB-AC62-7C28-9032-BB61ACD952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5661" y="1282609"/>
            <a:ext cx="7760676" cy="471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912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7BC2818-FF40-A283-AD09-3013C1C0902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40858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47" imgH="348" progId="TCLayout.ActiveDocument.1">
                  <p:embed/>
                </p:oleObj>
              </mc:Choice>
              <mc:Fallback>
                <p:oleObj name="Slide do think-cell" r:id="rId3" imgW="347" imgH="34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7BC2818-FF40-A283-AD09-3013C1C090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C30048CB-70F4-13AE-501E-0BD0FBC25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747" y="1628412"/>
            <a:ext cx="7160897" cy="476190"/>
          </a:xfrm>
        </p:spPr>
        <p:txBody>
          <a:bodyPr vert="horz"/>
          <a:lstStyle/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pt-BR" sz="1800" b="0" dirty="0">
                <a:solidFill>
                  <a:srgbClr val="002060"/>
                </a:solidFill>
              </a:rPr>
              <a:t>Absorção e diagnóstico de contratos</a:t>
            </a:r>
          </a:p>
        </p:txBody>
      </p:sp>
      <p:graphicFrame>
        <p:nvGraphicFramePr>
          <p:cNvPr id="30" name="Diagrama 29">
            <a:extLst>
              <a:ext uri="{FF2B5EF4-FFF2-40B4-BE49-F238E27FC236}">
                <a16:creationId xmlns:a16="http://schemas.microsoft.com/office/drawing/2014/main" id="{85AB2D3B-E9F1-1B28-71B2-9D30675313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4349035"/>
              </p:ext>
            </p:extLst>
          </p:nvPr>
        </p:nvGraphicFramePr>
        <p:xfrm>
          <a:off x="775546" y="1866507"/>
          <a:ext cx="10077254" cy="361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442062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708ADA5-1BEF-70CA-9B19-086E824849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22200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47" imgH="348" progId="TCLayout.ActiveDocument.1">
                  <p:embed/>
                </p:oleObj>
              </mc:Choice>
              <mc:Fallback>
                <p:oleObj name="Slide do think-cell" r:id="rId3" imgW="347" imgH="34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708ADA5-1BEF-70CA-9B19-086E824849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A367E787-27A7-8CDE-E56A-958D077A3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551" y="232254"/>
            <a:ext cx="7160897" cy="476190"/>
          </a:xfrm>
        </p:spPr>
        <p:txBody>
          <a:bodyPr vert="horz"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1800" b="0" dirty="0">
                <a:solidFill>
                  <a:srgbClr val="002060"/>
                </a:solidFill>
              </a:rPr>
              <a:t>Cadastro do contrato e fornecedor no sistema </a:t>
            </a:r>
            <a:r>
              <a:rPr lang="pt-BR" sz="1800" b="0" dirty="0" err="1">
                <a:solidFill>
                  <a:srgbClr val="002060"/>
                </a:solidFill>
              </a:rPr>
              <a:t>sigec</a:t>
            </a:r>
            <a:r>
              <a:rPr lang="pt-BR" sz="1800" b="0" dirty="0">
                <a:solidFill>
                  <a:srgbClr val="002060"/>
                </a:solidFill>
              </a:rPr>
              <a:t> web.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838D3FE0-FA14-9F71-D92F-987A0F7984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7319" y="2403971"/>
            <a:ext cx="6370655" cy="4378666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3025A3CF-EAD1-4C8B-F7B6-C34EE06589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67" y="700657"/>
            <a:ext cx="5538066" cy="381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547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DC827DDC-6AD0-73A1-6941-62E6647ECC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086091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47" imgH="348" progId="TCLayout.ActiveDocument.1">
                  <p:embed/>
                </p:oleObj>
              </mc:Choice>
              <mc:Fallback>
                <p:oleObj name="Slide do think-cell" r:id="rId3" imgW="347" imgH="34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827DDC-6AD0-73A1-6941-62E6647ECC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C52C895F-31CE-0722-DF38-96C64B9B2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6079" y="460265"/>
            <a:ext cx="8578392" cy="476190"/>
          </a:xfrm>
        </p:spPr>
        <p:txBody>
          <a:bodyPr vert="horz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sz="1800" b="0" dirty="0">
                <a:solidFill>
                  <a:srgbClr val="002060"/>
                </a:solidFill>
              </a:rPr>
              <a:t>Fluxograma de MEDIÇÕES DE CONTRATOS</a:t>
            </a:r>
          </a:p>
        </p:txBody>
      </p:sp>
      <p:graphicFrame>
        <p:nvGraphicFramePr>
          <p:cNvPr id="48" name="Diagrama 47">
            <a:extLst>
              <a:ext uri="{FF2B5EF4-FFF2-40B4-BE49-F238E27FC236}">
                <a16:creationId xmlns:a16="http://schemas.microsoft.com/office/drawing/2014/main" id="{A967F8C3-7900-25E5-BA5B-F7EE7CFBDF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1829415"/>
              </p:ext>
            </p:extLst>
          </p:nvPr>
        </p:nvGraphicFramePr>
        <p:xfrm>
          <a:off x="0" y="1018343"/>
          <a:ext cx="11836957" cy="54628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58" name="CaixaDeTexto 57">
            <a:extLst>
              <a:ext uri="{FF2B5EF4-FFF2-40B4-BE49-F238E27FC236}">
                <a16:creationId xmlns:a16="http://schemas.microsoft.com/office/drawing/2014/main" id="{E58722A3-2BCD-904C-883F-5DAB06A832A5}"/>
              </a:ext>
            </a:extLst>
          </p:cNvPr>
          <p:cNvSpPr txBox="1"/>
          <p:nvPr/>
        </p:nvSpPr>
        <p:spPr>
          <a:xfrm>
            <a:off x="341643" y="3144457"/>
            <a:ext cx="222068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/>
              <a:t>BM Aprovado – Segue fiscal</a:t>
            </a:r>
            <a:r>
              <a:rPr lang="pt-BR" sz="1400" dirty="0"/>
              <a:t>.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7799318E-D363-EB75-A8F9-CF896E14545C}"/>
              </a:ext>
            </a:extLst>
          </p:cNvPr>
          <p:cNvSpPr txBox="1"/>
          <p:nvPr/>
        </p:nvSpPr>
        <p:spPr>
          <a:xfrm>
            <a:off x="306473" y="3636900"/>
            <a:ext cx="22910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/>
              <a:t>BM Reprovado – Volta ao fornecedor para anexar documento correto (Volta fluxo)</a:t>
            </a:r>
          </a:p>
        </p:txBody>
      </p:sp>
    </p:spTree>
    <p:extLst>
      <p:ext uri="{BB962C8B-B14F-4D97-AF65-F5344CB8AC3E}">
        <p14:creationId xmlns:p14="http://schemas.microsoft.com/office/powerpoint/2010/main" val="2284423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B02C638-9529-C26C-F9F5-44280173AFB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50652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47" imgH="348" progId="TCLayout.ActiveDocument.1">
                  <p:embed/>
                </p:oleObj>
              </mc:Choice>
              <mc:Fallback>
                <p:oleObj name="Slide do think-cell" r:id="rId3" imgW="347" imgH="34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B02C638-9529-C26C-F9F5-44280173AF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F6C8EE24-0179-92E0-A8F3-7FEED1CF0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190" y="635178"/>
            <a:ext cx="7817618" cy="476190"/>
          </a:xfrm>
        </p:spPr>
        <p:txBody>
          <a:bodyPr vert="horz"/>
          <a:lstStyle/>
          <a:p>
            <a:r>
              <a:rPr lang="pt-BR" sz="1800" b="0" dirty="0">
                <a:solidFill>
                  <a:srgbClr val="002060"/>
                </a:solidFill>
              </a:rPr>
              <a:t>Lembretes dos períodos de vigência e saldo dos contratos ativos. 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63EB888E-7B42-F47E-17D1-850226D44C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728" y="1580892"/>
            <a:ext cx="11412543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531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3680C-0194-FB4D-D3CA-CFE39F55D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B8E9133-5AA9-717F-4570-7DA211062DC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47" imgH="348" progId="TCLayout.ActiveDocument.1">
                  <p:embed/>
                </p:oleObj>
              </mc:Choice>
              <mc:Fallback>
                <p:oleObj name="Slide do think-cell" r:id="rId3" imgW="347" imgH="34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8E9133-5AA9-717F-4570-7DA211062D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CC962F39-5593-E1C2-4C05-D81DD4D0F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551" y="212217"/>
            <a:ext cx="7160897" cy="307489"/>
          </a:xfrm>
        </p:spPr>
        <p:txBody>
          <a:bodyPr vert="horz"/>
          <a:lstStyle/>
          <a:p>
            <a:pPr algn="ctr"/>
            <a:r>
              <a:rPr lang="pt-BR" sz="1800" b="0" dirty="0">
                <a:solidFill>
                  <a:srgbClr val="002060"/>
                </a:solidFill>
              </a:rPr>
              <a:t>Cronogramas e Organização do setor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A5AEC29-8254-E516-D812-F55FD8149500}"/>
              </a:ext>
            </a:extLst>
          </p:cNvPr>
          <p:cNvSpPr txBox="1"/>
          <p:nvPr/>
        </p:nvSpPr>
        <p:spPr>
          <a:xfrm>
            <a:off x="393158" y="551850"/>
            <a:ext cx="11405681" cy="61863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dirty="0">
                <a:solidFill>
                  <a:srgbClr val="2D3D70"/>
                </a:solidFill>
              </a:rPr>
              <a:t>Todos os dias do mês:</a:t>
            </a:r>
            <a:endParaRPr lang="pt-BR" sz="900" dirty="0">
              <a:solidFill>
                <a:srgbClr val="2D3D70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F4614D"/>
                </a:solidFill>
              </a:rPr>
              <a:t>Acompanhamento de e-mails, CAP, </a:t>
            </a:r>
            <a:r>
              <a:rPr lang="pt-BR" dirty="0" err="1">
                <a:solidFill>
                  <a:srgbClr val="F4614D"/>
                </a:solidFill>
              </a:rPr>
              <a:t>GTFrota</a:t>
            </a:r>
            <a:r>
              <a:rPr lang="pt-BR" dirty="0">
                <a:solidFill>
                  <a:srgbClr val="F4614D"/>
                </a:solidFill>
              </a:rPr>
              <a:t>, SIGEC (emissões);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F4614D"/>
                </a:solidFill>
              </a:rPr>
              <a:t>Fazer análises de medições recebidas no SIGEC e E-mails dentro de 48hrs;</a:t>
            </a:r>
          </a:p>
          <a:p>
            <a:pPr algn="just"/>
            <a:endParaRPr lang="pt-BR" sz="900" dirty="0">
              <a:solidFill>
                <a:srgbClr val="F4614D"/>
              </a:solidFill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2D3D7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Todos os meses do dia:</a:t>
            </a:r>
            <a:endParaRPr kumimoji="0" lang="pt-BR" sz="9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4614D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01 a 02 – Superficiários e aluguéis (pagamento dia 05);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4614D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02 a 04 – COA, relatórios títulos para pagamento/bloqueio do dia 05;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4614D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04 a 08 – prioridade a medições com emissão de NF até dia 05;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4614D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10 a 14 – Preparar e enviar DEVEC (prazo máximo dia 14);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4614D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15 a 16 – Avisar as áreas de medições que não foram encaminhadas;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4614D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16 a 18 – COA, relatórios títulos para pagamento/bloqueio do dia 20;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4614D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18 a 19 – Prioridade de protocolo de notas com pagamento programado para dia 20;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4614D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20 a 23 – Cobrar e protocolar </a:t>
            </a:r>
            <a:r>
              <a:rPr kumimoji="0" 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4614D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NFs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4614D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 que entram após o fechamento;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4614D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Elaborar, após o corte do Fiscal, planilha de notas fiscais entregues em atraso e encaminhar por e-mail.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BR" sz="900" dirty="0">
              <a:solidFill>
                <a:srgbClr val="F4614D"/>
              </a:solidFill>
            </a:endParaRPr>
          </a:p>
          <a:p>
            <a:pPr algn="just"/>
            <a:r>
              <a:rPr lang="pt-BR" dirty="0">
                <a:solidFill>
                  <a:srgbClr val="2D3D70"/>
                </a:solidFill>
              </a:rPr>
              <a:t>Ao final de cada mês, após o fechamento:</a:t>
            </a:r>
            <a:endParaRPr lang="pt-BR" sz="9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F4614D"/>
                </a:solidFill>
              </a:rPr>
              <a:t>Conferência da Caixa de e-mail desde o dia 01;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F4614D"/>
                </a:solidFill>
              </a:rPr>
              <a:t>Envio de relatório de </a:t>
            </a:r>
            <a:r>
              <a:rPr lang="pt-BR" dirty="0" err="1">
                <a:solidFill>
                  <a:srgbClr val="F4614D"/>
                </a:solidFill>
              </a:rPr>
              <a:t>NFs</a:t>
            </a:r>
            <a:r>
              <a:rPr lang="pt-BR" dirty="0">
                <a:solidFill>
                  <a:srgbClr val="F4614D"/>
                </a:solidFill>
              </a:rPr>
              <a:t> do mês ao fiscal;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F4614D"/>
                </a:solidFill>
              </a:rPr>
              <a:t>Verificação e absorção de aditivos e novos contratos;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F4614D"/>
                </a:solidFill>
              </a:rPr>
              <a:t>Atualização da planilha de acompanhamento;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F4614D"/>
                </a:solidFill>
              </a:rPr>
              <a:t>Informe das áreas de contratos vencidos e sem saldo;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F4614D"/>
                </a:solidFill>
              </a:rPr>
              <a:t>Organização das pastas contratuais;</a:t>
            </a:r>
          </a:p>
        </p:txBody>
      </p:sp>
    </p:spTree>
    <p:extLst>
      <p:ext uri="{BB962C8B-B14F-4D97-AF65-F5344CB8AC3E}">
        <p14:creationId xmlns:p14="http://schemas.microsoft.com/office/powerpoint/2010/main" val="2721425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F2111-02A0-365A-0ECE-CABCFBEAB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F09EB9B-A36E-E0E1-268B-33FB5984BBC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47" imgH="348" progId="TCLayout.ActiveDocument.1">
                  <p:embed/>
                </p:oleObj>
              </mc:Choice>
              <mc:Fallback>
                <p:oleObj name="Slide do think-cell" r:id="rId3" imgW="347" imgH="34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F09EB9B-A36E-E0E1-268B-33FB5984BB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0E7A0F51-B55B-A2A9-FAF5-8B08752AE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547" y="522415"/>
            <a:ext cx="7160897" cy="307489"/>
          </a:xfrm>
        </p:spPr>
        <p:txBody>
          <a:bodyPr vert="horz"/>
          <a:lstStyle/>
          <a:p>
            <a:pPr algn="ctr"/>
            <a:r>
              <a:rPr lang="pt-BR" sz="1800" b="0" dirty="0">
                <a:solidFill>
                  <a:srgbClr val="002060"/>
                </a:solidFill>
              </a:rPr>
              <a:t>Desafios Estratégicos e Direcionamentos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CAC3252-EF2E-AA04-FE13-DF7E2F6534F5}"/>
              </a:ext>
            </a:extLst>
          </p:cNvPr>
          <p:cNvSpPr txBox="1"/>
          <p:nvPr/>
        </p:nvSpPr>
        <p:spPr>
          <a:xfrm>
            <a:off x="393156" y="1337658"/>
            <a:ext cx="11405681" cy="48013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dirty="0">
                <a:solidFill>
                  <a:srgbClr val="2D3D70"/>
                </a:solidFill>
              </a:rPr>
              <a:t>Governança e Planejamento Contratual:</a:t>
            </a:r>
          </a:p>
          <a:p>
            <a:pPr algn="just"/>
            <a:endParaRPr lang="pt-BR" sz="900" dirty="0">
              <a:solidFill>
                <a:srgbClr val="2D3D70"/>
              </a:solidFill>
            </a:endParaRPr>
          </a:p>
          <a:p>
            <a:pPr algn="just">
              <a:defRPr/>
            </a:pPr>
            <a:r>
              <a:rPr lang="pt-BR" dirty="0">
                <a:solidFill>
                  <a:srgbClr val="F4614D"/>
                </a:solidFill>
                <a:latin typeface="Open Sans"/>
              </a:rPr>
              <a:t>Instituir participação obrigatória da CGC ainda na fase de contratação, assegurando que critérios de medição, evidências comprobatórias e modelo de controle estejam formalmente definidos antes do início da execução contratual.</a:t>
            </a:r>
          </a:p>
          <a:p>
            <a:pPr algn="just">
              <a:defRPr/>
            </a:pPr>
            <a:endParaRPr lang="pt-BR" sz="900" dirty="0">
              <a:solidFill>
                <a:srgbClr val="F4614D"/>
              </a:solidFill>
              <a:latin typeface="Open Sans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pt-BR" u="sng" dirty="0">
                <a:solidFill>
                  <a:srgbClr val="F4614D"/>
                </a:solidFill>
                <a:latin typeface="Open Sans"/>
              </a:rPr>
              <a:t>Direcionamento:</a:t>
            </a:r>
          </a:p>
          <a:p>
            <a:pPr algn="just">
              <a:defRPr/>
            </a:pPr>
            <a:r>
              <a:rPr lang="pt-BR" dirty="0">
                <a:solidFill>
                  <a:srgbClr val="F4614D"/>
                </a:solidFill>
                <a:latin typeface="Open Sans"/>
              </a:rPr>
              <a:t>Instituir a participação obrigatória da CGC ainda na fase de contratação, assegurando que critérios de medição, evidências comprobatórias e modelo de controle estejam formalmente definidos antes do início da execução.</a:t>
            </a:r>
          </a:p>
          <a:p>
            <a:pPr>
              <a:defRPr/>
            </a:pPr>
            <a:endParaRPr lang="pt-BR" dirty="0">
              <a:solidFill>
                <a:srgbClr val="F4614D"/>
              </a:solidFill>
              <a:latin typeface="Open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2D3D7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Interferências Operacionais e Otimização de Fluxo (GTFROTA):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900" b="0" i="0" u="none" strike="noStrike" kern="1200" cap="none" spc="0" normalizeH="0" baseline="0" noProof="0" dirty="0">
              <a:ln>
                <a:noFill/>
              </a:ln>
              <a:solidFill>
                <a:srgbClr val="F4614D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4614D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Realizar estudo para redirecionamento da etapa inicial do GTFROTA, preservando a atuação da CGC exclusivamente nas atividades vinculadas à gestão contratual e ao controle financeiro.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900" b="0" i="0" u="none" strike="noStrike" kern="1200" cap="none" spc="0" normalizeH="0" baseline="0" noProof="0" dirty="0">
              <a:ln>
                <a:noFill/>
              </a:ln>
              <a:solidFill>
                <a:srgbClr val="F4614D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pt-BR" u="sng" dirty="0">
                <a:solidFill>
                  <a:srgbClr val="F4614D"/>
                </a:solidFill>
              </a:rPr>
              <a:t>Direcionamento: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4614D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Realizar estudo para redirecionamento dessa etapa, preservando a atuação da CGC exclusivamente nas atividades vinculadas à gestão contratual e ao controle financeiro.</a:t>
            </a:r>
          </a:p>
        </p:txBody>
      </p:sp>
    </p:spTree>
    <p:extLst>
      <p:ext uri="{BB962C8B-B14F-4D97-AF65-F5344CB8AC3E}">
        <p14:creationId xmlns:p14="http://schemas.microsoft.com/office/powerpoint/2010/main" val="103238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13E6B-D42A-2955-587F-1F310CAB5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149957B-C077-D6DD-F965-8B457E7377C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47" imgH="348" progId="TCLayout.ActiveDocument.1">
                  <p:embed/>
                </p:oleObj>
              </mc:Choice>
              <mc:Fallback>
                <p:oleObj name="Slide do think-cell" r:id="rId3" imgW="347" imgH="34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149957B-C077-D6DD-F965-8B457E7377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0B1D049C-C048-527C-5595-3FBF22E2B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547" y="532464"/>
            <a:ext cx="7160897" cy="307489"/>
          </a:xfrm>
        </p:spPr>
        <p:txBody>
          <a:bodyPr vert="horz"/>
          <a:lstStyle/>
          <a:p>
            <a:pPr algn="ctr"/>
            <a:r>
              <a:rPr lang="pt-BR" sz="1800" b="0" dirty="0">
                <a:solidFill>
                  <a:srgbClr val="002060"/>
                </a:solidFill>
              </a:rPr>
              <a:t>Desafios Estratégicos e Direcionamentos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EDD2001-3055-B8E3-77EF-117B62D98445}"/>
              </a:ext>
            </a:extLst>
          </p:cNvPr>
          <p:cNvSpPr txBox="1"/>
          <p:nvPr/>
        </p:nvSpPr>
        <p:spPr>
          <a:xfrm>
            <a:off x="393156" y="1175546"/>
            <a:ext cx="11405681" cy="50783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dirty="0">
                <a:solidFill>
                  <a:srgbClr val="2D3D70"/>
                </a:solidFill>
              </a:rPr>
              <a:t>Rigor Técnico e Compliance Contratual:</a:t>
            </a:r>
          </a:p>
          <a:p>
            <a:endParaRPr lang="pt-BR" sz="900" dirty="0">
              <a:solidFill>
                <a:srgbClr val="2D3D70"/>
              </a:solidFill>
            </a:endParaRPr>
          </a:p>
          <a:p>
            <a:pPr algn="just">
              <a:defRPr/>
            </a:pPr>
            <a:r>
              <a:rPr lang="pt-BR" dirty="0">
                <a:solidFill>
                  <a:srgbClr val="F4614D"/>
                </a:solidFill>
                <a:latin typeface="Open Sans"/>
              </a:rPr>
              <a:t>Há recorrente flexibilização interpretativa das cláusulas contratuais por parte de áreas demandantes e fornecedores, o que gera desalinhamento quanto às exigências documentais e percepção equivocada sobre o papel técnico da CGC. Essa prática pode comprometer segurança jurídica, rastreabilidade e aderência ao instrumento assinado.</a:t>
            </a:r>
          </a:p>
          <a:p>
            <a:pPr algn="just">
              <a:defRPr/>
            </a:pPr>
            <a:endParaRPr lang="pt-BR" sz="900" dirty="0">
              <a:solidFill>
                <a:srgbClr val="F4614D"/>
              </a:solidFill>
              <a:latin typeface="Open Sans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pt-BR" u="sng" dirty="0">
                <a:solidFill>
                  <a:srgbClr val="F4614D"/>
                </a:solidFill>
                <a:latin typeface="Open Sans"/>
              </a:rPr>
              <a:t>Direcionamento:</a:t>
            </a:r>
          </a:p>
          <a:p>
            <a:pPr algn="just">
              <a:defRPr/>
            </a:pPr>
            <a:r>
              <a:rPr lang="pt-BR" dirty="0">
                <a:solidFill>
                  <a:srgbClr val="F4614D"/>
                </a:solidFill>
                <a:latin typeface="Open Sans"/>
              </a:rPr>
              <a:t>Reforçar institucionalmente que as análises devem permanecer estritamente vinculadas às cláusulas contratuais, estruturando protocolo formal de recebimento com critérios objetivos de evidência e validação.</a:t>
            </a:r>
          </a:p>
          <a:p>
            <a:pPr algn="just">
              <a:defRPr/>
            </a:pPr>
            <a:endParaRPr lang="pt-BR" dirty="0">
              <a:solidFill>
                <a:srgbClr val="F4614D"/>
              </a:solidFill>
              <a:latin typeface="Open San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2D3D7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Regularidade Consultiva e Adequação Documental: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900" b="0" i="0" u="none" strike="noStrike" kern="1200" cap="none" spc="0" normalizeH="0" baseline="0" noProof="0" dirty="0">
              <a:ln>
                <a:noFill/>
              </a:ln>
              <a:solidFill>
                <a:srgbClr val="F4614D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4614D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As exigências de regularidade nem sempre consideram as especificidades de cada contrato, podendo gerar excesso de documentação ou morosidade desproporcional ao risco do escopo contratado.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900" b="0" i="0" u="none" strike="noStrike" kern="1200" cap="none" spc="0" normalizeH="0" baseline="0" noProof="0" dirty="0">
              <a:ln>
                <a:noFill/>
              </a:ln>
              <a:solidFill>
                <a:srgbClr val="F4614D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pt-BR" u="sng" dirty="0">
                <a:solidFill>
                  <a:srgbClr val="F4614D"/>
                </a:solidFill>
              </a:rPr>
              <a:t>Direcionamento: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4614D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Alinhar com Jurídico e Suprimentos modelo de análise de regularidade individualizado por contrato, equilibrando agilidade operacional e segurança jurídica.</a:t>
            </a:r>
          </a:p>
        </p:txBody>
      </p:sp>
    </p:spTree>
    <p:extLst>
      <p:ext uri="{BB962C8B-B14F-4D97-AF65-F5344CB8AC3E}">
        <p14:creationId xmlns:p14="http://schemas.microsoft.com/office/powerpoint/2010/main" val="2231861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D64A5-443C-DCF6-2E70-0B30ADD23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86D406C-77C6-44D3-2767-6F4E2993E1F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47" imgH="348" progId="TCLayout.ActiveDocument.1">
                  <p:embed/>
                </p:oleObj>
              </mc:Choice>
              <mc:Fallback>
                <p:oleObj name="Slide do think-cell" r:id="rId3" imgW="347" imgH="34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6D406C-77C6-44D3-2767-6F4E2993E1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78466F1B-133E-8F30-E69B-51B544CB9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547" y="532464"/>
            <a:ext cx="7160897" cy="307489"/>
          </a:xfrm>
        </p:spPr>
        <p:txBody>
          <a:bodyPr vert="horz"/>
          <a:lstStyle/>
          <a:p>
            <a:pPr algn="ctr"/>
            <a:r>
              <a:rPr lang="pt-BR" sz="1800" b="0" dirty="0">
                <a:solidFill>
                  <a:srgbClr val="002060"/>
                </a:solidFill>
              </a:rPr>
              <a:t>Contratos Críticos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6849135-8247-9334-E726-E80EBEADBC47}"/>
              </a:ext>
            </a:extLst>
          </p:cNvPr>
          <p:cNvSpPr txBox="1"/>
          <p:nvPr/>
        </p:nvSpPr>
        <p:spPr>
          <a:xfrm>
            <a:off x="393156" y="1175546"/>
            <a:ext cx="11405681" cy="50783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dirty="0">
                <a:solidFill>
                  <a:srgbClr val="2D3D70"/>
                </a:solidFill>
              </a:rPr>
              <a:t>Situação em Análise e Ponto de Atenção:</a:t>
            </a:r>
          </a:p>
          <a:p>
            <a:endParaRPr lang="pt-BR" dirty="0">
              <a:solidFill>
                <a:srgbClr val="2D3D70"/>
              </a:solidFill>
            </a:endParaRPr>
          </a:p>
          <a:p>
            <a:pPr algn="just">
              <a:buNone/>
              <a:defRPr/>
            </a:pPr>
            <a:r>
              <a:rPr lang="pt-BR" dirty="0">
                <a:solidFill>
                  <a:srgbClr val="F4614D"/>
                </a:solidFill>
                <a:latin typeface="Open Sans"/>
              </a:rPr>
              <a:t>No contrato da G3 foram identificadas inconsistências estruturais relacionadas ao controle de escopo, medição e saldo contratual, caracterizando ponto de atenção operacional.</a:t>
            </a:r>
          </a:p>
          <a:p>
            <a:pPr algn="just">
              <a:buNone/>
              <a:defRPr/>
            </a:pPr>
            <a:endParaRPr lang="pt-BR" dirty="0">
              <a:solidFill>
                <a:srgbClr val="F4614D"/>
              </a:solidFill>
              <a:latin typeface="Open Sans"/>
            </a:endParaRPr>
          </a:p>
          <a:p>
            <a:pPr algn="just">
              <a:buNone/>
              <a:defRPr/>
            </a:pPr>
            <a:r>
              <a:rPr lang="pt-BR" dirty="0">
                <a:solidFill>
                  <a:srgbClr val="F4614D"/>
                </a:solidFill>
                <a:latin typeface="Open Sans"/>
              </a:rPr>
              <a:t>Foram observados: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srgbClr val="F4614D"/>
                </a:solidFill>
              </a:rPr>
              <a:t>Itens previstos no QQP que não constam formalmente no contrato;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srgbClr val="F4614D"/>
                </a:solidFill>
              </a:rPr>
              <a:t>Medições realizadas por múltiplos canais (sistema e e-mail), sem integração plena ao controle de abatimento de saldo;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srgbClr val="F4614D"/>
                </a:solidFill>
              </a:rPr>
              <a:t>Divergências no último aditivo quanto à aplicação de reajuste, com itens não reajustados de forma uniforme;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srgbClr val="F4614D"/>
                </a:solidFill>
              </a:rPr>
              <a:t>Valor de retroativos com inconsistências em apuração, atualmente em fase de verificação técnica.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srgbClr val="F4614D"/>
                </a:solidFill>
              </a:rPr>
              <a:t>Observa-se desalinhamento de informações entre os setores envolvidos, desde o Jurídico até a operação de mina, gerando divergências interpretativas e operacionais.</a:t>
            </a:r>
          </a:p>
          <a:p>
            <a:pPr algn="just">
              <a:defRPr/>
            </a:pPr>
            <a:endParaRPr lang="pt-BR" dirty="0">
              <a:solidFill>
                <a:srgbClr val="F4614D"/>
              </a:solidFill>
            </a:endParaRPr>
          </a:p>
          <a:p>
            <a:pPr algn="just">
              <a:buNone/>
              <a:defRPr/>
            </a:pPr>
            <a:r>
              <a:rPr lang="pt-BR" dirty="0">
                <a:solidFill>
                  <a:srgbClr val="F4614D"/>
                </a:solidFill>
                <a:latin typeface="Open Sans"/>
              </a:rPr>
              <a:t>O cenário exige investigação detalhada para assegurar aderência ao instrumento contratual, correção de saldo, validação de critérios de reajuste e regularidade dos valores retroativos, mitigando riscos financeiros e jurídicos.</a:t>
            </a:r>
          </a:p>
        </p:txBody>
      </p:sp>
    </p:spTree>
    <p:extLst>
      <p:ext uri="{BB962C8B-B14F-4D97-AF65-F5344CB8AC3E}">
        <p14:creationId xmlns:p14="http://schemas.microsoft.com/office/powerpoint/2010/main" val="1975006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9F1FF-C011-B89B-CCD2-7985032F1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0C2F2E9-948A-4696-4285-C5033B10DB2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47" imgH="348" progId="TCLayout.ActiveDocument.1">
                  <p:embed/>
                </p:oleObj>
              </mc:Choice>
              <mc:Fallback>
                <p:oleObj name="Slide do think-cell" r:id="rId3" imgW="347" imgH="34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0C2F2E9-948A-4696-4285-C5033B10DB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48469E19-E52F-2DFA-F945-1885429CD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547" y="532464"/>
            <a:ext cx="7160897" cy="307489"/>
          </a:xfrm>
        </p:spPr>
        <p:txBody>
          <a:bodyPr vert="horz"/>
          <a:lstStyle/>
          <a:p>
            <a:pPr algn="ctr"/>
            <a:r>
              <a:rPr lang="pt-BR" sz="1800" b="0" dirty="0">
                <a:solidFill>
                  <a:srgbClr val="002060"/>
                </a:solidFill>
              </a:rPr>
              <a:t>Contratos Críticos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BB3E1C3-9A9A-97C9-A6C4-C07796FEA8E3}"/>
              </a:ext>
            </a:extLst>
          </p:cNvPr>
          <p:cNvSpPr txBox="1"/>
          <p:nvPr/>
        </p:nvSpPr>
        <p:spPr>
          <a:xfrm>
            <a:off x="393159" y="954490"/>
            <a:ext cx="11405681" cy="574003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dirty="0">
                <a:solidFill>
                  <a:srgbClr val="2D3D70"/>
                </a:solidFill>
              </a:rPr>
              <a:t>Fragilidades Operacionais Identificadas:</a:t>
            </a:r>
          </a:p>
          <a:p>
            <a:endParaRPr lang="pt-BR" sz="800" dirty="0">
              <a:solidFill>
                <a:srgbClr val="2D3D70"/>
              </a:solidFill>
            </a:endParaRPr>
          </a:p>
          <a:p>
            <a:pPr algn="just">
              <a:buNone/>
              <a:defRPr/>
            </a:pPr>
            <a:r>
              <a:rPr lang="pt-BR" dirty="0">
                <a:solidFill>
                  <a:srgbClr val="F4614D"/>
                </a:solidFill>
                <a:latin typeface="Open Sans"/>
              </a:rPr>
              <a:t>Observa-se volume relevante de contratos com medições realizadas exclusivamente por e-mail, sem integração ao SIGEC. Estudamos cada contrato para possíveis cadastros em sistema.</a:t>
            </a:r>
          </a:p>
          <a:p>
            <a:pPr algn="just">
              <a:buNone/>
              <a:defRPr/>
            </a:pPr>
            <a:endParaRPr lang="pt-BR" sz="800" dirty="0">
              <a:solidFill>
                <a:srgbClr val="F4614D"/>
              </a:solidFill>
              <a:latin typeface="Open Sans"/>
            </a:endParaRPr>
          </a:p>
          <a:p>
            <a:pPr algn="just">
              <a:buNone/>
              <a:defRPr/>
            </a:pPr>
            <a:r>
              <a:rPr lang="pt-BR" dirty="0">
                <a:solidFill>
                  <a:srgbClr val="F4614D"/>
                </a:solidFill>
                <a:latin typeface="Open Sans"/>
              </a:rPr>
              <a:t>Há ainda situações em contratos medidos via sistema, com usuários do setor de facilites cadastrados como “fornecedor” realizando também aprovação como fiscal.</a:t>
            </a:r>
          </a:p>
          <a:p>
            <a:pPr algn="just">
              <a:buNone/>
              <a:defRPr/>
            </a:pPr>
            <a:endParaRPr lang="pt-BR" sz="900" dirty="0">
              <a:solidFill>
                <a:srgbClr val="F4614D"/>
              </a:solidFill>
              <a:latin typeface="Open Sans"/>
            </a:endParaRPr>
          </a:p>
          <a:p>
            <a:pPr algn="just">
              <a:buNone/>
              <a:defRPr/>
            </a:pPr>
            <a:r>
              <a:rPr lang="pt-BR" dirty="0">
                <a:solidFill>
                  <a:srgbClr val="F4614D"/>
                </a:solidFill>
                <a:latin typeface="Open Sans"/>
              </a:rPr>
              <a:t>Os contratos são:</a:t>
            </a:r>
            <a:endParaRPr lang="pt-BR" sz="900" dirty="0">
              <a:solidFill>
                <a:srgbClr val="F4614D"/>
              </a:solidFill>
              <a:latin typeface="Open Sans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srgbClr val="F4614D"/>
                </a:solidFill>
                <a:latin typeface="Open Sans"/>
              </a:rPr>
              <a:t>Adiel Alves Florencio (Aluguel Casa Gerencial – em encerramento)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srgbClr val="F4614D"/>
                </a:solidFill>
                <a:latin typeface="Open Sans"/>
              </a:rPr>
              <a:t>Águas </a:t>
            </a:r>
            <a:r>
              <a:rPr lang="pt-BR" dirty="0" err="1">
                <a:solidFill>
                  <a:srgbClr val="F4614D"/>
                </a:solidFill>
                <a:latin typeface="Open Sans"/>
              </a:rPr>
              <a:t>Lebrinha</a:t>
            </a:r>
            <a:r>
              <a:rPr lang="pt-BR" dirty="0">
                <a:solidFill>
                  <a:srgbClr val="F4614D"/>
                </a:solidFill>
                <a:latin typeface="Open Sans"/>
              </a:rPr>
              <a:t> Ltda. ME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srgbClr val="F4614D"/>
                </a:solidFill>
                <a:latin typeface="Open Sans"/>
              </a:rPr>
              <a:t>Companhia Ultragaz S A (contrato em encerramento)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pt-BR" dirty="0" err="1">
                <a:solidFill>
                  <a:srgbClr val="F4614D"/>
                </a:solidFill>
                <a:latin typeface="Open Sans"/>
              </a:rPr>
              <a:t>Copastur</a:t>
            </a:r>
            <a:r>
              <a:rPr lang="pt-BR" dirty="0">
                <a:solidFill>
                  <a:srgbClr val="F4614D"/>
                </a:solidFill>
                <a:latin typeface="Open Sans"/>
              </a:rPr>
              <a:t> Viagens e Turismo Ltda.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pt-BR" dirty="0" err="1">
                <a:solidFill>
                  <a:srgbClr val="F4614D"/>
                </a:solidFill>
                <a:latin typeface="Open Sans"/>
              </a:rPr>
              <a:t>Disveco</a:t>
            </a:r>
            <a:r>
              <a:rPr lang="pt-BR" dirty="0">
                <a:solidFill>
                  <a:srgbClr val="F4614D"/>
                </a:solidFill>
                <a:latin typeface="Open Sans"/>
              </a:rPr>
              <a:t> Ltda. (PL)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srgbClr val="F4614D"/>
                </a:solidFill>
                <a:latin typeface="Open Sans"/>
              </a:rPr>
              <a:t>Douglas Magalhães Laet – KD Chaveiros (medição por e-mail)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srgbClr val="F4614D"/>
                </a:solidFill>
                <a:latin typeface="Open Sans"/>
              </a:rPr>
              <a:t>Empresa Brasileira De Correios E Telégrafos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srgbClr val="F4614D"/>
                </a:solidFill>
                <a:latin typeface="Open Sans"/>
              </a:rPr>
              <a:t>Favorito Supermercado Ltda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pt-BR" dirty="0" err="1">
                <a:solidFill>
                  <a:srgbClr val="F4614D"/>
                </a:solidFill>
                <a:latin typeface="Open Sans"/>
              </a:rPr>
              <a:t>Manenti</a:t>
            </a:r>
            <a:r>
              <a:rPr lang="pt-BR" dirty="0">
                <a:solidFill>
                  <a:srgbClr val="F4614D"/>
                </a:solidFill>
                <a:latin typeface="Open Sans"/>
              </a:rPr>
              <a:t> E </a:t>
            </a:r>
            <a:r>
              <a:rPr lang="pt-BR" dirty="0" err="1">
                <a:solidFill>
                  <a:srgbClr val="F4614D"/>
                </a:solidFill>
                <a:latin typeface="Open Sans"/>
              </a:rPr>
              <a:t>Manenti</a:t>
            </a:r>
            <a:r>
              <a:rPr lang="pt-BR" dirty="0">
                <a:solidFill>
                  <a:srgbClr val="F4614D"/>
                </a:solidFill>
                <a:latin typeface="Open Sans"/>
              </a:rPr>
              <a:t> Ltda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srgbClr val="F4614D"/>
                </a:solidFill>
                <a:latin typeface="Open Sans"/>
              </a:rPr>
              <a:t>Sky Serviços De Banda Larga Ltda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srgbClr val="F4614D"/>
                </a:solidFill>
                <a:latin typeface="Open Sans"/>
              </a:rPr>
              <a:t>Ticket Log (medição por e-mail)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srgbClr val="F4614D"/>
                </a:solidFill>
                <a:latin typeface="Open Sans"/>
              </a:rPr>
              <a:t>V. Conceição Silva &amp; Cia Ltda. (</a:t>
            </a:r>
            <a:r>
              <a:rPr lang="pt-BR" dirty="0" err="1">
                <a:solidFill>
                  <a:srgbClr val="F4614D"/>
                </a:solidFill>
                <a:latin typeface="Open Sans"/>
              </a:rPr>
              <a:t>Realmate</a:t>
            </a:r>
            <a:r>
              <a:rPr lang="pt-BR" dirty="0">
                <a:solidFill>
                  <a:srgbClr val="F4614D"/>
                </a:solidFill>
                <a:latin typeface="Open Sans"/>
              </a:rPr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srgbClr val="F4614D"/>
                </a:solidFill>
                <a:latin typeface="Open Sans"/>
              </a:rPr>
              <a:t>Supergasbras Energia Ltda.</a:t>
            </a:r>
          </a:p>
        </p:txBody>
      </p:sp>
    </p:spTree>
    <p:extLst>
      <p:ext uri="{BB962C8B-B14F-4D97-AF65-F5344CB8AC3E}">
        <p14:creationId xmlns:p14="http://schemas.microsoft.com/office/powerpoint/2010/main" val="673909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E58587C-409C-0911-BF12-614BC948F63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167891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5" imgH="424" progId="TCLayout.ActiveDocument.1">
                  <p:embed/>
                </p:oleObj>
              </mc:Choice>
              <mc:Fallback>
                <p:oleObj name="Slide do think-cell" r:id="rId3" imgW="425" imgH="42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E58587C-409C-0911-BF12-614BC948F6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176FD0DC-1AB1-F623-5363-C0D72D4D8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 algn="ctr"/>
            <a:r>
              <a:rPr lang="pt-BR" sz="2400" dirty="0"/>
              <a:t>Obrigada!</a:t>
            </a:r>
          </a:p>
        </p:txBody>
      </p:sp>
    </p:spTree>
    <p:extLst>
      <p:ext uri="{BB962C8B-B14F-4D97-AF65-F5344CB8AC3E}">
        <p14:creationId xmlns:p14="http://schemas.microsoft.com/office/powerpoint/2010/main" val="42939016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28224&quot;&gt;&lt;version val=&quot;35606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5&quot;&gt;&lt;elem m_fUsage=&quot;3.85326146529217616887E+00&quot;&gt;&lt;m_msothmcolidx val=&quot;0&quot;/&gt;&lt;m_rgb r=&quot;9F&quot; g=&quot;C7&quot; b=&quot;78&quot;/&gt;&lt;/elem&gt;&lt;elem m_fUsage=&quot;3.28595552475967611628E+00&quot;&gt;&lt;m_msothmcolidx val=&quot;0&quot;/&gt;&lt;m_rgb r=&quot;C0&quot; g=&quot;00&quot; b=&quot;00&quot;/&gt;&lt;/elem&gt;&lt;elem m_fUsage=&quot;2.60518302004939394934E+00&quot;&gt;&lt;m_msothmcolidx val=&quot;0&quot;/&gt;&lt;m_rgb r=&quot;DC&quot; g=&quot;17&quot; b=&quot;01&quot;/&gt;&lt;/elem&gt;&lt;elem m_fUsage=&quot;2.78128389443693807559E-02&quot;&gt;&lt;m_msothmcolidx val=&quot;0&quot;/&gt;&lt;m_rgb r=&quot;F4&quot; g=&quot;61&quot; b=&quot;4D&quot;/&gt;&lt;/elem&gt;&lt;elem m_fUsage=&quot;2.50315550499324440681E-02&quot;&gt;&lt;m_msothmcolidx val=&quot;0&quot;/&gt;&lt;m_rgb r=&quot;2D&quot; g=&quot;3D&quot; b=&quot;70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wC6DYIR6.evBqgUfkCa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wC6DYIR6.evBqgUfkCa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wC6DYIR6.evBqgUfkCa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Personalizar design">
  <a:themeElements>
    <a:clrScheme name="Personalizada 1">
      <a:dk1>
        <a:srgbClr val="FF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Aura Minerals">
      <a:majorFont>
        <a:latin typeface="Montserrat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ersonalizar design">
  <a:themeElements>
    <a:clrScheme name="Aura Minerals">
      <a:dk1>
        <a:srgbClr val="333333"/>
      </a:dk1>
      <a:lt1>
        <a:sysClr val="window" lastClr="FFFFFF"/>
      </a:lt1>
      <a:dk2>
        <a:srgbClr val="666666"/>
      </a:dk2>
      <a:lt2>
        <a:srgbClr val="E7E6E6"/>
      </a:lt2>
      <a:accent1>
        <a:srgbClr val="2D3D70"/>
      </a:accent1>
      <a:accent2>
        <a:srgbClr val="F4614D"/>
      </a:accent2>
      <a:accent3>
        <a:srgbClr val="B0B7C1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ura Minerals">
      <a:majorFont>
        <a:latin typeface="Montserrat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Aura] Templates Corporativo – Manual.pptx" id="{3F109773-DC38-4D7C-808A-E57F5B5AB9C5}" vid="{11B10884-6FBD-497E-9EE3-8D244918234B}"/>
    </a:ext>
  </a:extLst>
</a:theme>
</file>

<file path=ppt/theme/theme3.xml><?xml version="1.0" encoding="utf-8"?>
<a:theme xmlns:a="http://schemas.openxmlformats.org/drawingml/2006/main" name="2_Personalizar design">
  <a:themeElements>
    <a:clrScheme name="Aura Minerals">
      <a:dk1>
        <a:srgbClr val="333333"/>
      </a:dk1>
      <a:lt1>
        <a:sysClr val="window" lastClr="FFFFFF"/>
      </a:lt1>
      <a:dk2>
        <a:srgbClr val="666666"/>
      </a:dk2>
      <a:lt2>
        <a:srgbClr val="E7E6E6"/>
      </a:lt2>
      <a:accent1>
        <a:srgbClr val="2D3D70"/>
      </a:accent1>
      <a:accent2>
        <a:srgbClr val="F4614D"/>
      </a:accent2>
      <a:accent3>
        <a:srgbClr val="B0B7C1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ura Minerals">
      <a:majorFont>
        <a:latin typeface="Montserrat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Aura] Templates Corporativo – Manual.pptx" id="{3F109773-DC38-4D7C-808A-E57F5B5AB9C5}" vid="{11B10884-6FBD-497E-9EE3-8D244918234B}"/>
    </a:ext>
  </a:extLst>
</a:theme>
</file>

<file path=ppt/theme/theme4.xml><?xml version="1.0" encoding="utf-8"?>
<a:theme xmlns:a="http://schemas.openxmlformats.org/drawingml/2006/main" name="3_Personalizar design">
  <a:themeElements>
    <a:clrScheme name="Aura Minerals">
      <a:dk1>
        <a:srgbClr val="333333"/>
      </a:dk1>
      <a:lt1>
        <a:sysClr val="window" lastClr="FFFFFF"/>
      </a:lt1>
      <a:dk2>
        <a:srgbClr val="666666"/>
      </a:dk2>
      <a:lt2>
        <a:srgbClr val="E7E6E6"/>
      </a:lt2>
      <a:accent1>
        <a:srgbClr val="2D3D70"/>
      </a:accent1>
      <a:accent2>
        <a:srgbClr val="F4614D"/>
      </a:accent2>
      <a:accent3>
        <a:srgbClr val="B0B7C1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ura Minerals">
      <a:majorFont>
        <a:latin typeface="Montserrat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6DC1074182D74E8B102102CA824912" ma:contentTypeVersion="14" ma:contentTypeDescription="Create a new document." ma:contentTypeScope="" ma:versionID="1599f5c35ef58380f5074d36c97c7271">
  <xsd:schema xmlns:xsd="http://www.w3.org/2001/XMLSchema" xmlns:xs="http://www.w3.org/2001/XMLSchema" xmlns:p="http://schemas.microsoft.com/office/2006/metadata/properties" xmlns:ns1="http://schemas.microsoft.com/sharepoint/v3" xmlns:ns2="21db9bab-5c29-400f-936f-6b62a3e60fb8" targetNamespace="http://schemas.microsoft.com/office/2006/metadata/properties" ma:root="true" ma:fieldsID="9c84262ac513cb02fc9e432d0f60c6be" ns1:_="" ns2:_="">
    <xsd:import namespace="http://schemas.microsoft.com/sharepoint/v3"/>
    <xsd:import namespace="21db9bab-5c29-400f-936f-6b62a3e60f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db9bab-5c29-400f-936f-6b62a3e60f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7d53577-06e1-45c7-9147-bc24e59e742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description="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1db9bab-5c29-400f-936f-6b62a3e60fb8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54C795C1-6AC4-46C4-B43B-46A923B26400}">
  <ds:schemaRefs>
    <ds:schemaRef ds:uri="21db9bab-5c29-400f-936f-6b62a3e60fb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CD70350-6ADE-4C1A-A8FE-40FE8F02157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98828BD-5C10-4C85-9434-87360557699E}">
  <ds:schemaRefs>
    <ds:schemaRef ds:uri="http://schemas.microsoft.com/sharepoint/v3"/>
    <ds:schemaRef ds:uri="http://purl.org/dc/terms/"/>
    <ds:schemaRef ds:uri="http://www.w3.org/XML/1998/namespace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21db9bab-5c29-400f-936f-6b62a3e60fb8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4853</TotalTime>
  <Words>1210</Words>
  <Application>Microsoft Office PowerPoint</Application>
  <PresentationFormat>Widescreen</PresentationFormat>
  <Paragraphs>154</Paragraphs>
  <Slides>16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5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Personalizar design</vt:lpstr>
      <vt:lpstr>1_Personalizar design</vt:lpstr>
      <vt:lpstr>2_Personalizar design</vt:lpstr>
      <vt:lpstr>3_Personalizar design</vt:lpstr>
      <vt:lpstr>Tema do Office</vt:lpstr>
      <vt:lpstr>CÉLULA DE GESTÃO DE CONTRATOS</vt:lpstr>
      <vt:lpstr>Mineração 360° | Visão</vt:lpstr>
      <vt:lpstr>Estrutura / Panorama  Atual</vt:lpstr>
      <vt:lpstr>Papel Estratégico</vt:lpstr>
      <vt:lpstr> Processo de gestão de contratos.</vt:lpstr>
      <vt:lpstr>Recebimento do contrato/aditivo – Suprimentos.</vt:lpstr>
      <vt:lpstr>Absorção e diagnóstico de contratos</vt:lpstr>
      <vt:lpstr>Cadastro do contrato e fornecedor no sistema sigec web.</vt:lpstr>
      <vt:lpstr>Fluxograma de MEDIÇÕES DE CONTRATOS</vt:lpstr>
      <vt:lpstr>Lembretes dos períodos de vigência e saldo dos contratos ativos. </vt:lpstr>
      <vt:lpstr>Cronogramas e Organização do setor </vt:lpstr>
      <vt:lpstr>Desafios Estratégicos e Direcionamentos</vt:lpstr>
      <vt:lpstr>Desafios Estratégicos e Direcionamentos</vt:lpstr>
      <vt:lpstr>Contratos Críticos</vt:lpstr>
      <vt:lpstr>Contratos Críticos</vt:lpstr>
      <vt:lpstr>Obrigada!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Comitê de Capex - Fevereiro</dc:title>
  <dc:creator>Markus Adolfo Jampani Bentos</dc:creator>
  <cp:lastModifiedBy>Deborah Giovana de Andrade Gonçalves</cp:lastModifiedBy>
  <cp:revision>10</cp:revision>
  <dcterms:created xsi:type="dcterms:W3CDTF">2024-02-05T11:57:48Z</dcterms:created>
  <dcterms:modified xsi:type="dcterms:W3CDTF">2026-03-31T19:17:20Z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0x0101007C6DC1074182D74E8B102102CA824912</vt:lpwstr>
  </property>
  <property fmtid="{D5CDD505-2E9C-101B-9397-08002B2CF9AE}" pid="3" name="Order">
    <vt:r8>236800</vt:r8>
  </property>
  <property fmtid="{D5CDD505-2E9C-101B-9397-08002B2CF9AE}" pid="4" name="MediaServiceImageTags">
    <vt:lpwstr/>
  </property>
</Properties>
</file>